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</p:sldIdLst>
  <p:sldSz cx="9906000" cy="6858000"/>
  <p:notesSz cx="9906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85286" y="898652"/>
            <a:ext cx="3535426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2891" y="1061208"/>
            <a:ext cx="8465820" cy="2268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3.png"/><Relationship Id="rId10" Type="http://schemas.openxmlformats.org/officeDocument/2006/relationships/image" Target="../media/image4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0.png"/><Relationship Id="rId6" Type="http://schemas.openxmlformats.org/officeDocument/2006/relationships/image" Target="../media/image51.jpg"/><Relationship Id="rId7" Type="http://schemas.openxmlformats.org/officeDocument/2006/relationships/image" Target="../media/image5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3.png"/><Relationship Id="rId6" Type="http://schemas.openxmlformats.org/officeDocument/2006/relationships/image" Target="../media/image5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3.png"/><Relationship Id="rId6" Type="http://schemas.openxmlformats.org/officeDocument/2006/relationships/image" Target="../media/image5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64.jpg"/><Relationship Id="rId5" Type="http://schemas.openxmlformats.org/officeDocument/2006/relationships/image" Target="../media/image3.png"/><Relationship Id="rId6" Type="http://schemas.openxmlformats.org/officeDocument/2006/relationships/image" Target="../media/image65.png"/><Relationship Id="rId7" Type="http://schemas.openxmlformats.org/officeDocument/2006/relationships/image" Target="../media/image6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6.png"/><Relationship Id="rId6" Type="http://schemas.openxmlformats.org/officeDocument/2006/relationships/image" Target="../media/image6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7.png"/><Relationship Id="rId6" Type="http://schemas.openxmlformats.org/officeDocument/2006/relationships/image" Target="../media/image68.jp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6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1.png"/><Relationship Id="rId6" Type="http://schemas.openxmlformats.org/officeDocument/2006/relationships/image" Target="../media/image6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2.png"/><Relationship Id="rId6" Type="http://schemas.openxmlformats.org/officeDocument/2006/relationships/image" Target="../media/image73.jpg"/><Relationship Id="rId7" Type="http://schemas.openxmlformats.org/officeDocument/2006/relationships/image" Target="../media/image6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4.png"/><Relationship Id="rId6" Type="http://schemas.openxmlformats.org/officeDocument/2006/relationships/hyperlink" Target="mailto:xxx%23@lge.com" TargetMode="External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5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4.png"/><Relationship Id="rId6" Type="http://schemas.openxmlformats.org/officeDocument/2006/relationships/image" Target="../media/image80.jp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4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3.png"/><Relationship Id="rId5" Type="http://schemas.openxmlformats.org/officeDocument/2006/relationships/image" Target="../media/image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3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7.png"/><Relationship Id="rId6" Type="http://schemas.openxmlformats.org/officeDocument/2006/relationships/image" Target="../media/image118.jpg"/><Relationship Id="rId7" Type="http://schemas.openxmlformats.org/officeDocument/2006/relationships/image" Target="../media/image119.png"/><Relationship Id="rId8" Type="http://schemas.openxmlformats.org/officeDocument/2006/relationships/image" Target="../media/image120.jpg"/><Relationship Id="rId9" Type="http://schemas.openxmlformats.org/officeDocument/2006/relationships/image" Target="../media/image113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1.png"/><Relationship Id="rId6" Type="http://schemas.openxmlformats.org/officeDocument/2006/relationships/image" Target="../media/image118.jpg"/><Relationship Id="rId7" Type="http://schemas.openxmlformats.org/officeDocument/2006/relationships/image" Target="../media/image119.png"/><Relationship Id="rId8" Type="http://schemas.openxmlformats.org/officeDocument/2006/relationships/image" Target="../media/image120.jpg"/><Relationship Id="rId9" Type="http://schemas.openxmlformats.org/officeDocument/2006/relationships/image" Target="../media/image113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2.png"/><Relationship Id="rId6" Type="http://schemas.openxmlformats.org/officeDocument/2006/relationships/image" Target="../media/image113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13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5.png"/><Relationship Id="rId6" Type="http://schemas.openxmlformats.org/officeDocument/2006/relationships/image" Target="../media/image118.jpg"/><Relationship Id="rId7" Type="http://schemas.openxmlformats.org/officeDocument/2006/relationships/image" Target="../media/image119.png"/><Relationship Id="rId8" Type="http://schemas.openxmlformats.org/officeDocument/2006/relationships/image" Target="../media/image120.jpg"/><Relationship Id="rId9" Type="http://schemas.openxmlformats.org/officeDocument/2006/relationships/image" Target="../media/image113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6.png"/><Relationship Id="rId6" Type="http://schemas.openxmlformats.org/officeDocument/2006/relationships/image" Target="../media/image127.jpg"/><Relationship Id="rId7" Type="http://schemas.openxmlformats.org/officeDocument/2006/relationships/image" Target="../media/image128.png"/><Relationship Id="rId8" Type="http://schemas.openxmlformats.org/officeDocument/2006/relationships/image" Target="../media/image113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29.png"/><Relationship Id="rId5" Type="http://schemas.openxmlformats.org/officeDocument/2006/relationships/image" Target="../media/image3.png"/><Relationship Id="rId6" Type="http://schemas.openxmlformats.org/officeDocument/2006/relationships/image" Target="../media/image130.png"/><Relationship Id="rId7" Type="http://schemas.openxmlformats.org/officeDocument/2006/relationships/image" Target="../media/image131.png"/><Relationship Id="rId8" Type="http://schemas.openxmlformats.org/officeDocument/2006/relationships/image" Target="../media/image113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2.png"/><Relationship Id="rId6" Type="http://schemas.openxmlformats.org/officeDocument/2006/relationships/image" Target="../media/image131.png"/><Relationship Id="rId7" Type="http://schemas.openxmlformats.org/officeDocument/2006/relationships/image" Target="../media/image113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13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6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13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6.png"/><Relationship Id="rId6" Type="http://schemas.openxmlformats.org/officeDocument/2006/relationships/image" Target="../media/image113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7.png"/><Relationship Id="rId6" Type="http://schemas.openxmlformats.org/officeDocument/2006/relationships/image" Target="../media/image113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8.png"/><Relationship Id="rId6" Type="http://schemas.openxmlformats.org/officeDocument/2006/relationships/image" Target="../media/image113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141.png"/><Relationship Id="rId9" Type="http://schemas.openxmlformats.org/officeDocument/2006/relationships/image" Target="../media/image113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2.png"/><Relationship Id="rId6" Type="http://schemas.openxmlformats.org/officeDocument/2006/relationships/image" Target="../media/image143.jpg"/><Relationship Id="rId7" Type="http://schemas.openxmlformats.org/officeDocument/2006/relationships/image" Target="../media/image144.jpg"/><Relationship Id="rId8" Type="http://schemas.openxmlformats.org/officeDocument/2006/relationships/image" Target="../media/image113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7.png"/><Relationship Id="rId6" Type="http://schemas.openxmlformats.org/officeDocument/2006/relationships/image" Target="../media/image148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9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9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9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9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1.png"/><Relationship Id="rId6" Type="http://schemas.openxmlformats.org/officeDocument/2006/relationships/image" Target="../media/image149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2.png"/><Relationship Id="rId6" Type="http://schemas.openxmlformats.org/officeDocument/2006/relationships/image" Target="../media/image149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3.png"/><Relationship Id="rId6" Type="http://schemas.openxmlformats.org/officeDocument/2006/relationships/image" Target="../media/image149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4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48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Relationship Id="rId8" Type="http://schemas.openxmlformats.org/officeDocument/2006/relationships/image" Target="../media/image160.png"/><Relationship Id="rId9" Type="http://schemas.openxmlformats.org/officeDocument/2006/relationships/image" Target="../media/image161.jpg"/><Relationship Id="rId10" Type="http://schemas.openxmlformats.org/officeDocument/2006/relationships/image" Target="../media/image162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58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7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0.png"/><Relationship Id="rId3" Type="http://schemas.openxmlformats.org/officeDocument/2006/relationships/image" Target="../media/image171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174.jpg"/><Relationship Id="rId8" Type="http://schemas.openxmlformats.org/officeDocument/2006/relationships/image" Target="../media/image175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Relationship Id="rId8" Type="http://schemas.openxmlformats.org/officeDocument/2006/relationships/image" Target="../media/image179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0.png"/><Relationship Id="rId6" Type="http://schemas.openxmlformats.org/officeDocument/2006/relationships/image" Target="../media/image177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1.png"/><Relationship Id="rId6" Type="http://schemas.openxmlformats.org/officeDocument/2006/relationships/image" Target="../media/image177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2.png"/><Relationship Id="rId6" Type="http://schemas.openxmlformats.org/officeDocument/2006/relationships/image" Target="../media/image177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5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jpg"/><Relationship Id="rId8" Type="http://schemas.openxmlformats.org/officeDocument/2006/relationships/image" Target="../media/image189.jp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0.png"/><Relationship Id="rId6" Type="http://schemas.openxmlformats.org/officeDocument/2006/relationships/image" Target="../media/image191.jpg"/><Relationship Id="rId7" Type="http://schemas.openxmlformats.org/officeDocument/2006/relationships/image" Target="../media/image187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jpg"/><Relationship Id="rId8" Type="http://schemas.openxmlformats.org/officeDocument/2006/relationships/hyperlink" Target="http://collab.lge.com/main/x/-a2bW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59990">
              <a:lnSpc>
                <a:spcPct val="120000"/>
              </a:lnSpc>
              <a:spcBef>
                <a:spcPts val="95"/>
              </a:spcBef>
            </a:pPr>
            <a:r>
              <a:rPr dirty="0" spc="-509"/>
              <a:t>Understanding </a:t>
            </a:r>
            <a:r>
              <a:rPr dirty="0" spc="-475"/>
              <a:t>Cybersecurity</a:t>
            </a:r>
            <a:r>
              <a:rPr dirty="0" spc="-225"/>
              <a:t> </a:t>
            </a:r>
            <a:r>
              <a:rPr dirty="0" spc="-565"/>
              <a:t>Management</a:t>
            </a:r>
            <a:r>
              <a:rPr dirty="0" spc="-220"/>
              <a:t> </a:t>
            </a:r>
            <a:r>
              <a:rPr dirty="0" spc="-555"/>
              <a:t>System</a:t>
            </a: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2400" spc="-295"/>
              <a:t>(UNECE</a:t>
            </a:r>
            <a:r>
              <a:rPr dirty="0" sz="2400" spc="-90"/>
              <a:t> </a:t>
            </a:r>
            <a:r>
              <a:rPr dirty="0" sz="2400" spc="-250"/>
              <a:t>R155,</a:t>
            </a:r>
            <a:r>
              <a:rPr dirty="0" sz="2400" spc="-80"/>
              <a:t> </a:t>
            </a:r>
            <a:r>
              <a:rPr dirty="0" sz="2400" spc="-260"/>
              <a:t>ISO/SAE</a:t>
            </a:r>
            <a:r>
              <a:rPr dirty="0" sz="2400" spc="-80"/>
              <a:t> </a:t>
            </a:r>
            <a:r>
              <a:rPr dirty="0" sz="2400" spc="-55"/>
              <a:t>21434)</a:t>
            </a:r>
            <a:endParaRPr sz="2400"/>
          </a:p>
        </p:txBody>
      </p:sp>
      <p:sp>
        <p:nvSpPr>
          <p:cNvPr id="4" name="object 4" descr=""/>
          <p:cNvSpPr txBox="1"/>
          <p:nvPr/>
        </p:nvSpPr>
        <p:spPr>
          <a:xfrm>
            <a:off x="3068827" y="5299354"/>
            <a:ext cx="3864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65" b="1">
                <a:latin typeface="Arial"/>
                <a:cs typeface="Arial"/>
              </a:rPr>
              <a:t>Cyber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229" b="1">
                <a:latin typeface="Arial"/>
                <a:cs typeface="Arial"/>
              </a:rPr>
              <a:t>Security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260" b="1">
                <a:latin typeface="Arial"/>
                <a:cs typeface="Arial"/>
              </a:rPr>
              <a:t>Governance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60" b="1">
                <a:latin typeface="Arial"/>
                <a:cs typeface="Arial"/>
              </a:rPr>
              <a:t>Unit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19875" y="162305"/>
              <a:ext cx="838835" cy="254000"/>
            </a:xfrm>
            <a:custGeom>
              <a:avLst/>
              <a:gdLst/>
              <a:ahLst/>
              <a:cxnLst/>
              <a:rect l="l" t="t" r="r" b="b"/>
              <a:pathLst>
                <a:path w="838835" h="254000">
                  <a:moveTo>
                    <a:pt x="786091" y="116713"/>
                  </a:moveTo>
                  <a:lnTo>
                    <a:pt x="767260" y="116713"/>
                  </a:lnTo>
                  <a:lnTo>
                    <a:pt x="761377" y="117221"/>
                  </a:lnTo>
                  <a:lnTo>
                    <a:pt x="754634" y="118237"/>
                  </a:lnTo>
                  <a:lnTo>
                    <a:pt x="747903" y="119379"/>
                  </a:lnTo>
                  <a:lnTo>
                    <a:pt x="741934" y="121539"/>
                  </a:lnTo>
                  <a:lnTo>
                    <a:pt x="736765" y="124714"/>
                  </a:lnTo>
                  <a:lnTo>
                    <a:pt x="731583" y="127762"/>
                  </a:lnTo>
                  <a:lnTo>
                    <a:pt x="727570" y="131952"/>
                  </a:lnTo>
                  <a:lnTo>
                    <a:pt x="721893" y="142367"/>
                  </a:lnTo>
                  <a:lnTo>
                    <a:pt x="720483" y="149098"/>
                  </a:lnTo>
                  <a:lnTo>
                    <a:pt x="720597" y="163702"/>
                  </a:lnTo>
                  <a:lnTo>
                    <a:pt x="737582" y="193167"/>
                  </a:lnTo>
                  <a:lnTo>
                    <a:pt x="737738" y="193167"/>
                  </a:lnTo>
                  <a:lnTo>
                    <a:pt x="742810" y="195072"/>
                  </a:lnTo>
                  <a:lnTo>
                    <a:pt x="748233" y="197231"/>
                  </a:lnTo>
                  <a:lnTo>
                    <a:pt x="754951" y="198247"/>
                  </a:lnTo>
                  <a:lnTo>
                    <a:pt x="762965" y="198247"/>
                  </a:lnTo>
                  <a:lnTo>
                    <a:pt x="802113" y="186054"/>
                  </a:lnTo>
                  <a:lnTo>
                    <a:pt x="805357" y="181991"/>
                  </a:lnTo>
                  <a:lnTo>
                    <a:pt x="838669" y="181991"/>
                  </a:lnTo>
                  <a:lnTo>
                    <a:pt x="838669" y="177165"/>
                  </a:lnTo>
                  <a:lnTo>
                    <a:pt x="760945" y="177165"/>
                  </a:lnTo>
                  <a:lnTo>
                    <a:pt x="755670" y="175641"/>
                  </a:lnTo>
                  <a:lnTo>
                    <a:pt x="755357" y="175641"/>
                  </a:lnTo>
                  <a:lnTo>
                    <a:pt x="752055" y="172339"/>
                  </a:lnTo>
                  <a:lnTo>
                    <a:pt x="748880" y="169037"/>
                  </a:lnTo>
                  <a:lnTo>
                    <a:pt x="747293" y="163702"/>
                  </a:lnTo>
                  <a:lnTo>
                    <a:pt x="747293" y="149860"/>
                  </a:lnTo>
                  <a:lnTo>
                    <a:pt x="749185" y="145034"/>
                  </a:lnTo>
                  <a:lnTo>
                    <a:pt x="752970" y="141859"/>
                  </a:lnTo>
                  <a:lnTo>
                    <a:pt x="756754" y="138811"/>
                  </a:lnTo>
                  <a:lnTo>
                    <a:pt x="763993" y="137287"/>
                  </a:lnTo>
                  <a:lnTo>
                    <a:pt x="826681" y="137287"/>
                  </a:lnTo>
                  <a:lnTo>
                    <a:pt x="826681" y="117855"/>
                  </a:lnTo>
                  <a:lnTo>
                    <a:pt x="800874" y="117855"/>
                  </a:lnTo>
                  <a:lnTo>
                    <a:pt x="797813" y="117601"/>
                  </a:lnTo>
                  <a:lnTo>
                    <a:pt x="794245" y="117221"/>
                  </a:lnTo>
                  <a:lnTo>
                    <a:pt x="786091" y="116713"/>
                  </a:lnTo>
                  <a:close/>
                </a:path>
                <a:path w="838835" h="254000">
                  <a:moveTo>
                    <a:pt x="838669" y="181991"/>
                  </a:moveTo>
                  <a:lnTo>
                    <a:pt x="805357" y="181991"/>
                  </a:lnTo>
                  <a:lnTo>
                    <a:pt x="806462" y="186054"/>
                  </a:lnTo>
                  <a:lnTo>
                    <a:pt x="808812" y="189357"/>
                  </a:lnTo>
                  <a:lnTo>
                    <a:pt x="816137" y="195072"/>
                  </a:lnTo>
                  <a:lnTo>
                    <a:pt x="816508" y="195072"/>
                  </a:lnTo>
                  <a:lnTo>
                    <a:pt x="821309" y="196215"/>
                  </a:lnTo>
                  <a:lnTo>
                    <a:pt x="833399" y="196215"/>
                  </a:lnTo>
                  <a:lnTo>
                    <a:pt x="835494" y="195961"/>
                  </a:lnTo>
                  <a:lnTo>
                    <a:pt x="838263" y="195407"/>
                  </a:lnTo>
                  <a:lnTo>
                    <a:pt x="838669" y="195407"/>
                  </a:lnTo>
                  <a:lnTo>
                    <a:pt x="838669" y="181991"/>
                  </a:lnTo>
                  <a:close/>
                </a:path>
                <a:path w="838835" h="254000">
                  <a:moveTo>
                    <a:pt x="826681" y="137287"/>
                  </a:moveTo>
                  <a:lnTo>
                    <a:pt x="784745" y="137287"/>
                  </a:lnTo>
                  <a:lnTo>
                    <a:pt x="793521" y="137795"/>
                  </a:lnTo>
                  <a:lnTo>
                    <a:pt x="800874" y="138302"/>
                  </a:lnTo>
                  <a:lnTo>
                    <a:pt x="800874" y="164973"/>
                  </a:lnTo>
                  <a:lnTo>
                    <a:pt x="798346" y="167004"/>
                  </a:lnTo>
                  <a:lnTo>
                    <a:pt x="796706" y="168275"/>
                  </a:lnTo>
                  <a:lnTo>
                    <a:pt x="792111" y="170942"/>
                  </a:lnTo>
                  <a:lnTo>
                    <a:pt x="786422" y="173354"/>
                  </a:lnTo>
                  <a:lnTo>
                    <a:pt x="780745" y="175895"/>
                  </a:lnTo>
                  <a:lnTo>
                    <a:pt x="775004" y="177165"/>
                  </a:lnTo>
                  <a:lnTo>
                    <a:pt x="838669" y="177165"/>
                  </a:lnTo>
                  <a:lnTo>
                    <a:pt x="838669" y="175641"/>
                  </a:lnTo>
                  <a:lnTo>
                    <a:pt x="833666" y="175641"/>
                  </a:lnTo>
                  <a:lnTo>
                    <a:pt x="830414" y="174751"/>
                  </a:lnTo>
                  <a:lnTo>
                    <a:pt x="827430" y="170942"/>
                  </a:lnTo>
                  <a:lnTo>
                    <a:pt x="826681" y="167004"/>
                  </a:lnTo>
                  <a:lnTo>
                    <a:pt x="826681" y="137287"/>
                  </a:lnTo>
                  <a:close/>
                </a:path>
                <a:path w="838835" h="254000">
                  <a:moveTo>
                    <a:pt x="822429" y="83058"/>
                  </a:moveTo>
                  <a:lnTo>
                    <a:pt x="778624" y="83058"/>
                  </a:lnTo>
                  <a:lnTo>
                    <a:pt x="783259" y="83566"/>
                  </a:lnTo>
                  <a:lnTo>
                    <a:pt x="786866" y="84582"/>
                  </a:lnTo>
                  <a:lnTo>
                    <a:pt x="800874" y="107696"/>
                  </a:lnTo>
                  <a:lnTo>
                    <a:pt x="800874" y="117855"/>
                  </a:lnTo>
                  <a:lnTo>
                    <a:pt x="826681" y="117855"/>
                  </a:lnTo>
                  <a:lnTo>
                    <a:pt x="826681" y="105791"/>
                  </a:lnTo>
                  <a:lnTo>
                    <a:pt x="826025" y="98805"/>
                  </a:lnTo>
                  <a:lnTo>
                    <a:pt x="825906" y="97536"/>
                  </a:lnTo>
                  <a:lnTo>
                    <a:pt x="822823" y="83947"/>
                  </a:lnTo>
                  <a:lnTo>
                    <a:pt x="822673" y="83566"/>
                  </a:lnTo>
                  <a:lnTo>
                    <a:pt x="822429" y="83058"/>
                  </a:lnTo>
                  <a:close/>
                </a:path>
                <a:path w="838835" h="254000">
                  <a:moveTo>
                    <a:pt x="787514" y="61595"/>
                  </a:moveTo>
                  <a:lnTo>
                    <a:pt x="778446" y="61595"/>
                  </a:lnTo>
                  <a:lnTo>
                    <a:pt x="770943" y="61831"/>
                  </a:lnTo>
                  <a:lnTo>
                    <a:pt x="762914" y="62611"/>
                  </a:lnTo>
                  <a:lnTo>
                    <a:pt x="763255" y="62611"/>
                  </a:lnTo>
                  <a:lnTo>
                    <a:pt x="756813" y="63684"/>
                  </a:lnTo>
                  <a:lnTo>
                    <a:pt x="726224" y="74041"/>
                  </a:lnTo>
                  <a:lnTo>
                    <a:pt x="732130" y="91821"/>
                  </a:lnTo>
                  <a:lnTo>
                    <a:pt x="732256" y="92201"/>
                  </a:lnTo>
                  <a:lnTo>
                    <a:pt x="738530" y="90043"/>
                  </a:lnTo>
                  <a:lnTo>
                    <a:pt x="745159" y="87884"/>
                  </a:lnTo>
                  <a:lnTo>
                    <a:pt x="752144" y="85978"/>
                  </a:lnTo>
                  <a:lnTo>
                    <a:pt x="759117" y="83947"/>
                  </a:lnTo>
                  <a:lnTo>
                    <a:pt x="766063" y="83058"/>
                  </a:lnTo>
                  <a:lnTo>
                    <a:pt x="822429" y="83058"/>
                  </a:lnTo>
                  <a:lnTo>
                    <a:pt x="820115" y="78232"/>
                  </a:lnTo>
                  <a:lnTo>
                    <a:pt x="795147" y="62611"/>
                  </a:lnTo>
                  <a:lnTo>
                    <a:pt x="787514" y="61595"/>
                  </a:lnTo>
                  <a:close/>
                </a:path>
                <a:path w="838835" h="254000">
                  <a:moveTo>
                    <a:pt x="653922" y="61595"/>
                  </a:moveTo>
                  <a:lnTo>
                    <a:pt x="647026" y="61595"/>
                  </a:lnTo>
                  <a:lnTo>
                    <a:pt x="638947" y="61928"/>
                  </a:lnTo>
                  <a:lnTo>
                    <a:pt x="593763" y="87757"/>
                  </a:lnTo>
                  <a:lnTo>
                    <a:pt x="584314" y="131825"/>
                  </a:lnTo>
                  <a:lnTo>
                    <a:pt x="585133" y="146536"/>
                  </a:lnTo>
                  <a:lnTo>
                    <a:pt x="604887" y="188335"/>
                  </a:lnTo>
                  <a:lnTo>
                    <a:pt x="638543" y="198247"/>
                  </a:lnTo>
                  <a:lnTo>
                    <a:pt x="646988" y="198247"/>
                  </a:lnTo>
                  <a:lnTo>
                    <a:pt x="654475" y="197149"/>
                  </a:lnTo>
                  <a:lnTo>
                    <a:pt x="654652" y="197149"/>
                  </a:lnTo>
                  <a:lnTo>
                    <a:pt x="661898" y="194691"/>
                  </a:lnTo>
                  <a:lnTo>
                    <a:pt x="667969" y="192404"/>
                  </a:lnTo>
                  <a:lnTo>
                    <a:pt x="672579" y="189738"/>
                  </a:lnTo>
                  <a:lnTo>
                    <a:pt x="675741" y="186563"/>
                  </a:lnTo>
                  <a:lnTo>
                    <a:pt x="699692" y="186563"/>
                  </a:lnTo>
                  <a:lnTo>
                    <a:pt x="699062" y="176911"/>
                  </a:lnTo>
                  <a:lnTo>
                    <a:pt x="637832" y="176911"/>
                  </a:lnTo>
                  <a:lnTo>
                    <a:pt x="632345" y="175768"/>
                  </a:lnTo>
                  <a:lnTo>
                    <a:pt x="628091" y="173354"/>
                  </a:lnTo>
                  <a:lnTo>
                    <a:pt x="623836" y="171069"/>
                  </a:lnTo>
                  <a:lnTo>
                    <a:pt x="620420" y="167894"/>
                  </a:lnTo>
                  <a:lnTo>
                    <a:pt x="615251" y="159766"/>
                  </a:lnTo>
                  <a:lnTo>
                    <a:pt x="613448" y="154940"/>
                  </a:lnTo>
                  <a:lnTo>
                    <a:pt x="611390" y="144018"/>
                  </a:lnTo>
                  <a:lnTo>
                    <a:pt x="610882" y="138175"/>
                  </a:lnTo>
                  <a:lnTo>
                    <a:pt x="610882" y="131825"/>
                  </a:lnTo>
                  <a:lnTo>
                    <a:pt x="620547" y="93852"/>
                  </a:lnTo>
                  <a:lnTo>
                    <a:pt x="648779" y="82550"/>
                  </a:lnTo>
                  <a:lnTo>
                    <a:pt x="698017" y="82550"/>
                  </a:lnTo>
                  <a:lnTo>
                    <a:pt x="698017" y="66675"/>
                  </a:lnTo>
                  <a:lnTo>
                    <a:pt x="672452" y="66675"/>
                  </a:lnTo>
                  <a:lnTo>
                    <a:pt x="670864" y="65786"/>
                  </a:lnTo>
                  <a:lnTo>
                    <a:pt x="668845" y="64897"/>
                  </a:lnTo>
                  <a:lnTo>
                    <a:pt x="667004" y="64389"/>
                  </a:lnTo>
                  <a:lnTo>
                    <a:pt x="665340" y="64008"/>
                  </a:lnTo>
                  <a:lnTo>
                    <a:pt x="660031" y="62484"/>
                  </a:lnTo>
                  <a:lnTo>
                    <a:pt x="653922" y="61595"/>
                  </a:lnTo>
                  <a:close/>
                </a:path>
                <a:path w="838835" h="254000">
                  <a:moveTo>
                    <a:pt x="699692" y="186563"/>
                  </a:moveTo>
                  <a:lnTo>
                    <a:pt x="675741" y="186563"/>
                  </a:lnTo>
                  <a:lnTo>
                    <a:pt x="677799" y="195326"/>
                  </a:lnTo>
                  <a:lnTo>
                    <a:pt x="700265" y="195326"/>
                  </a:lnTo>
                  <a:lnTo>
                    <a:pt x="699900" y="189738"/>
                  </a:lnTo>
                  <a:lnTo>
                    <a:pt x="699808" y="188335"/>
                  </a:lnTo>
                  <a:lnTo>
                    <a:pt x="699692" y="186563"/>
                  </a:lnTo>
                  <a:close/>
                </a:path>
                <a:path w="838835" h="254000">
                  <a:moveTo>
                    <a:pt x="698017" y="82550"/>
                  </a:moveTo>
                  <a:lnTo>
                    <a:pt x="657910" y="82550"/>
                  </a:lnTo>
                  <a:lnTo>
                    <a:pt x="665797" y="84709"/>
                  </a:lnTo>
                  <a:lnTo>
                    <a:pt x="672452" y="89280"/>
                  </a:lnTo>
                  <a:lnTo>
                    <a:pt x="672452" y="166624"/>
                  </a:lnTo>
                  <a:lnTo>
                    <a:pt x="671525" y="167386"/>
                  </a:lnTo>
                  <a:lnTo>
                    <a:pt x="664883" y="171830"/>
                  </a:lnTo>
                  <a:lnTo>
                    <a:pt x="662724" y="173100"/>
                  </a:lnTo>
                  <a:lnTo>
                    <a:pt x="657096" y="175768"/>
                  </a:lnTo>
                  <a:lnTo>
                    <a:pt x="656758" y="175768"/>
                  </a:lnTo>
                  <a:lnTo>
                    <a:pt x="651306" y="176911"/>
                  </a:lnTo>
                  <a:lnTo>
                    <a:pt x="699062" y="176911"/>
                  </a:lnTo>
                  <a:lnTo>
                    <a:pt x="698017" y="160909"/>
                  </a:lnTo>
                  <a:lnTo>
                    <a:pt x="698017" y="82550"/>
                  </a:lnTo>
                  <a:close/>
                </a:path>
                <a:path w="838835" h="254000">
                  <a:moveTo>
                    <a:pt x="698017" y="0"/>
                  </a:moveTo>
                  <a:lnTo>
                    <a:pt x="672452" y="3683"/>
                  </a:lnTo>
                  <a:lnTo>
                    <a:pt x="672452" y="66675"/>
                  </a:lnTo>
                  <a:lnTo>
                    <a:pt x="698017" y="66675"/>
                  </a:lnTo>
                  <a:lnTo>
                    <a:pt x="698017" y="0"/>
                  </a:lnTo>
                  <a:close/>
                </a:path>
                <a:path w="838835" h="254000">
                  <a:moveTo>
                    <a:pt x="195491" y="226695"/>
                  </a:moveTo>
                  <a:lnTo>
                    <a:pt x="189141" y="246634"/>
                  </a:lnTo>
                  <a:lnTo>
                    <a:pt x="195376" y="249047"/>
                  </a:lnTo>
                  <a:lnTo>
                    <a:pt x="201853" y="250825"/>
                  </a:lnTo>
                  <a:lnTo>
                    <a:pt x="208584" y="251968"/>
                  </a:lnTo>
                  <a:lnTo>
                    <a:pt x="215315" y="253238"/>
                  </a:lnTo>
                  <a:lnTo>
                    <a:pt x="222910" y="253746"/>
                  </a:lnTo>
                  <a:lnTo>
                    <a:pt x="240296" y="253746"/>
                  </a:lnTo>
                  <a:lnTo>
                    <a:pt x="280263" y="235839"/>
                  </a:lnTo>
                  <a:lnTo>
                    <a:pt x="282634" y="232410"/>
                  </a:lnTo>
                  <a:lnTo>
                    <a:pt x="224015" y="232410"/>
                  </a:lnTo>
                  <a:lnTo>
                    <a:pt x="217792" y="231775"/>
                  </a:lnTo>
                  <a:lnTo>
                    <a:pt x="212836" y="230759"/>
                  </a:lnTo>
                  <a:lnTo>
                    <a:pt x="201066" y="228092"/>
                  </a:lnTo>
                  <a:lnTo>
                    <a:pt x="195491" y="226695"/>
                  </a:lnTo>
                  <a:close/>
                </a:path>
                <a:path w="838835" h="254000">
                  <a:moveTo>
                    <a:pt x="291604" y="188341"/>
                  </a:moveTo>
                  <a:lnTo>
                    <a:pt x="265785" y="188341"/>
                  </a:lnTo>
                  <a:lnTo>
                    <a:pt x="265785" y="204343"/>
                  </a:lnTo>
                  <a:lnTo>
                    <a:pt x="264883" y="210058"/>
                  </a:lnTo>
                  <a:lnTo>
                    <a:pt x="261277" y="218948"/>
                  </a:lnTo>
                  <a:lnTo>
                    <a:pt x="258838" y="222504"/>
                  </a:lnTo>
                  <a:lnTo>
                    <a:pt x="252628" y="227838"/>
                  </a:lnTo>
                  <a:lnTo>
                    <a:pt x="248699" y="229870"/>
                  </a:lnTo>
                  <a:lnTo>
                    <a:pt x="248412" y="229870"/>
                  </a:lnTo>
                  <a:lnTo>
                    <a:pt x="244678" y="230759"/>
                  </a:lnTo>
                  <a:lnTo>
                    <a:pt x="240411" y="231902"/>
                  </a:lnTo>
                  <a:lnTo>
                    <a:pt x="235813" y="232410"/>
                  </a:lnTo>
                  <a:lnTo>
                    <a:pt x="282634" y="232410"/>
                  </a:lnTo>
                  <a:lnTo>
                    <a:pt x="291501" y="198247"/>
                  </a:lnTo>
                  <a:lnTo>
                    <a:pt x="291604" y="188341"/>
                  </a:lnTo>
                  <a:close/>
                </a:path>
                <a:path w="838835" h="254000">
                  <a:moveTo>
                    <a:pt x="247357" y="61595"/>
                  </a:moveTo>
                  <a:lnTo>
                    <a:pt x="240626" y="61595"/>
                  </a:lnTo>
                  <a:lnTo>
                    <a:pt x="232413" y="61930"/>
                  </a:lnTo>
                  <a:lnTo>
                    <a:pt x="196710" y="75565"/>
                  </a:lnTo>
                  <a:lnTo>
                    <a:pt x="179535" y="110791"/>
                  </a:lnTo>
                  <a:lnTo>
                    <a:pt x="177660" y="132079"/>
                  </a:lnTo>
                  <a:lnTo>
                    <a:pt x="178488" y="146988"/>
                  </a:lnTo>
                  <a:lnTo>
                    <a:pt x="198511" y="188549"/>
                  </a:lnTo>
                  <a:lnTo>
                    <a:pt x="233133" y="198247"/>
                  </a:lnTo>
                  <a:lnTo>
                    <a:pt x="240385" y="198247"/>
                  </a:lnTo>
                  <a:lnTo>
                    <a:pt x="246900" y="197358"/>
                  </a:lnTo>
                  <a:lnTo>
                    <a:pt x="258495" y="193548"/>
                  </a:lnTo>
                  <a:lnTo>
                    <a:pt x="262851" y="191135"/>
                  </a:lnTo>
                  <a:lnTo>
                    <a:pt x="265785" y="188341"/>
                  </a:lnTo>
                  <a:lnTo>
                    <a:pt x="291604" y="188341"/>
                  </a:lnTo>
                  <a:lnTo>
                    <a:pt x="291604" y="177165"/>
                  </a:lnTo>
                  <a:lnTo>
                    <a:pt x="231571" y="177165"/>
                  </a:lnTo>
                  <a:lnTo>
                    <a:pt x="225882" y="176022"/>
                  </a:lnTo>
                  <a:lnTo>
                    <a:pt x="221551" y="173482"/>
                  </a:lnTo>
                  <a:lnTo>
                    <a:pt x="217220" y="171069"/>
                  </a:lnTo>
                  <a:lnTo>
                    <a:pt x="213766" y="167767"/>
                  </a:lnTo>
                  <a:lnTo>
                    <a:pt x="208610" y="159385"/>
                  </a:lnTo>
                  <a:lnTo>
                    <a:pt x="206806" y="154559"/>
                  </a:lnTo>
                  <a:lnTo>
                    <a:pt x="204736" y="143764"/>
                  </a:lnTo>
                  <a:lnTo>
                    <a:pt x="204216" y="138049"/>
                  </a:lnTo>
                  <a:lnTo>
                    <a:pt x="204216" y="132079"/>
                  </a:lnTo>
                  <a:lnTo>
                    <a:pt x="213410" y="93852"/>
                  </a:lnTo>
                  <a:lnTo>
                    <a:pt x="243116" y="82550"/>
                  </a:lnTo>
                  <a:lnTo>
                    <a:pt x="291604" y="82550"/>
                  </a:lnTo>
                  <a:lnTo>
                    <a:pt x="291604" y="68834"/>
                  </a:lnTo>
                  <a:lnTo>
                    <a:pt x="270014" y="68834"/>
                  </a:lnTo>
                  <a:lnTo>
                    <a:pt x="267373" y="67183"/>
                  </a:lnTo>
                  <a:lnTo>
                    <a:pt x="263499" y="65532"/>
                  </a:lnTo>
                  <a:lnTo>
                    <a:pt x="258381" y="64008"/>
                  </a:lnTo>
                  <a:lnTo>
                    <a:pt x="253276" y="62357"/>
                  </a:lnTo>
                  <a:lnTo>
                    <a:pt x="247357" y="61595"/>
                  </a:lnTo>
                  <a:close/>
                </a:path>
                <a:path w="838835" h="254000">
                  <a:moveTo>
                    <a:pt x="291604" y="82550"/>
                  </a:moveTo>
                  <a:lnTo>
                    <a:pt x="247624" y="82550"/>
                  </a:lnTo>
                  <a:lnTo>
                    <a:pt x="252383" y="83262"/>
                  </a:lnTo>
                  <a:lnTo>
                    <a:pt x="252085" y="83262"/>
                  </a:lnTo>
                  <a:lnTo>
                    <a:pt x="255828" y="84582"/>
                  </a:lnTo>
                  <a:lnTo>
                    <a:pt x="259791" y="85851"/>
                  </a:lnTo>
                  <a:lnTo>
                    <a:pt x="263105" y="87122"/>
                  </a:lnTo>
                  <a:lnTo>
                    <a:pt x="265785" y="88392"/>
                  </a:lnTo>
                  <a:lnTo>
                    <a:pt x="265785" y="168528"/>
                  </a:lnTo>
                  <a:lnTo>
                    <a:pt x="261797" y="171069"/>
                  </a:lnTo>
                  <a:lnTo>
                    <a:pt x="257619" y="173100"/>
                  </a:lnTo>
                  <a:lnTo>
                    <a:pt x="248869" y="176402"/>
                  </a:lnTo>
                  <a:lnTo>
                    <a:pt x="243992" y="177165"/>
                  </a:lnTo>
                  <a:lnTo>
                    <a:pt x="291604" y="177165"/>
                  </a:lnTo>
                  <a:lnTo>
                    <a:pt x="291604" y="82550"/>
                  </a:lnTo>
                  <a:close/>
                </a:path>
                <a:path w="838835" h="254000">
                  <a:moveTo>
                    <a:pt x="291604" y="64648"/>
                  </a:moveTo>
                  <a:lnTo>
                    <a:pt x="271181" y="64648"/>
                  </a:lnTo>
                  <a:lnTo>
                    <a:pt x="270014" y="68834"/>
                  </a:lnTo>
                  <a:lnTo>
                    <a:pt x="291604" y="68834"/>
                  </a:lnTo>
                  <a:lnTo>
                    <a:pt x="291604" y="64648"/>
                  </a:lnTo>
                  <a:close/>
                </a:path>
                <a:path w="838835" h="254000">
                  <a:moveTo>
                    <a:pt x="376567" y="61595"/>
                  </a:moveTo>
                  <a:lnTo>
                    <a:pt x="339496" y="70971"/>
                  </a:lnTo>
                  <a:lnTo>
                    <a:pt x="317268" y="113111"/>
                  </a:lnTo>
                  <a:lnTo>
                    <a:pt x="316344" y="129159"/>
                  </a:lnTo>
                  <a:lnTo>
                    <a:pt x="316537" y="137542"/>
                  </a:lnTo>
                  <a:lnTo>
                    <a:pt x="324942" y="175133"/>
                  </a:lnTo>
                  <a:lnTo>
                    <a:pt x="361554" y="197199"/>
                  </a:lnTo>
                  <a:lnTo>
                    <a:pt x="377063" y="198247"/>
                  </a:lnTo>
                  <a:lnTo>
                    <a:pt x="381952" y="198247"/>
                  </a:lnTo>
                  <a:lnTo>
                    <a:pt x="421551" y="188595"/>
                  </a:lnTo>
                  <a:lnTo>
                    <a:pt x="428040" y="184530"/>
                  </a:lnTo>
                  <a:lnTo>
                    <a:pt x="425202" y="176911"/>
                  </a:lnTo>
                  <a:lnTo>
                    <a:pt x="370052" y="176911"/>
                  </a:lnTo>
                  <a:lnTo>
                    <a:pt x="362178" y="175133"/>
                  </a:lnTo>
                  <a:lnTo>
                    <a:pt x="342900" y="143128"/>
                  </a:lnTo>
                  <a:lnTo>
                    <a:pt x="342900" y="137795"/>
                  </a:lnTo>
                  <a:lnTo>
                    <a:pt x="429793" y="137795"/>
                  </a:lnTo>
                  <a:lnTo>
                    <a:pt x="429793" y="117348"/>
                  </a:lnTo>
                  <a:lnTo>
                    <a:pt x="342900" y="117348"/>
                  </a:lnTo>
                  <a:lnTo>
                    <a:pt x="343039" y="116840"/>
                  </a:lnTo>
                  <a:lnTo>
                    <a:pt x="343124" y="116204"/>
                  </a:lnTo>
                  <a:lnTo>
                    <a:pt x="343192" y="115697"/>
                  </a:lnTo>
                  <a:lnTo>
                    <a:pt x="343402" y="113111"/>
                  </a:lnTo>
                  <a:lnTo>
                    <a:pt x="343522" y="111633"/>
                  </a:lnTo>
                  <a:lnTo>
                    <a:pt x="343725" y="110109"/>
                  </a:lnTo>
                  <a:lnTo>
                    <a:pt x="366687" y="82296"/>
                  </a:lnTo>
                  <a:lnTo>
                    <a:pt x="421290" y="82296"/>
                  </a:lnTo>
                  <a:lnTo>
                    <a:pt x="419734" y="80010"/>
                  </a:lnTo>
                  <a:lnTo>
                    <a:pt x="384340" y="61904"/>
                  </a:lnTo>
                  <a:lnTo>
                    <a:pt x="376567" y="61595"/>
                  </a:lnTo>
                  <a:close/>
                </a:path>
                <a:path w="838835" h="254000">
                  <a:moveTo>
                    <a:pt x="421322" y="166497"/>
                  </a:moveTo>
                  <a:lnTo>
                    <a:pt x="415620" y="169164"/>
                  </a:lnTo>
                  <a:lnTo>
                    <a:pt x="409113" y="171703"/>
                  </a:lnTo>
                  <a:lnTo>
                    <a:pt x="396405" y="175895"/>
                  </a:lnTo>
                  <a:lnTo>
                    <a:pt x="388772" y="176911"/>
                  </a:lnTo>
                  <a:lnTo>
                    <a:pt x="425202" y="176911"/>
                  </a:lnTo>
                  <a:lnTo>
                    <a:pt x="421322" y="166497"/>
                  </a:lnTo>
                  <a:close/>
                </a:path>
                <a:path w="838835" h="254000">
                  <a:moveTo>
                    <a:pt x="421290" y="82296"/>
                  </a:moveTo>
                  <a:lnTo>
                    <a:pt x="384771" y="82296"/>
                  </a:lnTo>
                  <a:lnTo>
                    <a:pt x="391274" y="84963"/>
                  </a:lnTo>
                  <a:lnTo>
                    <a:pt x="396062" y="90170"/>
                  </a:lnTo>
                  <a:lnTo>
                    <a:pt x="403141" y="115697"/>
                  </a:lnTo>
                  <a:lnTo>
                    <a:pt x="403225" y="117348"/>
                  </a:lnTo>
                  <a:lnTo>
                    <a:pt x="429793" y="117348"/>
                  </a:lnTo>
                  <a:lnTo>
                    <a:pt x="429751" y="115697"/>
                  </a:lnTo>
                  <a:lnTo>
                    <a:pt x="429536" y="113111"/>
                  </a:lnTo>
                  <a:lnTo>
                    <a:pt x="429413" y="111633"/>
                  </a:lnTo>
                  <a:lnTo>
                    <a:pt x="429286" y="110109"/>
                  </a:lnTo>
                  <a:lnTo>
                    <a:pt x="423710" y="85851"/>
                  </a:lnTo>
                  <a:lnTo>
                    <a:pt x="421290" y="82296"/>
                  </a:lnTo>
                  <a:close/>
                </a:path>
                <a:path w="838835" h="254000">
                  <a:moveTo>
                    <a:pt x="476275" y="64648"/>
                  </a:moveTo>
                  <a:lnTo>
                    <a:pt x="451904" y="64648"/>
                  </a:lnTo>
                  <a:lnTo>
                    <a:pt x="452953" y="83566"/>
                  </a:lnTo>
                  <a:lnTo>
                    <a:pt x="453003" y="84454"/>
                  </a:lnTo>
                  <a:lnTo>
                    <a:pt x="453130" y="86741"/>
                  </a:lnTo>
                  <a:lnTo>
                    <a:pt x="453158" y="87249"/>
                  </a:lnTo>
                  <a:lnTo>
                    <a:pt x="453270" y="89280"/>
                  </a:lnTo>
                  <a:lnTo>
                    <a:pt x="453383" y="91313"/>
                  </a:lnTo>
                  <a:lnTo>
                    <a:pt x="453475" y="92964"/>
                  </a:lnTo>
                  <a:lnTo>
                    <a:pt x="453566" y="94615"/>
                  </a:lnTo>
                  <a:lnTo>
                    <a:pt x="453693" y="96900"/>
                  </a:lnTo>
                  <a:lnTo>
                    <a:pt x="453778" y="98425"/>
                  </a:lnTo>
                  <a:lnTo>
                    <a:pt x="453897" y="195199"/>
                  </a:lnTo>
                  <a:lnTo>
                    <a:pt x="479958" y="195199"/>
                  </a:lnTo>
                  <a:lnTo>
                    <a:pt x="479958" y="95123"/>
                  </a:lnTo>
                  <a:lnTo>
                    <a:pt x="480606" y="94615"/>
                  </a:lnTo>
                  <a:lnTo>
                    <a:pt x="481660" y="93852"/>
                  </a:lnTo>
                  <a:lnTo>
                    <a:pt x="483133" y="92964"/>
                  </a:lnTo>
                  <a:lnTo>
                    <a:pt x="484593" y="92201"/>
                  </a:lnTo>
                  <a:lnTo>
                    <a:pt x="486206" y="91313"/>
                  </a:lnTo>
                  <a:lnTo>
                    <a:pt x="487934" y="90550"/>
                  </a:lnTo>
                  <a:lnTo>
                    <a:pt x="492188" y="88392"/>
                  </a:lnTo>
                  <a:lnTo>
                    <a:pt x="496481" y="86741"/>
                  </a:lnTo>
                  <a:lnTo>
                    <a:pt x="505155" y="84200"/>
                  </a:lnTo>
                  <a:lnTo>
                    <a:pt x="509498" y="83566"/>
                  </a:lnTo>
                  <a:lnTo>
                    <a:pt x="559665" y="83566"/>
                  </a:lnTo>
                  <a:lnTo>
                    <a:pt x="557771" y="79121"/>
                  </a:lnTo>
                  <a:lnTo>
                    <a:pt x="555041" y="75565"/>
                  </a:lnTo>
                  <a:lnTo>
                    <a:pt x="476884" y="75565"/>
                  </a:lnTo>
                  <a:lnTo>
                    <a:pt x="476693" y="72136"/>
                  </a:lnTo>
                  <a:lnTo>
                    <a:pt x="476601" y="70485"/>
                  </a:lnTo>
                  <a:lnTo>
                    <a:pt x="476530" y="69215"/>
                  </a:lnTo>
                  <a:lnTo>
                    <a:pt x="476410" y="67055"/>
                  </a:lnTo>
                  <a:lnTo>
                    <a:pt x="476296" y="65024"/>
                  </a:lnTo>
                  <a:lnTo>
                    <a:pt x="476275" y="64648"/>
                  </a:lnTo>
                  <a:close/>
                </a:path>
                <a:path w="838835" h="254000">
                  <a:moveTo>
                    <a:pt x="559665" y="83566"/>
                  </a:moveTo>
                  <a:lnTo>
                    <a:pt x="519087" y="83566"/>
                  </a:lnTo>
                  <a:lnTo>
                    <a:pt x="523201" y="84200"/>
                  </a:lnTo>
                  <a:lnTo>
                    <a:pt x="529234" y="87249"/>
                  </a:lnTo>
                  <a:lnTo>
                    <a:pt x="537286" y="111251"/>
                  </a:lnTo>
                  <a:lnTo>
                    <a:pt x="537286" y="195199"/>
                  </a:lnTo>
                  <a:lnTo>
                    <a:pt x="563105" y="195199"/>
                  </a:lnTo>
                  <a:lnTo>
                    <a:pt x="563105" y="104013"/>
                  </a:lnTo>
                  <a:lnTo>
                    <a:pt x="562495" y="96900"/>
                  </a:lnTo>
                  <a:lnTo>
                    <a:pt x="560044" y="84454"/>
                  </a:lnTo>
                  <a:lnTo>
                    <a:pt x="559665" y="83566"/>
                  </a:lnTo>
                  <a:close/>
                </a:path>
                <a:path w="838835" h="254000">
                  <a:moveTo>
                    <a:pt x="527900" y="61595"/>
                  </a:moveTo>
                  <a:lnTo>
                    <a:pt x="519112" y="61595"/>
                  </a:lnTo>
                  <a:lnTo>
                    <a:pt x="512175" y="61930"/>
                  </a:lnTo>
                  <a:lnTo>
                    <a:pt x="476884" y="75565"/>
                  </a:lnTo>
                  <a:lnTo>
                    <a:pt x="555041" y="75565"/>
                  </a:lnTo>
                  <a:lnTo>
                    <a:pt x="551141" y="70485"/>
                  </a:lnTo>
                  <a:lnTo>
                    <a:pt x="546620" y="67183"/>
                  </a:lnTo>
                  <a:lnTo>
                    <a:pt x="540893" y="65024"/>
                  </a:lnTo>
                  <a:lnTo>
                    <a:pt x="535165" y="62738"/>
                  </a:lnTo>
                  <a:lnTo>
                    <a:pt x="527900" y="61595"/>
                  </a:lnTo>
                  <a:close/>
                </a:path>
                <a:path w="838835" h="254000">
                  <a:moveTo>
                    <a:pt x="101257" y="9525"/>
                  </a:moveTo>
                  <a:lnTo>
                    <a:pt x="66598" y="9525"/>
                  </a:lnTo>
                  <a:lnTo>
                    <a:pt x="0" y="195199"/>
                  </a:lnTo>
                  <a:lnTo>
                    <a:pt x="27063" y="195199"/>
                  </a:lnTo>
                  <a:lnTo>
                    <a:pt x="45783" y="142367"/>
                  </a:lnTo>
                  <a:lnTo>
                    <a:pt x="149460" y="142367"/>
                  </a:lnTo>
                  <a:lnTo>
                    <a:pt x="141118" y="119379"/>
                  </a:lnTo>
                  <a:lnTo>
                    <a:pt x="52527" y="119379"/>
                  </a:lnTo>
                  <a:lnTo>
                    <a:pt x="83680" y="33147"/>
                  </a:lnTo>
                  <a:lnTo>
                    <a:pt x="109828" y="33147"/>
                  </a:lnTo>
                  <a:lnTo>
                    <a:pt x="101257" y="9525"/>
                  </a:lnTo>
                  <a:close/>
                </a:path>
                <a:path w="838835" h="254000">
                  <a:moveTo>
                    <a:pt x="149460" y="142367"/>
                  </a:moveTo>
                  <a:lnTo>
                    <a:pt x="122072" y="142367"/>
                  </a:lnTo>
                  <a:lnTo>
                    <a:pt x="141300" y="195199"/>
                  </a:lnTo>
                  <a:lnTo>
                    <a:pt x="168630" y="195199"/>
                  </a:lnTo>
                  <a:lnTo>
                    <a:pt x="149460" y="142367"/>
                  </a:lnTo>
                  <a:close/>
                </a:path>
                <a:path w="838835" h="254000">
                  <a:moveTo>
                    <a:pt x="109828" y="33147"/>
                  </a:moveTo>
                  <a:lnTo>
                    <a:pt x="83680" y="33147"/>
                  </a:lnTo>
                  <a:lnTo>
                    <a:pt x="115100" y="119379"/>
                  </a:lnTo>
                  <a:lnTo>
                    <a:pt x="141118" y="119379"/>
                  </a:lnTo>
                  <a:lnTo>
                    <a:pt x="109828" y="33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1892" y="614526"/>
            <a:ext cx="6712584" cy="408432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600" spc="-170">
                <a:latin typeface="Arial MT"/>
                <a:cs typeface="Arial MT"/>
              </a:rPr>
              <a:t>Background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10">
                <a:latin typeface="Arial MT"/>
                <a:cs typeface="Arial MT"/>
              </a:rPr>
              <a:t>UNECE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R155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enactment</a:t>
            </a: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600" spc="-155">
                <a:latin typeface="Arial MT"/>
                <a:cs typeface="Arial MT"/>
              </a:rPr>
              <a:t>Understanding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System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(CSMS)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ISO/SAE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75">
                <a:latin typeface="Arial MT"/>
                <a:cs typeface="Arial MT"/>
              </a:rPr>
              <a:t>21434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50">
                <a:latin typeface="Arial MT"/>
                <a:cs typeface="Arial MT"/>
              </a:rPr>
              <a:t>Organizational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Management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[Clause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5]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40">
                <a:latin typeface="Arial MT"/>
                <a:cs typeface="Arial MT"/>
              </a:rPr>
              <a:t>Project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Dependent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[Clause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6]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40">
                <a:latin typeface="Arial MT"/>
                <a:cs typeface="Arial MT"/>
              </a:rPr>
              <a:t>Distributed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Activities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[Clause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7]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65">
                <a:latin typeface="Arial MT"/>
                <a:cs typeface="Arial MT"/>
              </a:rPr>
              <a:t>Concept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[Clause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9]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55">
                <a:latin typeface="Arial MT"/>
                <a:cs typeface="Arial MT"/>
              </a:rPr>
              <a:t>Product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[Clause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10]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Validation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[Clause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11]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55">
                <a:latin typeface="Arial MT"/>
                <a:cs typeface="Arial MT"/>
              </a:rPr>
              <a:t>Production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[Clause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12]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60">
                <a:latin typeface="Arial MT"/>
                <a:cs typeface="Arial MT"/>
              </a:rPr>
              <a:t>Operations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Maintenance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[Clause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13]</a:t>
            </a:r>
            <a:endParaRPr sz="16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1600" spc="-180">
                <a:latin typeface="Arial MT"/>
                <a:cs typeface="Arial MT"/>
              </a:rPr>
              <a:t>End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Support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Decommissioning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[Clause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14]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0483" y="4049267"/>
            <a:ext cx="2723387" cy="181660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0"/>
            <a:ext cx="9906000" cy="6842759"/>
            <a:chOff x="0" y="0"/>
            <a:chExt cx="9906000" cy="684275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0031" y="6452614"/>
              <a:ext cx="484631" cy="3901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115" y="6416517"/>
              <a:ext cx="530273" cy="26269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120" y="162305"/>
              <a:ext cx="2322690" cy="2540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7600" y="914527"/>
              <a:ext cx="6791356" cy="4999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1168" y="2722280"/>
              <a:ext cx="6294120" cy="218941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81242" y="1983867"/>
              <a:ext cx="3384199" cy="91224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3510" y="1423669"/>
              <a:ext cx="4130196" cy="122720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96100" y="2795016"/>
              <a:ext cx="2217420" cy="109423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5003" y="4581144"/>
              <a:ext cx="3601212" cy="205435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42663" y="1246377"/>
              <a:ext cx="3851783" cy="10107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117" y="162305"/>
              <a:ext cx="1528927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740486"/>
            <a:ext cx="49580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0">
                <a:latin typeface="Arial MT"/>
                <a:cs typeface="Arial MT"/>
              </a:rPr>
              <a:t>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risks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threaten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autonomous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connected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vehicles.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1892" y="1339977"/>
            <a:ext cx="3413760" cy="2660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61440">
              <a:lnSpc>
                <a:spcPct val="120100"/>
              </a:lnSpc>
              <a:spcBef>
                <a:spcPts val="95"/>
              </a:spcBef>
            </a:pPr>
            <a:r>
              <a:rPr dirty="0" sz="1200" spc="-110">
                <a:latin typeface="Arial MT"/>
                <a:cs typeface="Arial MT"/>
              </a:rPr>
              <a:t>Attacks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Smart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Remote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Keys </a:t>
            </a:r>
            <a:r>
              <a:rPr dirty="0" sz="1200" spc="-110">
                <a:latin typeface="Arial MT"/>
                <a:cs typeface="Arial MT"/>
              </a:rPr>
              <a:t>Attacks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Cloud-</a:t>
            </a:r>
            <a:r>
              <a:rPr dirty="0" sz="1200" spc="-130">
                <a:latin typeface="Arial MT"/>
                <a:cs typeface="Arial MT"/>
              </a:rPr>
              <a:t>Based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Networks </a:t>
            </a:r>
            <a:r>
              <a:rPr dirty="0" sz="1200" spc="-125">
                <a:latin typeface="Arial MT"/>
                <a:cs typeface="Arial MT"/>
              </a:rPr>
              <a:t>Malware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Attacks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–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Software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Security </a:t>
            </a:r>
            <a:r>
              <a:rPr dirty="0" sz="1200" spc="-10">
                <a:latin typeface="Arial MT"/>
                <a:cs typeface="Arial MT"/>
              </a:rPr>
              <a:t>Sensors</a:t>
            </a:r>
            <a:endParaRPr sz="1200">
              <a:latin typeface="Arial MT"/>
              <a:cs typeface="Arial MT"/>
            </a:endParaRPr>
          </a:p>
          <a:p>
            <a:pPr marL="158750" indent="-76200">
              <a:lnSpc>
                <a:spcPct val="100000"/>
              </a:lnSpc>
              <a:spcBef>
                <a:spcPts val="290"/>
              </a:spcBef>
              <a:buChar char="-"/>
              <a:tabLst>
                <a:tab pos="158750" algn="l"/>
              </a:tabLst>
            </a:pPr>
            <a:r>
              <a:rPr dirty="0" sz="1200" spc="-165">
                <a:latin typeface="Arial MT"/>
                <a:cs typeface="Arial MT"/>
              </a:rPr>
              <a:t>GPS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/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LiDAR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800" spc="-70">
                <a:latin typeface="Arial MT"/>
                <a:cs typeface="Arial MT"/>
              </a:rPr>
              <a:t>(Light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80">
                <a:latin typeface="Arial MT"/>
                <a:cs typeface="Arial MT"/>
              </a:rPr>
              <a:t>Detection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95">
                <a:latin typeface="Arial MT"/>
                <a:cs typeface="Arial MT"/>
              </a:rPr>
              <a:t>and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85">
                <a:latin typeface="Arial MT"/>
                <a:cs typeface="Arial MT"/>
              </a:rPr>
              <a:t>Ranging)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/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45">
                <a:latin typeface="Arial MT"/>
                <a:cs typeface="Arial MT"/>
              </a:rPr>
              <a:t>IMU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800" spc="-65">
                <a:latin typeface="Arial MT"/>
                <a:cs typeface="Arial MT"/>
              </a:rPr>
              <a:t>(Inertial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95">
                <a:latin typeface="Arial MT"/>
                <a:cs typeface="Arial MT"/>
              </a:rPr>
              <a:t>Measurement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Unit)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14">
                <a:latin typeface="Arial MT"/>
                <a:cs typeface="Arial MT"/>
              </a:rPr>
              <a:t>Network</a:t>
            </a:r>
            <a:r>
              <a:rPr dirty="0" sz="1200" spc="-1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Attacks</a:t>
            </a:r>
            <a:endParaRPr sz="1200">
              <a:latin typeface="Arial MT"/>
              <a:cs typeface="Arial MT"/>
            </a:endParaRPr>
          </a:p>
          <a:p>
            <a:pPr marL="158750" indent="-76200">
              <a:lnSpc>
                <a:spcPct val="100000"/>
              </a:lnSpc>
              <a:spcBef>
                <a:spcPts val="285"/>
              </a:spcBef>
              <a:buChar char="-"/>
              <a:tabLst>
                <a:tab pos="158750" algn="l"/>
              </a:tabLst>
            </a:pPr>
            <a:r>
              <a:rPr dirty="0" sz="1200" spc="-145">
                <a:latin typeface="Arial MT"/>
                <a:cs typeface="Arial MT"/>
              </a:rPr>
              <a:t>V2X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Network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Attack</a:t>
            </a:r>
            <a:endParaRPr sz="1200">
              <a:latin typeface="Arial MT"/>
              <a:cs typeface="Arial MT"/>
            </a:endParaRPr>
          </a:p>
          <a:p>
            <a:pPr marL="158750" indent="-76200">
              <a:lnSpc>
                <a:spcPct val="100000"/>
              </a:lnSpc>
              <a:spcBef>
                <a:spcPts val="290"/>
              </a:spcBef>
              <a:buChar char="-"/>
              <a:tabLst>
                <a:tab pos="158750" algn="l"/>
              </a:tabLst>
            </a:pPr>
            <a:r>
              <a:rPr dirty="0" sz="1200" spc="-145">
                <a:latin typeface="Arial MT"/>
                <a:cs typeface="Arial MT"/>
              </a:rPr>
              <a:t>V2V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Network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Attack</a:t>
            </a:r>
            <a:endParaRPr sz="1200">
              <a:latin typeface="Arial MT"/>
              <a:cs typeface="Arial MT"/>
            </a:endParaRPr>
          </a:p>
          <a:p>
            <a:pPr marL="158750" indent="-76200">
              <a:lnSpc>
                <a:spcPct val="100000"/>
              </a:lnSpc>
              <a:spcBef>
                <a:spcPts val="290"/>
              </a:spcBef>
              <a:buChar char="-"/>
              <a:tabLst>
                <a:tab pos="158750" algn="l"/>
              </a:tabLst>
            </a:pPr>
            <a:r>
              <a:rPr dirty="0" sz="1200" spc="-110">
                <a:latin typeface="Arial MT"/>
                <a:cs typeface="Arial MT"/>
              </a:rPr>
              <a:t>V2I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Network</a:t>
            </a:r>
            <a:r>
              <a:rPr dirty="0" sz="1200" spc="-1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Attack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145">
                <a:latin typeface="Arial MT"/>
                <a:cs typeface="Arial MT"/>
              </a:rPr>
              <a:t>APT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800" spc="-90">
                <a:latin typeface="Arial MT"/>
                <a:cs typeface="Arial MT"/>
              </a:rPr>
              <a:t>(Advanced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80">
                <a:latin typeface="Arial MT"/>
                <a:cs typeface="Arial MT"/>
              </a:rPr>
              <a:t>Persistent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75">
                <a:latin typeface="Arial MT"/>
                <a:cs typeface="Arial MT"/>
              </a:rPr>
              <a:t>Threat)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Attack</a:t>
            </a:r>
            <a:endParaRPr sz="1200">
              <a:latin typeface="Arial MT"/>
              <a:cs typeface="Arial MT"/>
            </a:endParaRPr>
          </a:p>
          <a:p>
            <a:pPr marL="158750" indent="-76200">
              <a:lnSpc>
                <a:spcPct val="100000"/>
              </a:lnSpc>
              <a:spcBef>
                <a:spcPts val="290"/>
              </a:spcBef>
              <a:buChar char="-"/>
              <a:tabLst>
                <a:tab pos="158750" algn="l"/>
              </a:tabLst>
            </a:pPr>
            <a:r>
              <a:rPr dirty="0" sz="1200" spc="-114">
                <a:latin typeface="Arial MT"/>
                <a:cs typeface="Arial MT"/>
              </a:rPr>
              <a:t>Engine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Control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Unit</a:t>
            </a:r>
            <a:endParaRPr sz="1200">
              <a:latin typeface="Arial MT"/>
              <a:cs typeface="Arial MT"/>
            </a:endParaRPr>
          </a:p>
          <a:p>
            <a:pPr marL="158750" indent="-76200">
              <a:lnSpc>
                <a:spcPct val="100000"/>
              </a:lnSpc>
              <a:spcBef>
                <a:spcPts val="290"/>
              </a:spcBef>
              <a:buChar char="-"/>
              <a:tabLst>
                <a:tab pos="158750" algn="l"/>
              </a:tabLst>
            </a:pPr>
            <a:r>
              <a:rPr dirty="0" sz="1200" spc="-170">
                <a:latin typeface="Arial MT"/>
                <a:cs typeface="Arial MT"/>
              </a:rPr>
              <a:t>OBD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Port-</a:t>
            </a:r>
            <a:r>
              <a:rPr dirty="0" sz="1200" spc="-125">
                <a:latin typeface="Arial MT"/>
                <a:cs typeface="Arial MT"/>
              </a:rPr>
              <a:t>based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attack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1892" y="5434990"/>
            <a:ext cx="61652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Malicious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code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exploits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cause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real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physical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harm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car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passenger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users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3313" y="1429266"/>
            <a:ext cx="5864214" cy="224745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4000" y="3933444"/>
            <a:ext cx="771144" cy="1106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3603510" cy="2540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1892" y="740486"/>
            <a:ext cx="6492875" cy="269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80" b="1">
                <a:latin typeface="Arial"/>
                <a:cs typeface="Arial"/>
              </a:rPr>
              <a:t>The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90" b="1">
                <a:latin typeface="Arial"/>
                <a:cs typeface="Arial"/>
              </a:rPr>
              <a:t>number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of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55" b="1">
                <a:latin typeface="Arial"/>
                <a:cs typeface="Arial"/>
              </a:rPr>
              <a:t>cyber-attacks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185" b="1">
                <a:latin typeface="Arial"/>
                <a:cs typeface="Arial"/>
              </a:rPr>
              <a:t>on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70" b="1">
                <a:latin typeface="Arial"/>
                <a:cs typeface="Arial"/>
              </a:rPr>
              <a:t>smart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mobility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70" b="1">
                <a:latin typeface="Arial"/>
                <a:cs typeface="Arial"/>
              </a:rPr>
              <a:t>has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increased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180" b="1">
                <a:latin typeface="Arial"/>
                <a:cs typeface="Arial"/>
              </a:rPr>
              <a:t>by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70" b="1">
                <a:latin typeface="Arial"/>
                <a:cs typeface="Arial"/>
              </a:rPr>
              <a:t>7x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within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3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75" b="1">
                <a:latin typeface="Arial"/>
                <a:cs typeface="Arial"/>
              </a:rPr>
              <a:t>years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731" y="1589475"/>
            <a:ext cx="6190257" cy="378414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18369" y="1842018"/>
            <a:ext cx="2478617" cy="147243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04039" y="3505539"/>
            <a:ext cx="2283142" cy="125729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02030" y="5040137"/>
            <a:ext cx="2686854" cy="9529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2555506" cy="25374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85539" y="162560"/>
              <a:ext cx="2601749" cy="197993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51892" y="614526"/>
            <a:ext cx="9167495" cy="274891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Enactment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background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10">
                <a:latin typeface="Arial MT"/>
                <a:cs typeface="Arial MT"/>
              </a:rPr>
              <a:t>UNECE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15">
                <a:latin typeface="Arial MT"/>
                <a:cs typeface="Arial MT"/>
              </a:rPr>
              <a:t>WP.29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R155</a:t>
            </a:r>
            <a:endParaRPr sz="1600">
              <a:latin typeface="Arial MT"/>
              <a:cs typeface="Arial MT"/>
            </a:endParaRPr>
          </a:p>
          <a:p>
            <a:pPr lvl="1" marL="646430" marR="5080" indent="-17716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0">
                <a:latin typeface="Arial MT"/>
                <a:cs typeface="Arial MT"/>
              </a:rPr>
              <a:t>As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electronic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control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devices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increase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automobiles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connected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communication,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vulnerabilities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threats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such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illegal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control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automobiles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infringement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privacy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have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been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increased.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damage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hacking,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such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cyber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attacks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automobiles,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lead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critical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impact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road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users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that's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why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5"/>
              </a:spcBef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25">
                <a:latin typeface="Arial MT"/>
                <a:cs typeface="Arial MT"/>
              </a:rPr>
              <a:t> essential.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600">
              <a:latin typeface="Arial MT"/>
              <a:cs typeface="Arial MT"/>
            </a:endParaRPr>
          </a:p>
          <a:p>
            <a:pPr marL="12700" marR="494030">
              <a:lnSpc>
                <a:spcPct val="120000"/>
              </a:lnSpc>
            </a:pPr>
            <a:r>
              <a:rPr dirty="0" sz="1600" spc="-200">
                <a:latin typeface="Arial MT"/>
                <a:cs typeface="Arial MT"/>
              </a:rPr>
              <a:t>UNECE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15">
                <a:latin typeface="Arial MT"/>
                <a:cs typeface="Arial MT"/>
              </a:rPr>
              <a:t>WP.29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R155,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first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international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standard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automobile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was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adopted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international </a:t>
            </a:r>
            <a:r>
              <a:rPr dirty="0" sz="1600" spc="-165">
                <a:latin typeface="Arial MT"/>
                <a:cs typeface="Arial MT"/>
              </a:rPr>
              <a:t>consensus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importance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car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cyber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Jan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2021.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7240" y="4005071"/>
            <a:ext cx="2951988" cy="168610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810158" y="5761126"/>
            <a:ext cx="28943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spc="-60" b="1">
                <a:latin typeface="Arial"/>
                <a:cs typeface="Arial"/>
              </a:rPr>
              <a:t>12</a:t>
            </a:r>
            <a:r>
              <a:rPr dirty="0" baseline="27777" sz="750" spc="-89" b="1">
                <a:latin typeface="Arial"/>
                <a:cs typeface="Arial"/>
              </a:rPr>
              <a:t>th</a:t>
            </a:r>
            <a:r>
              <a:rPr dirty="0" baseline="27777" sz="750" spc="75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UN,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spc="-80" b="1">
                <a:latin typeface="Arial"/>
                <a:cs typeface="Arial"/>
              </a:rPr>
              <a:t>Informal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90" b="1">
                <a:latin typeface="Arial"/>
                <a:cs typeface="Arial"/>
              </a:rPr>
              <a:t>Working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spc="-95" b="1">
                <a:latin typeface="Arial"/>
                <a:cs typeface="Arial"/>
              </a:rPr>
              <a:t>Group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spc="-95" b="1">
                <a:latin typeface="Arial"/>
                <a:cs typeface="Arial"/>
              </a:rPr>
              <a:t>on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Cybersecurity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spc="-110" b="1">
                <a:latin typeface="Arial"/>
                <a:cs typeface="Arial"/>
              </a:rPr>
              <a:t>&amp;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spc="-105" b="1">
                <a:latin typeface="Arial"/>
                <a:cs typeface="Arial"/>
              </a:rPr>
              <a:t>OTA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spc="-80" b="1">
                <a:latin typeface="Arial"/>
                <a:cs typeface="Arial"/>
              </a:rPr>
              <a:t>(2018,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Seoul)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28921" y="4434992"/>
            <a:ext cx="4498340" cy="119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600" spc="-135" i="1">
                <a:latin typeface="Arial"/>
                <a:cs typeface="Arial"/>
              </a:rPr>
              <a:t>In</a:t>
            </a:r>
            <a:r>
              <a:rPr dirty="0" sz="1600" spc="-60" i="1">
                <a:latin typeface="Arial"/>
                <a:cs typeface="Arial"/>
              </a:rPr>
              <a:t> </a:t>
            </a:r>
            <a:r>
              <a:rPr dirty="0" sz="1600" spc="-145" i="1">
                <a:latin typeface="Arial"/>
                <a:cs typeface="Arial"/>
              </a:rPr>
              <a:t>the</a:t>
            </a:r>
            <a:r>
              <a:rPr dirty="0" sz="1600" spc="-65" i="1">
                <a:latin typeface="Arial"/>
                <a:cs typeface="Arial"/>
              </a:rPr>
              <a:t> </a:t>
            </a:r>
            <a:r>
              <a:rPr dirty="0" sz="1600" spc="-170" i="1">
                <a:latin typeface="Arial"/>
                <a:cs typeface="Arial"/>
              </a:rPr>
              <a:t>European</a:t>
            </a:r>
            <a:r>
              <a:rPr dirty="0" sz="1600" spc="-90" i="1">
                <a:latin typeface="Arial"/>
                <a:cs typeface="Arial"/>
              </a:rPr>
              <a:t> </a:t>
            </a:r>
            <a:r>
              <a:rPr dirty="0" sz="1600" spc="-145" i="1">
                <a:latin typeface="Arial"/>
                <a:cs typeface="Arial"/>
              </a:rPr>
              <a:t>Union,</a:t>
            </a:r>
            <a:r>
              <a:rPr dirty="0" sz="1600" spc="-70" i="1">
                <a:latin typeface="Arial"/>
                <a:cs typeface="Arial"/>
              </a:rPr>
              <a:t> </a:t>
            </a:r>
            <a:r>
              <a:rPr dirty="0" sz="1600" spc="-145" i="1">
                <a:latin typeface="Arial"/>
                <a:cs typeface="Arial"/>
              </a:rPr>
              <a:t>the</a:t>
            </a:r>
            <a:r>
              <a:rPr dirty="0" sz="1600" spc="-65" i="1">
                <a:latin typeface="Arial"/>
                <a:cs typeface="Arial"/>
              </a:rPr>
              <a:t> </a:t>
            </a:r>
            <a:r>
              <a:rPr dirty="0" sz="1600" spc="-185" i="1">
                <a:latin typeface="Arial"/>
                <a:cs typeface="Arial"/>
              </a:rPr>
              <a:t>new</a:t>
            </a:r>
            <a:r>
              <a:rPr dirty="0" sz="1600" spc="-70" i="1">
                <a:latin typeface="Arial"/>
                <a:cs typeface="Arial"/>
              </a:rPr>
              <a:t> </a:t>
            </a:r>
            <a:r>
              <a:rPr dirty="0" sz="1600" spc="-140" i="1">
                <a:latin typeface="Arial"/>
                <a:cs typeface="Arial"/>
              </a:rPr>
              <a:t>regulation</a:t>
            </a:r>
            <a:r>
              <a:rPr dirty="0" sz="1600" spc="-75" i="1">
                <a:latin typeface="Arial"/>
                <a:cs typeface="Arial"/>
              </a:rPr>
              <a:t> </a:t>
            </a:r>
            <a:r>
              <a:rPr dirty="0" sz="1600" spc="-170" i="1">
                <a:latin typeface="Arial"/>
                <a:cs typeface="Arial"/>
              </a:rPr>
              <a:t>on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spc="-60" i="1">
                <a:latin typeface="Arial"/>
                <a:cs typeface="Arial"/>
              </a:rPr>
              <a:t>cybersecurity </a:t>
            </a:r>
            <a:r>
              <a:rPr dirty="0" sz="1600" spc="-190" i="1">
                <a:latin typeface="Arial"/>
                <a:cs typeface="Arial"/>
              </a:rPr>
              <a:t>(UNECE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spc="-190" i="1">
                <a:latin typeface="Arial"/>
                <a:cs typeface="Arial"/>
              </a:rPr>
              <a:t>WP.29/R155)</a:t>
            </a:r>
            <a:r>
              <a:rPr dirty="0" sz="1600" spc="-90" i="1">
                <a:latin typeface="Arial"/>
                <a:cs typeface="Arial"/>
              </a:rPr>
              <a:t> </a:t>
            </a:r>
            <a:r>
              <a:rPr dirty="0" sz="1600" spc="-105" i="1">
                <a:latin typeface="Arial"/>
                <a:cs typeface="Arial"/>
              </a:rPr>
              <a:t>will</a:t>
            </a:r>
            <a:r>
              <a:rPr dirty="0" sz="1600" spc="-60" i="1">
                <a:latin typeface="Arial"/>
                <a:cs typeface="Arial"/>
              </a:rPr>
              <a:t> </a:t>
            </a:r>
            <a:r>
              <a:rPr dirty="0" sz="1600" spc="-170" i="1">
                <a:latin typeface="Arial"/>
                <a:cs typeface="Arial"/>
              </a:rPr>
              <a:t>be</a:t>
            </a:r>
            <a:r>
              <a:rPr dirty="0" sz="1600" spc="-70" i="1">
                <a:latin typeface="Arial"/>
                <a:cs typeface="Arial"/>
              </a:rPr>
              <a:t> </a:t>
            </a:r>
            <a:r>
              <a:rPr dirty="0" sz="1600" spc="-165" i="1">
                <a:latin typeface="Arial"/>
                <a:cs typeface="Arial"/>
              </a:rPr>
              <a:t>mandatory</a:t>
            </a:r>
            <a:r>
              <a:rPr dirty="0" sz="1600" spc="-55" i="1">
                <a:latin typeface="Arial"/>
                <a:cs typeface="Arial"/>
              </a:rPr>
              <a:t> </a:t>
            </a:r>
            <a:r>
              <a:rPr dirty="0" sz="1600" spc="-145" b="1" i="1">
                <a:solidFill>
                  <a:srgbClr val="0000CC"/>
                </a:solidFill>
                <a:latin typeface="Arial"/>
                <a:cs typeface="Arial"/>
              </a:rPr>
              <a:t>for</a:t>
            </a:r>
            <a:r>
              <a:rPr dirty="0" sz="1600" spc="-60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20" b="1" i="1">
                <a:solidFill>
                  <a:srgbClr val="0000CC"/>
                </a:solidFill>
                <a:latin typeface="Arial"/>
                <a:cs typeface="Arial"/>
              </a:rPr>
              <a:t>all</a:t>
            </a:r>
            <a:r>
              <a:rPr dirty="0" sz="1600" spc="-60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210" b="1" i="1">
                <a:solidFill>
                  <a:srgbClr val="0000CC"/>
                </a:solidFill>
                <a:latin typeface="Arial"/>
                <a:cs typeface="Arial"/>
              </a:rPr>
              <a:t>new</a:t>
            </a:r>
            <a:r>
              <a:rPr dirty="0" sz="1600" spc="-55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14" b="1" i="1">
                <a:solidFill>
                  <a:srgbClr val="0000CC"/>
                </a:solidFill>
                <a:latin typeface="Arial"/>
                <a:cs typeface="Arial"/>
              </a:rPr>
              <a:t>vehicle </a:t>
            </a:r>
            <a:r>
              <a:rPr dirty="0" sz="1600" spc="-160" b="1" i="1">
                <a:solidFill>
                  <a:srgbClr val="0000CC"/>
                </a:solidFill>
                <a:latin typeface="Arial"/>
                <a:cs typeface="Arial"/>
              </a:rPr>
              <a:t>types</a:t>
            </a:r>
            <a:r>
              <a:rPr dirty="0" sz="1600" spc="-75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80" b="1" i="1">
                <a:solidFill>
                  <a:srgbClr val="0000CC"/>
                </a:solidFill>
                <a:latin typeface="Arial"/>
                <a:cs typeface="Arial"/>
              </a:rPr>
              <a:t>from</a:t>
            </a:r>
            <a:r>
              <a:rPr dirty="0" sz="1600" spc="-55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60" b="1" i="1">
                <a:solidFill>
                  <a:srgbClr val="0000CC"/>
                </a:solidFill>
                <a:latin typeface="Arial"/>
                <a:cs typeface="Arial"/>
              </a:rPr>
              <a:t>July</a:t>
            </a:r>
            <a:r>
              <a:rPr dirty="0" sz="1600" spc="-70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65" b="1" i="1">
                <a:solidFill>
                  <a:srgbClr val="0000CC"/>
                </a:solidFill>
                <a:latin typeface="Arial"/>
                <a:cs typeface="Arial"/>
              </a:rPr>
              <a:t>2022</a:t>
            </a:r>
            <a:r>
              <a:rPr dirty="0" sz="1600" spc="-65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60" i="1">
                <a:latin typeface="Arial"/>
                <a:cs typeface="Arial"/>
              </a:rPr>
              <a:t>and</a:t>
            </a:r>
            <a:r>
              <a:rPr dirty="0" sz="1600" spc="-70" i="1">
                <a:latin typeface="Arial"/>
                <a:cs typeface="Arial"/>
              </a:rPr>
              <a:t> </a:t>
            </a:r>
            <a:r>
              <a:rPr dirty="0" sz="1600" spc="-105" i="1">
                <a:latin typeface="Arial"/>
                <a:cs typeface="Arial"/>
              </a:rPr>
              <a:t>will</a:t>
            </a:r>
            <a:r>
              <a:rPr dirty="0" sz="1600" spc="-70" i="1">
                <a:latin typeface="Arial"/>
                <a:cs typeface="Arial"/>
              </a:rPr>
              <a:t> </a:t>
            </a:r>
            <a:r>
              <a:rPr dirty="0" sz="1600" spc="-185" i="1">
                <a:latin typeface="Arial"/>
                <a:cs typeface="Arial"/>
              </a:rPr>
              <a:t>become</a:t>
            </a:r>
            <a:r>
              <a:rPr dirty="0" sz="1600" spc="-80" i="1">
                <a:latin typeface="Arial"/>
                <a:cs typeface="Arial"/>
              </a:rPr>
              <a:t> </a:t>
            </a:r>
            <a:r>
              <a:rPr dirty="0" sz="1600" spc="-165" i="1">
                <a:latin typeface="Arial"/>
                <a:cs typeface="Arial"/>
              </a:rPr>
              <a:t>mandatory</a:t>
            </a:r>
            <a:r>
              <a:rPr dirty="0" sz="1600" spc="-65" i="1">
                <a:latin typeface="Arial"/>
                <a:cs typeface="Arial"/>
              </a:rPr>
              <a:t> </a:t>
            </a:r>
            <a:r>
              <a:rPr dirty="0" sz="1600" spc="-145" b="1" i="1">
                <a:solidFill>
                  <a:srgbClr val="0000CC"/>
                </a:solidFill>
                <a:latin typeface="Arial"/>
                <a:cs typeface="Arial"/>
              </a:rPr>
              <a:t>for</a:t>
            </a:r>
            <a:r>
              <a:rPr dirty="0" sz="1600" spc="-60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25" b="1" i="1">
                <a:solidFill>
                  <a:srgbClr val="0000CC"/>
                </a:solidFill>
                <a:latin typeface="Arial"/>
                <a:cs typeface="Arial"/>
              </a:rPr>
              <a:t>all </a:t>
            </a:r>
            <a:r>
              <a:rPr dirty="0" sz="1600" spc="-155" b="1" i="1">
                <a:solidFill>
                  <a:srgbClr val="0000CC"/>
                </a:solidFill>
                <a:latin typeface="Arial"/>
                <a:cs typeface="Arial"/>
              </a:rPr>
              <a:t>vehicles</a:t>
            </a:r>
            <a:r>
              <a:rPr dirty="0" sz="1600" spc="-80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75" b="1" i="1">
                <a:solidFill>
                  <a:srgbClr val="0000CC"/>
                </a:solidFill>
                <a:latin typeface="Arial"/>
                <a:cs typeface="Arial"/>
              </a:rPr>
              <a:t>produced</a:t>
            </a:r>
            <a:r>
              <a:rPr dirty="0" sz="1600" spc="-70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80" b="1" i="1">
                <a:solidFill>
                  <a:srgbClr val="0000CC"/>
                </a:solidFill>
                <a:latin typeface="Arial"/>
                <a:cs typeface="Arial"/>
              </a:rPr>
              <a:t>from</a:t>
            </a:r>
            <a:r>
              <a:rPr dirty="0" sz="1600" spc="-35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50" b="1" i="1">
                <a:solidFill>
                  <a:srgbClr val="0000CC"/>
                </a:solidFill>
                <a:latin typeface="Arial"/>
                <a:cs typeface="Arial"/>
              </a:rPr>
              <a:t>July</a:t>
            </a:r>
            <a:r>
              <a:rPr dirty="0" sz="1600" spc="-45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0000CC"/>
                </a:solidFill>
                <a:latin typeface="Arial"/>
                <a:cs typeface="Arial"/>
              </a:rPr>
              <a:t>2024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483360"/>
            <a:chOff x="0" y="0"/>
            <a:chExt cx="9906000" cy="148336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219" y="168910"/>
              <a:ext cx="2517409" cy="24714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3723" y="162560"/>
              <a:ext cx="1912070" cy="19799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8779" y="999744"/>
              <a:ext cx="3313176" cy="483108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716023" y="1024127"/>
            <a:ext cx="3218815" cy="459105"/>
            <a:chOff x="1716023" y="1024127"/>
            <a:chExt cx="3218815" cy="459105"/>
          </a:xfrm>
        </p:grpSpPr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10839" y="1024127"/>
              <a:ext cx="830580" cy="4587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6023" y="1027175"/>
              <a:ext cx="3218688" cy="38862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1677932" y="1651958"/>
            <a:ext cx="3295015" cy="473075"/>
            <a:chOff x="1677932" y="1651958"/>
            <a:chExt cx="3295015" cy="473075"/>
          </a:xfrm>
        </p:grpSpPr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77932" y="1651958"/>
              <a:ext cx="3294871" cy="46341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03704" y="1665731"/>
              <a:ext cx="2244851" cy="4587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16024" y="1670303"/>
              <a:ext cx="3218688" cy="387096"/>
            </a:xfrm>
            <a:prstGeom prst="rect">
              <a:avLst/>
            </a:prstGeom>
          </p:spPr>
        </p:pic>
      </p:grp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1709981" y="1030116"/>
          <a:ext cx="3307079" cy="1023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5280"/>
                <a:gridCol w="1609090"/>
              </a:tblGrid>
              <a:tr h="385445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415"/>
                        </a:spcBef>
                      </a:pPr>
                      <a:r>
                        <a:rPr dirty="0" sz="1000" spc="-25" b="1">
                          <a:latin typeface="Arial"/>
                          <a:cs typeface="Arial"/>
                        </a:rPr>
                        <a:t>UN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800" spc="-80" b="1">
                          <a:latin typeface="Arial"/>
                          <a:cs typeface="Arial"/>
                        </a:rPr>
                        <a:t>*United</a:t>
                      </a:r>
                      <a:r>
                        <a:rPr dirty="0" sz="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Nations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8EB4E2"/>
                      </a:solidFill>
                      <a:prstDash val="solid"/>
                    </a:lnL>
                    <a:lnR w="12700">
                      <a:solidFill>
                        <a:srgbClr val="8EB4E2"/>
                      </a:solidFill>
                      <a:prstDash val="solid"/>
                    </a:lnR>
                    <a:lnB w="19050">
                      <a:solidFill>
                        <a:srgbClr val="8EB4E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8EB4E2"/>
                      </a:solidFill>
                      <a:prstDash val="solid"/>
                    </a:lnT>
                    <a:lnB w="19050">
                      <a:solidFill>
                        <a:srgbClr val="8EB4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8EB4E2"/>
                      </a:solidFill>
                      <a:prstDash val="solid"/>
                    </a:lnT>
                    <a:lnB w="19050">
                      <a:solidFill>
                        <a:srgbClr val="8EB4E2"/>
                      </a:solidFill>
                      <a:prstDash val="solid"/>
                    </a:lnB>
                  </a:tcPr>
                </a:tc>
              </a:tr>
              <a:tr h="384175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430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UNECE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800" spc="-80" b="1">
                          <a:latin typeface="Arial"/>
                          <a:cs typeface="Arial"/>
                        </a:rPr>
                        <a:t>*United</a:t>
                      </a:r>
                      <a:r>
                        <a:rPr dirty="0" sz="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85" b="1">
                          <a:latin typeface="Arial"/>
                          <a:cs typeface="Arial"/>
                        </a:rPr>
                        <a:t>Nations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0" b="1">
                          <a:latin typeface="Arial"/>
                          <a:cs typeface="Arial"/>
                        </a:rPr>
                        <a:t>Economic</a:t>
                      </a:r>
                      <a:r>
                        <a:rPr dirty="0" sz="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95" b="1">
                          <a:latin typeface="Arial"/>
                          <a:cs typeface="Arial"/>
                        </a:rPr>
                        <a:t>Commission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85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 Europe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8EB4E2"/>
                      </a:solidFill>
                      <a:prstDash val="solid"/>
                    </a:lnL>
                    <a:lnR w="12700">
                      <a:solidFill>
                        <a:srgbClr val="8EB4E2"/>
                      </a:solidFill>
                      <a:prstDash val="solid"/>
                    </a:lnR>
                    <a:lnT w="19050">
                      <a:solidFill>
                        <a:srgbClr val="8EB4E2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9" name="object 19" descr=""/>
          <p:cNvSpPr txBox="1"/>
          <p:nvPr/>
        </p:nvSpPr>
        <p:spPr>
          <a:xfrm>
            <a:off x="5030215" y="2394966"/>
            <a:ext cx="104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30">
                <a:latin typeface="Arial MT"/>
                <a:cs typeface="Arial MT"/>
              </a:rPr>
              <a:t>…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677932" y="2292095"/>
            <a:ext cx="3295015" cy="459105"/>
            <a:chOff x="1677932" y="2292095"/>
            <a:chExt cx="3295015" cy="459105"/>
          </a:xfrm>
        </p:grpSpPr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7932" y="2295143"/>
              <a:ext cx="3294871" cy="42976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48712" y="2292095"/>
              <a:ext cx="1353312" cy="45872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16024" y="2313431"/>
              <a:ext cx="3218688" cy="35356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716024" y="2313431"/>
              <a:ext cx="3218815" cy="353695"/>
            </a:xfrm>
            <a:custGeom>
              <a:avLst/>
              <a:gdLst/>
              <a:ahLst/>
              <a:cxnLst/>
              <a:rect l="l" t="t" r="r" b="b"/>
              <a:pathLst>
                <a:path w="3218815" h="353694">
                  <a:moveTo>
                    <a:pt x="0" y="34035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3184652" y="0"/>
                  </a:lnTo>
                  <a:lnTo>
                    <a:pt x="3197899" y="2674"/>
                  </a:lnTo>
                  <a:lnTo>
                    <a:pt x="3208718" y="9969"/>
                  </a:lnTo>
                  <a:lnTo>
                    <a:pt x="3216013" y="20788"/>
                  </a:lnTo>
                  <a:lnTo>
                    <a:pt x="3218688" y="34035"/>
                  </a:lnTo>
                  <a:lnTo>
                    <a:pt x="3218688" y="319531"/>
                  </a:lnTo>
                  <a:lnTo>
                    <a:pt x="3216013" y="332779"/>
                  </a:lnTo>
                  <a:lnTo>
                    <a:pt x="3208718" y="343598"/>
                  </a:lnTo>
                  <a:lnTo>
                    <a:pt x="3197899" y="350893"/>
                  </a:lnTo>
                  <a:lnTo>
                    <a:pt x="3184652" y="353567"/>
                  </a:lnTo>
                  <a:lnTo>
                    <a:pt x="34036" y="353567"/>
                  </a:lnTo>
                  <a:lnTo>
                    <a:pt x="20788" y="350893"/>
                  </a:lnTo>
                  <a:lnTo>
                    <a:pt x="9969" y="343598"/>
                  </a:lnTo>
                  <a:lnTo>
                    <a:pt x="2674" y="332779"/>
                  </a:lnTo>
                  <a:lnTo>
                    <a:pt x="0" y="319531"/>
                  </a:lnTo>
                  <a:lnTo>
                    <a:pt x="0" y="34035"/>
                  </a:lnTo>
                  <a:close/>
                </a:path>
              </a:pathLst>
            </a:custGeom>
            <a:ln w="9144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739389" y="2339467"/>
            <a:ext cx="116967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ts val="12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ITC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ts val="960"/>
              </a:lnSpc>
            </a:pPr>
            <a:r>
              <a:rPr dirty="0" sz="800" spc="-80" b="1">
                <a:latin typeface="Arial"/>
                <a:cs typeface="Arial"/>
              </a:rPr>
              <a:t>*Inland</a:t>
            </a:r>
            <a:r>
              <a:rPr dirty="0" sz="800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Transport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spc="-65" b="1">
                <a:latin typeface="Arial"/>
                <a:cs typeface="Arial"/>
              </a:rPr>
              <a:t>Committee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659644" y="2919983"/>
            <a:ext cx="3313429" cy="506095"/>
            <a:chOff x="1659644" y="2919983"/>
            <a:chExt cx="3313429" cy="506095"/>
          </a:xfrm>
        </p:grpSpPr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9644" y="2922974"/>
              <a:ext cx="3313159" cy="46341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68068" y="2919983"/>
              <a:ext cx="2478024" cy="50596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97736" y="2941319"/>
              <a:ext cx="3236976" cy="38709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697736" y="2941319"/>
              <a:ext cx="3237230" cy="387350"/>
            </a:xfrm>
            <a:custGeom>
              <a:avLst/>
              <a:gdLst/>
              <a:ahLst/>
              <a:cxnLst/>
              <a:rect l="l" t="t" r="r" b="b"/>
              <a:pathLst>
                <a:path w="3237229" h="387350">
                  <a:moveTo>
                    <a:pt x="0" y="37210"/>
                  </a:moveTo>
                  <a:lnTo>
                    <a:pt x="2920" y="22717"/>
                  </a:lnTo>
                  <a:lnTo>
                    <a:pt x="10890" y="10890"/>
                  </a:lnTo>
                  <a:lnTo>
                    <a:pt x="22717" y="2921"/>
                  </a:lnTo>
                  <a:lnTo>
                    <a:pt x="37211" y="0"/>
                  </a:lnTo>
                  <a:lnTo>
                    <a:pt x="3199765" y="0"/>
                  </a:lnTo>
                  <a:lnTo>
                    <a:pt x="3214258" y="2921"/>
                  </a:lnTo>
                  <a:lnTo>
                    <a:pt x="3226085" y="10890"/>
                  </a:lnTo>
                  <a:lnTo>
                    <a:pt x="3234054" y="22717"/>
                  </a:lnTo>
                  <a:lnTo>
                    <a:pt x="3236976" y="37210"/>
                  </a:lnTo>
                  <a:lnTo>
                    <a:pt x="3236976" y="349884"/>
                  </a:lnTo>
                  <a:lnTo>
                    <a:pt x="3234054" y="364378"/>
                  </a:lnTo>
                  <a:lnTo>
                    <a:pt x="3226085" y="376205"/>
                  </a:lnTo>
                  <a:lnTo>
                    <a:pt x="3214258" y="384174"/>
                  </a:lnTo>
                  <a:lnTo>
                    <a:pt x="3199765" y="387095"/>
                  </a:lnTo>
                  <a:lnTo>
                    <a:pt x="37211" y="387095"/>
                  </a:lnTo>
                  <a:lnTo>
                    <a:pt x="22717" y="384174"/>
                  </a:lnTo>
                  <a:lnTo>
                    <a:pt x="10890" y="376205"/>
                  </a:lnTo>
                  <a:lnTo>
                    <a:pt x="2920" y="364378"/>
                  </a:lnTo>
                  <a:lnTo>
                    <a:pt x="0" y="349884"/>
                  </a:lnTo>
                  <a:lnTo>
                    <a:pt x="0" y="37210"/>
                  </a:lnTo>
                  <a:close/>
                </a:path>
              </a:pathLst>
            </a:custGeom>
            <a:ln w="9144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175129" y="2967608"/>
            <a:ext cx="2279015" cy="331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95"/>
              </a:spcBef>
            </a:pPr>
            <a:r>
              <a:rPr dirty="0" sz="1000" spc="-160" b="1">
                <a:latin typeface="Arial"/>
                <a:cs typeface="Arial"/>
              </a:rPr>
              <a:t>WP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29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000" spc="-85" b="1">
                <a:latin typeface="Arial"/>
                <a:cs typeface="Arial"/>
              </a:rPr>
              <a:t>*</a:t>
            </a:r>
            <a:r>
              <a:rPr dirty="0" sz="800" spc="-85" b="1">
                <a:latin typeface="Arial"/>
                <a:cs typeface="Arial"/>
              </a:rPr>
              <a:t>World</a:t>
            </a:r>
            <a:r>
              <a:rPr dirty="0" sz="800" spc="10" b="1">
                <a:latin typeface="Arial"/>
                <a:cs typeface="Arial"/>
              </a:rPr>
              <a:t> </a:t>
            </a:r>
            <a:r>
              <a:rPr dirty="0" sz="800" spc="-100" b="1">
                <a:latin typeface="Arial"/>
                <a:cs typeface="Arial"/>
              </a:rPr>
              <a:t>Forum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For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Harmonization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Of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Vehicle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spc="-50" b="1">
                <a:latin typeface="Arial"/>
                <a:cs typeface="Arial"/>
              </a:rPr>
              <a:t>Regulations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330197" y="2394966"/>
            <a:ext cx="104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30">
                <a:latin typeface="Arial MT"/>
                <a:cs typeface="Arial MT"/>
              </a:rPr>
              <a:t>…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65275" y="1007372"/>
            <a:ext cx="543074" cy="428166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1659644" y="2057336"/>
            <a:ext cx="3313429" cy="2058035"/>
            <a:chOff x="1659644" y="2057336"/>
            <a:chExt cx="3313429" cy="2058035"/>
          </a:xfrm>
        </p:grpSpPr>
        <p:sp>
          <p:nvSpPr>
            <p:cNvPr id="35" name="object 35" descr=""/>
            <p:cNvSpPr/>
            <p:nvPr/>
          </p:nvSpPr>
          <p:spPr>
            <a:xfrm>
              <a:off x="3325368" y="2058923"/>
              <a:ext cx="0" cy="883285"/>
            </a:xfrm>
            <a:custGeom>
              <a:avLst/>
              <a:gdLst/>
              <a:ahLst/>
              <a:cxnLst/>
              <a:rect l="l" t="t" r="r" b="b"/>
              <a:pathLst>
                <a:path w="0" h="883285">
                  <a:moveTo>
                    <a:pt x="0" y="0"/>
                  </a:moveTo>
                  <a:lnTo>
                    <a:pt x="0" y="253746"/>
                  </a:lnTo>
                </a:path>
                <a:path w="0" h="883285">
                  <a:moveTo>
                    <a:pt x="0" y="629412"/>
                  </a:moveTo>
                  <a:lnTo>
                    <a:pt x="0" y="8831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9644" y="3566102"/>
              <a:ext cx="3313159" cy="46341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246376" y="3502151"/>
              <a:ext cx="2141220" cy="61264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97736" y="3584447"/>
              <a:ext cx="3236976" cy="387095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697736" y="3584447"/>
              <a:ext cx="3237230" cy="387350"/>
            </a:xfrm>
            <a:custGeom>
              <a:avLst/>
              <a:gdLst/>
              <a:ahLst/>
              <a:cxnLst/>
              <a:rect l="l" t="t" r="r" b="b"/>
              <a:pathLst>
                <a:path w="3237229" h="387350">
                  <a:moveTo>
                    <a:pt x="0" y="37210"/>
                  </a:moveTo>
                  <a:lnTo>
                    <a:pt x="2920" y="22717"/>
                  </a:lnTo>
                  <a:lnTo>
                    <a:pt x="10890" y="10890"/>
                  </a:lnTo>
                  <a:lnTo>
                    <a:pt x="22717" y="2920"/>
                  </a:lnTo>
                  <a:lnTo>
                    <a:pt x="37211" y="0"/>
                  </a:lnTo>
                  <a:lnTo>
                    <a:pt x="3199765" y="0"/>
                  </a:lnTo>
                  <a:lnTo>
                    <a:pt x="3214258" y="2921"/>
                  </a:lnTo>
                  <a:lnTo>
                    <a:pt x="3226085" y="10890"/>
                  </a:lnTo>
                  <a:lnTo>
                    <a:pt x="3234054" y="22717"/>
                  </a:lnTo>
                  <a:lnTo>
                    <a:pt x="3236976" y="37210"/>
                  </a:lnTo>
                  <a:lnTo>
                    <a:pt x="3236976" y="349884"/>
                  </a:lnTo>
                  <a:lnTo>
                    <a:pt x="3234054" y="364378"/>
                  </a:lnTo>
                  <a:lnTo>
                    <a:pt x="3226085" y="376205"/>
                  </a:lnTo>
                  <a:lnTo>
                    <a:pt x="3214258" y="384175"/>
                  </a:lnTo>
                  <a:lnTo>
                    <a:pt x="3199765" y="387095"/>
                  </a:lnTo>
                  <a:lnTo>
                    <a:pt x="37211" y="387095"/>
                  </a:lnTo>
                  <a:lnTo>
                    <a:pt x="22717" y="384175"/>
                  </a:lnTo>
                  <a:lnTo>
                    <a:pt x="10890" y="376205"/>
                  </a:lnTo>
                  <a:lnTo>
                    <a:pt x="2920" y="364378"/>
                  </a:lnTo>
                  <a:lnTo>
                    <a:pt x="0" y="349884"/>
                  </a:lnTo>
                  <a:lnTo>
                    <a:pt x="0" y="37210"/>
                  </a:lnTo>
                  <a:close/>
                </a:path>
              </a:pathLst>
            </a:custGeom>
            <a:ln w="9144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2353817" y="3549522"/>
            <a:ext cx="1924050" cy="452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GRVA</a:t>
            </a:r>
            <a:endParaRPr sz="10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000" spc="-90" b="1">
                <a:latin typeface="Arial"/>
                <a:cs typeface="Arial"/>
              </a:rPr>
              <a:t>*</a:t>
            </a:r>
            <a:r>
              <a:rPr dirty="0" sz="800" spc="-90" b="1">
                <a:latin typeface="Arial"/>
                <a:cs typeface="Arial"/>
              </a:rPr>
              <a:t>Working</a:t>
            </a:r>
            <a:r>
              <a:rPr dirty="0" sz="800" b="1">
                <a:latin typeface="Arial"/>
                <a:cs typeface="Arial"/>
              </a:rPr>
              <a:t> </a:t>
            </a:r>
            <a:r>
              <a:rPr dirty="0" sz="800" spc="-85" b="1">
                <a:latin typeface="Arial"/>
                <a:cs typeface="Arial"/>
              </a:rPr>
              <a:t>Party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spc="-95" b="1">
                <a:latin typeface="Arial"/>
                <a:cs typeface="Arial"/>
              </a:rPr>
              <a:t>on</a:t>
            </a:r>
            <a:r>
              <a:rPr dirty="0" sz="800" spc="25" b="1">
                <a:latin typeface="Arial"/>
                <a:cs typeface="Arial"/>
              </a:rPr>
              <a:t> </a:t>
            </a:r>
            <a:r>
              <a:rPr dirty="0" sz="800" spc="-95" b="1">
                <a:latin typeface="Arial"/>
                <a:cs typeface="Arial"/>
              </a:rPr>
              <a:t>Automated/Autonomous</a:t>
            </a:r>
            <a:r>
              <a:rPr dirty="0" sz="800" spc="10" b="1">
                <a:latin typeface="Arial"/>
                <a:cs typeface="Arial"/>
              </a:rPr>
              <a:t> </a:t>
            </a:r>
            <a:r>
              <a:rPr dirty="0" sz="800" spc="-45" b="1">
                <a:latin typeface="Arial"/>
                <a:cs typeface="Arial"/>
              </a:rPr>
              <a:t>and</a:t>
            </a:r>
            <a:r>
              <a:rPr dirty="0" sz="800" spc="500" b="1">
                <a:latin typeface="Arial"/>
                <a:cs typeface="Arial"/>
              </a:rPr>
              <a:t> </a:t>
            </a:r>
            <a:r>
              <a:rPr dirty="0" sz="800" spc="-95" b="1">
                <a:latin typeface="Arial"/>
                <a:cs typeface="Arial"/>
              </a:rPr>
              <a:t>Connected</a:t>
            </a:r>
            <a:r>
              <a:rPr dirty="0" sz="800" spc="2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Vehicles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187196" y="3328415"/>
            <a:ext cx="5591810" cy="3200400"/>
            <a:chOff x="1187196" y="3328415"/>
            <a:chExt cx="5591810" cy="3200400"/>
          </a:xfrm>
        </p:grpSpPr>
        <p:sp>
          <p:nvSpPr>
            <p:cNvPr id="42" name="object 42" descr=""/>
            <p:cNvSpPr/>
            <p:nvPr/>
          </p:nvSpPr>
          <p:spPr>
            <a:xfrm>
              <a:off x="3325368" y="3328415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7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27450" y="4327421"/>
              <a:ext cx="5293895" cy="210660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188720" y="4230623"/>
              <a:ext cx="5588635" cy="2296795"/>
            </a:xfrm>
            <a:custGeom>
              <a:avLst/>
              <a:gdLst/>
              <a:ahLst/>
              <a:cxnLst/>
              <a:rect l="l" t="t" r="r" b="b"/>
              <a:pathLst>
                <a:path w="5588634" h="2296795">
                  <a:moveTo>
                    <a:pt x="0" y="2296668"/>
                  </a:moveTo>
                  <a:lnTo>
                    <a:pt x="5588508" y="2296668"/>
                  </a:lnTo>
                  <a:lnTo>
                    <a:pt x="5588508" y="0"/>
                  </a:lnTo>
                  <a:lnTo>
                    <a:pt x="0" y="0"/>
                  </a:lnTo>
                  <a:lnTo>
                    <a:pt x="0" y="2296668"/>
                  </a:lnTo>
                  <a:close/>
                </a:path>
              </a:pathLst>
            </a:custGeom>
            <a:ln w="3175">
              <a:solidFill>
                <a:srgbClr val="1737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325368" y="3971543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7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330197" y="3034411"/>
            <a:ext cx="104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30">
                <a:latin typeface="Arial MT"/>
                <a:cs typeface="Arial MT"/>
              </a:rPr>
              <a:t>…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330197" y="3664077"/>
            <a:ext cx="104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30">
                <a:latin typeface="Arial MT"/>
                <a:cs typeface="Arial MT"/>
              </a:rPr>
              <a:t>…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042915" y="3034411"/>
            <a:ext cx="793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430">
                <a:latin typeface="Arial MT"/>
                <a:cs typeface="Arial MT"/>
              </a:rPr>
              <a:t>…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030215" y="3673855"/>
            <a:ext cx="104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30">
                <a:latin typeface="Arial MT"/>
                <a:cs typeface="Arial MT"/>
              </a:rPr>
              <a:t>…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672333" y="686562"/>
            <a:ext cx="12522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100" spc="-1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Organization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-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structure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2518917" y="6473139"/>
            <a:ext cx="1843405" cy="3911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R="10795">
              <a:lnSpc>
                <a:spcPct val="100000"/>
              </a:lnSpc>
              <a:spcBef>
                <a:spcPts val="340"/>
              </a:spcBef>
            </a:pPr>
            <a:r>
              <a:rPr dirty="0" sz="1000" spc="-20" b="1">
                <a:latin typeface="Arial"/>
                <a:cs typeface="Arial"/>
              </a:rPr>
              <a:t>CSMS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1000" spc="-100" b="1">
                <a:latin typeface="Arial"/>
                <a:cs typeface="Arial"/>
              </a:rPr>
              <a:t>(Cybersecurity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125" b="1">
                <a:latin typeface="Arial"/>
                <a:cs typeface="Arial"/>
              </a:rPr>
              <a:t>Management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70" b="1">
                <a:latin typeface="Arial"/>
                <a:cs typeface="Arial"/>
              </a:rPr>
              <a:t>System)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5168900" y="1634997"/>
            <a:ext cx="4330065" cy="46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7960" marR="5080" indent="-175895">
              <a:lnSpc>
                <a:spcPct val="120000"/>
              </a:lnSpc>
              <a:spcBef>
                <a:spcPts val="1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200" spc="-160">
                <a:latin typeface="Arial MT"/>
                <a:cs typeface="Arial MT"/>
              </a:rPr>
              <a:t>UNECE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40">
                <a:latin typeface="Arial MT"/>
                <a:cs typeface="Arial MT"/>
              </a:rPr>
              <a:t>One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five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regional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commissions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under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jurisdiction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the </a:t>
            </a:r>
            <a:r>
              <a:rPr dirty="0" sz="1200" spc="-25">
                <a:latin typeface="Arial MT"/>
                <a:cs typeface="Arial MT"/>
              </a:rPr>
              <a:t>	</a:t>
            </a:r>
            <a:r>
              <a:rPr dirty="0" sz="1200" spc="-110">
                <a:latin typeface="Arial MT"/>
                <a:cs typeface="Arial MT"/>
              </a:rPr>
              <a:t>United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Nations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Economic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Social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Council.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(56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40">
                <a:latin typeface="Arial MT"/>
                <a:cs typeface="Arial MT"/>
              </a:rPr>
              <a:t>members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states)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181600" y="2883534"/>
            <a:ext cx="4547870" cy="46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5260" marR="5080" indent="-175895">
              <a:lnSpc>
                <a:spcPct val="120000"/>
              </a:lnSpc>
              <a:spcBef>
                <a:spcPts val="100"/>
              </a:spcBef>
              <a:buFont typeface="Wingdings"/>
              <a:buChar char=""/>
              <a:tabLst>
                <a:tab pos="176530" algn="l"/>
              </a:tabLst>
            </a:pPr>
            <a:r>
              <a:rPr dirty="0" sz="1200" spc="-160">
                <a:latin typeface="Arial MT"/>
                <a:cs typeface="Arial MT"/>
              </a:rPr>
              <a:t>WP29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Unique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worldwide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regulatory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forum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within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institutional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framework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of </a:t>
            </a:r>
            <a:r>
              <a:rPr dirty="0" sz="1200" spc="-25">
                <a:latin typeface="Arial MT"/>
                <a:cs typeface="Arial MT"/>
              </a:rPr>
              <a:t>	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UNECE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Inland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Transport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Committee.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856603" y="5262117"/>
            <a:ext cx="2924810" cy="61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600" spc="-200">
                <a:latin typeface="Arial MT"/>
                <a:cs typeface="Arial MT"/>
              </a:rPr>
              <a:t>UNECE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15">
                <a:latin typeface="Arial MT"/>
                <a:cs typeface="Arial MT"/>
              </a:rPr>
              <a:t>WP.29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enacted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Cyber </a:t>
            </a:r>
            <a:r>
              <a:rPr dirty="0" sz="1600" spc="-140">
                <a:latin typeface="Arial MT"/>
                <a:cs typeface="Arial MT"/>
              </a:rPr>
              <a:t>Security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Management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System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(CSMS).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5157470"/>
            <a:chOff x="0" y="0"/>
            <a:chExt cx="9906000" cy="515747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864" y="168910"/>
              <a:ext cx="2256764" cy="19164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88" y="1074419"/>
              <a:ext cx="4465320" cy="408279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688840" y="1300988"/>
            <a:ext cx="5020945" cy="1199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7960" marR="256540" indent="-175895">
              <a:lnSpc>
                <a:spcPct val="120000"/>
              </a:lnSpc>
              <a:spcBef>
                <a:spcPts val="1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200" spc="-105">
                <a:latin typeface="Arial MT"/>
                <a:cs typeface="Arial MT"/>
              </a:rPr>
              <a:t>Applicable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65">
                <a:latin typeface="Arial MT"/>
                <a:cs typeface="Arial MT"/>
              </a:rPr>
              <a:t>: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Passenger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cars,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commercial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vehicles,</a:t>
            </a:r>
            <a:r>
              <a:rPr dirty="0" sz="1200" spc="-9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trailers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with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electronic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control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60">
                <a:latin typeface="Arial MT"/>
                <a:cs typeface="Arial MT"/>
              </a:rPr>
              <a:t>	</a:t>
            </a:r>
            <a:r>
              <a:rPr dirty="0" sz="1200" spc="-114">
                <a:latin typeface="Arial MT"/>
                <a:cs typeface="Arial MT"/>
              </a:rPr>
              <a:t>systems,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small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vehicles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with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autonomous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driving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functions,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related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automobile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65">
                <a:latin typeface="Arial MT"/>
                <a:cs typeface="Arial MT"/>
              </a:rPr>
              <a:t>	</a:t>
            </a:r>
            <a:r>
              <a:rPr dirty="0" sz="1200" spc="-105">
                <a:latin typeface="Arial MT"/>
                <a:cs typeface="Arial MT"/>
              </a:rPr>
              <a:t>manufacturers,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 algn="just" marL="187960" marR="5080" indent="-17589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200" spc="-125">
                <a:latin typeface="Arial MT"/>
                <a:cs typeface="Arial MT"/>
              </a:rPr>
              <a:t>Key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takeaways: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10">
                <a:solidFill>
                  <a:srgbClr val="0000CC"/>
                </a:solidFill>
                <a:latin typeface="Arial MT"/>
                <a:cs typeface="Arial MT"/>
              </a:rPr>
              <a:t>Manufacturers</a:t>
            </a:r>
            <a:r>
              <a:rPr dirty="0" sz="1200" spc="-7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must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have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vehicle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cybersecurity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management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system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65">
                <a:latin typeface="Arial MT"/>
                <a:cs typeface="Arial MT"/>
              </a:rPr>
              <a:t>	</a:t>
            </a:r>
            <a:r>
              <a:rPr dirty="0" sz="1200" spc="-130">
                <a:latin typeface="Arial MT"/>
                <a:cs typeface="Arial MT"/>
              </a:rPr>
              <a:t>(CSMS)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conduct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risk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assessment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management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for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each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vehicle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type.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8840" y="4041089"/>
            <a:ext cx="3538220" cy="80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200" spc="-130">
                <a:latin typeface="Arial MT"/>
                <a:cs typeface="Arial MT"/>
              </a:rPr>
              <a:t>Annex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5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List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threats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corresponding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mitigations</a:t>
            </a:r>
            <a:endParaRPr sz="1200">
              <a:latin typeface="Arial MT"/>
              <a:cs typeface="Arial MT"/>
            </a:endParaRPr>
          </a:p>
          <a:p>
            <a:pPr lvl="1" marL="283210" indent="-93980">
              <a:lnSpc>
                <a:spcPct val="100000"/>
              </a:lnSpc>
              <a:spcBef>
                <a:spcPts val="890"/>
              </a:spcBef>
              <a:buFont typeface="Wingdings"/>
              <a:buChar char=""/>
              <a:tabLst>
                <a:tab pos="283210" algn="l"/>
              </a:tabLst>
            </a:pPr>
            <a:r>
              <a:rPr dirty="0" sz="1200" spc="-110">
                <a:latin typeface="Arial MT"/>
                <a:cs typeface="Arial MT"/>
              </a:rPr>
              <a:t>Part</a:t>
            </a:r>
            <a:r>
              <a:rPr dirty="0" sz="1200" spc="-10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attack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method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related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65">
                <a:latin typeface="Arial MT"/>
                <a:cs typeface="Arial MT"/>
              </a:rPr>
              <a:t>threats</a:t>
            </a:r>
            <a:endParaRPr sz="1200">
              <a:latin typeface="Arial MT"/>
              <a:cs typeface="Arial MT"/>
            </a:endParaRPr>
          </a:p>
          <a:p>
            <a:pPr lvl="1" marL="283210" indent="-93980">
              <a:lnSpc>
                <a:spcPct val="100000"/>
              </a:lnSpc>
              <a:spcBef>
                <a:spcPts val="890"/>
              </a:spcBef>
              <a:buFont typeface="Wingdings"/>
              <a:buChar char=""/>
              <a:tabLst>
                <a:tab pos="283210" algn="l"/>
              </a:tabLst>
            </a:pPr>
            <a:r>
              <a:rPr dirty="0" sz="1200" spc="-110">
                <a:latin typeface="Arial MT"/>
                <a:cs typeface="Arial MT"/>
              </a:rPr>
              <a:t>Part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B.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Mitigations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threats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intended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vehicles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4845"/>
              <a:ext cx="1756549" cy="20370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6775450" cy="7645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5">
                <a:latin typeface="Arial MT"/>
                <a:cs typeface="Arial MT"/>
              </a:rPr>
              <a:t>ISO/SAE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21434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supports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implement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15">
                <a:latin typeface="Arial MT"/>
                <a:cs typeface="Arial MT"/>
              </a:rPr>
              <a:t>CSMS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it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required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10">
                <a:latin typeface="Arial MT"/>
                <a:cs typeface="Arial MT"/>
              </a:rPr>
              <a:t>UNECE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R155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5">
                <a:latin typeface="Arial MT"/>
                <a:cs typeface="Arial MT"/>
              </a:rPr>
              <a:t>ISO/SAE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21434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only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describes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tasks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process,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but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leaves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design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users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52627" y="1882139"/>
            <a:ext cx="828040" cy="1511935"/>
          </a:xfrm>
          <a:custGeom>
            <a:avLst/>
            <a:gdLst/>
            <a:ahLst/>
            <a:cxnLst/>
            <a:rect l="l" t="t" r="r" b="b"/>
            <a:pathLst>
              <a:path w="828040" h="1511935">
                <a:moveTo>
                  <a:pt x="0" y="27686"/>
                </a:moveTo>
                <a:lnTo>
                  <a:pt x="2171" y="16877"/>
                </a:lnTo>
                <a:lnTo>
                  <a:pt x="8093" y="8080"/>
                </a:lnTo>
                <a:lnTo>
                  <a:pt x="16877" y="2164"/>
                </a:lnTo>
                <a:lnTo>
                  <a:pt x="27635" y="0"/>
                </a:lnTo>
                <a:lnTo>
                  <a:pt x="799896" y="0"/>
                </a:lnTo>
                <a:lnTo>
                  <a:pt x="810654" y="2164"/>
                </a:lnTo>
                <a:lnTo>
                  <a:pt x="819438" y="8080"/>
                </a:lnTo>
                <a:lnTo>
                  <a:pt x="825360" y="16877"/>
                </a:lnTo>
                <a:lnTo>
                  <a:pt x="827532" y="27686"/>
                </a:lnTo>
                <a:lnTo>
                  <a:pt x="827532" y="1484122"/>
                </a:lnTo>
                <a:lnTo>
                  <a:pt x="825360" y="1494930"/>
                </a:lnTo>
                <a:lnTo>
                  <a:pt x="819438" y="1503727"/>
                </a:lnTo>
                <a:lnTo>
                  <a:pt x="810654" y="1509643"/>
                </a:lnTo>
                <a:lnTo>
                  <a:pt x="799896" y="1511808"/>
                </a:lnTo>
                <a:lnTo>
                  <a:pt x="27635" y="1511808"/>
                </a:lnTo>
                <a:lnTo>
                  <a:pt x="16877" y="1509643"/>
                </a:lnTo>
                <a:lnTo>
                  <a:pt x="8093" y="1503727"/>
                </a:lnTo>
                <a:lnTo>
                  <a:pt x="2171" y="1494930"/>
                </a:lnTo>
                <a:lnTo>
                  <a:pt x="0" y="1484122"/>
                </a:lnTo>
                <a:lnTo>
                  <a:pt x="0" y="2768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07593" y="2513787"/>
            <a:ext cx="7213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20">
                <a:latin typeface="Arial MT"/>
                <a:cs typeface="Arial MT"/>
              </a:rPr>
              <a:t>Regulation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51610" y="3556761"/>
            <a:ext cx="10534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55">
                <a:latin typeface="Arial MT"/>
                <a:cs typeface="Arial MT"/>
              </a:rPr>
              <a:t>ISO/SAE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21434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52627" y="3512820"/>
            <a:ext cx="828040" cy="1511935"/>
          </a:xfrm>
          <a:custGeom>
            <a:avLst/>
            <a:gdLst/>
            <a:ahLst/>
            <a:cxnLst/>
            <a:rect l="l" t="t" r="r" b="b"/>
            <a:pathLst>
              <a:path w="828040" h="1511935">
                <a:moveTo>
                  <a:pt x="0" y="27685"/>
                </a:moveTo>
                <a:lnTo>
                  <a:pt x="2171" y="16877"/>
                </a:lnTo>
                <a:lnTo>
                  <a:pt x="8093" y="8080"/>
                </a:lnTo>
                <a:lnTo>
                  <a:pt x="16877" y="2164"/>
                </a:lnTo>
                <a:lnTo>
                  <a:pt x="27635" y="0"/>
                </a:lnTo>
                <a:lnTo>
                  <a:pt x="799896" y="0"/>
                </a:lnTo>
                <a:lnTo>
                  <a:pt x="810654" y="2164"/>
                </a:lnTo>
                <a:lnTo>
                  <a:pt x="819438" y="8080"/>
                </a:lnTo>
                <a:lnTo>
                  <a:pt x="825360" y="16877"/>
                </a:lnTo>
                <a:lnTo>
                  <a:pt x="827532" y="27685"/>
                </a:lnTo>
                <a:lnTo>
                  <a:pt x="827532" y="1484121"/>
                </a:lnTo>
                <a:lnTo>
                  <a:pt x="825360" y="1494930"/>
                </a:lnTo>
                <a:lnTo>
                  <a:pt x="819438" y="1503727"/>
                </a:lnTo>
                <a:lnTo>
                  <a:pt x="810654" y="1509643"/>
                </a:lnTo>
                <a:lnTo>
                  <a:pt x="799896" y="1511807"/>
                </a:lnTo>
                <a:lnTo>
                  <a:pt x="27635" y="1511807"/>
                </a:lnTo>
                <a:lnTo>
                  <a:pt x="16877" y="1509643"/>
                </a:lnTo>
                <a:lnTo>
                  <a:pt x="8093" y="1503727"/>
                </a:lnTo>
                <a:lnTo>
                  <a:pt x="2171" y="1494930"/>
                </a:lnTo>
                <a:lnTo>
                  <a:pt x="0" y="1484121"/>
                </a:lnTo>
                <a:lnTo>
                  <a:pt x="0" y="2768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57885" y="4146296"/>
            <a:ext cx="6172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5">
                <a:latin typeface="Arial MT"/>
                <a:cs typeface="Arial MT"/>
              </a:rPr>
              <a:t>Standard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388363" y="3453384"/>
            <a:ext cx="7992109" cy="0"/>
          </a:xfrm>
          <a:custGeom>
            <a:avLst/>
            <a:gdLst/>
            <a:ahLst/>
            <a:cxnLst/>
            <a:rect l="l" t="t" r="r" b="b"/>
            <a:pathLst>
              <a:path w="7992109" h="0">
                <a:moveTo>
                  <a:pt x="0" y="0"/>
                </a:moveTo>
                <a:lnTo>
                  <a:pt x="7991983" y="0"/>
                </a:lnTo>
              </a:path>
            </a:pathLst>
          </a:custGeom>
          <a:ln w="31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388363" y="5085588"/>
            <a:ext cx="7992109" cy="0"/>
          </a:xfrm>
          <a:custGeom>
            <a:avLst/>
            <a:gdLst/>
            <a:ahLst/>
            <a:cxnLst/>
            <a:rect l="l" t="t" r="r" b="b"/>
            <a:pathLst>
              <a:path w="7992109" h="0">
                <a:moveTo>
                  <a:pt x="0" y="0"/>
                </a:moveTo>
                <a:lnTo>
                  <a:pt x="7991983" y="0"/>
                </a:lnTo>
              </a:path>
            </a:pathLst>
          </a:custGeom>
          <a:ln w="31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220971" y="3575050"/>
            <a:ext cx="3437890" cy="1161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200" spc="-114">
                <a:latin typeface="Arial MT"/>
                <a:cs typeface="Arial MT"/>
              </a:rPr>
              <a:t>Provides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guideline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40">
                <a:latin typeface="Arial MT"/>
                <a:cs typeface="Arial MT"/>
              </a:rPr>
              <a:t>how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implement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CSMS</a:t>
            </a:r>
            <a:endParaRPr sz="1200">
              <a:latin typeface="Arial MT"/>
              <a:cs typeface="Arial MT"/>
            </a:endParaRPr>
          </a:p>
          <a:p>
            <a:pPr lvl="1" marL="260985" indent="-76200">
              <a:lnSpc>
                <a:spcPct val="100000"/>
              </a:lnSpc>
              <a:spcBef>
                <a:spcPts val="60"/>
              </a:spcBef>
              <a:buChar char="-"/>
              <a:tabLst>
                <a:tab pos="260985" algn="l"/>
              </a:tabLst>
            </a:pPr>
            <a:r>
              <a:rPr dirty="0" sz="1200" spc="-114">
                <a:latin typeface="Arial MT"/>
                <a:cs typeface="Arial MT"/>
              </a:rPr>
              <a:t>(Clause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5)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Organizational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30">
                <a:latin typeface="Arial MT"/>
                <a:cs typeface="Arial MT"/>
              </a:rPr>
              <a:t>management</a:t>
            </a:r>
            <a:endParaRPr sz="1200">
              <a:latin typeface="Arial MT"/>
              <a:cs typeface="Arial MT"/>
            </a:endParaRPr>
          </a:p>
          <a:p>
            <a:pPr lvl="1" marL="260985" indent="-76200">
              <a:lnSpc>
                <a:spcPct val="100000"/>
              </a:lnSpc>
              <a:spcBef>
                <a:spcPts val="60"/>
              </a:spcBef>
              <a:buChar char="-"/>
              <a:tabLst>
                <a:tab pos="260985" algn="l"/>
              </a:tabLst>
            </a:pPr>
            <a:r>
              <a:rPr dirty="0" sz="1200" spc="-114">
                <a:latin typeface="Arial MT"/>
                <a:cs typeface="Arial MT"/>
              </a:rPr>
              <a:t>(Clause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6)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Project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dependent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management</a:t>
            </a:r>
            <a:endParaRPr sz="1200">
              <a:latin typeface="Arial MT"/>
              <a:cs typeface="Arial MT"/>
            </a:endParaRPr>
          </a:p>
          <a:p>
            <a:pPr lvl="1" marL="260985" indent="-76200">
              <a:lnSpc>
                <a:spcPct val="100000"/>
              </a:lnSpc>
              <a:spcBef>
                <a:spcPts val="60"/>
              </a:spcBef>
              <a:buChar char="-"/>
              <a:tabLst>
                <a:tab pos="260985" algn="l"/>
              </a:tabLst>
            </a:pPr>
            <a:r>
              <a:rPr dirty="0" sz="1200" spc="-114">
                <a:latin typeface="Arial MT"/>
                <a:cs typeface="Arial MT"/>
              </a:rPr>
              <a:t>(Clause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7)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Distributed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activities</a:t>
            </a:r>
            <a:endParaRPr sz="1200">
              <a:latin typeface="Arial MT"/>
              <a:cs typeface="Arial MT"/>
            </a:endParaRPr>
          </a:p>
          <a:p>
            <a:pPr lvl="1" marL="260985" indent="-76200">
              <a:lnSpc>
                <a:spcPct val="100000"/>
              </a:lnSpc>
              <a:spcBef>
                <a:spcPts val="60"/>
              </a:spcBef>
              <a:buChar char="-"/>
              <a:tabLst>
                <a:tab pos="260985" algn="l"/>
              </a:tabLst>
            </a:pPr>
            <a:r>
              <a:rPr dirty="0" sz="1200" spc="-114">
                <a:latin typeface="Arial MT"/>
                <a:cs typeface="Arial MT"/>
              </a:rPr>
              <a:t>(Clause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8)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Continuous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activities</a:t>
            </a:r>
            <a:endParaRPr sz="12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latin typeface="Arial MT"/>
                <a:cs typeface="Arial MT"/>
              </a:rPr>
              <a:t>….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51610" y="2005330"/>
            <a:ext cx="13608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90">
                <a:latin typeface="Arial MT"/>
                <a:cs typeface="Arial MT"/>
              </a:rPr>
              <a:t>UNECE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 spc="-175">
                <a:latin typeface="Arial MT"/>
                <a:cs typeface="Arial MT"/>
              </a:rPr>
              <a:t>WP29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R155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220971" y="2023617"/>
            <a:ext cx="5008880" cy="1161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200" spc="-114">
                <a:latin typeface="Arial MT"/>
                <a:cs typeface="Arial MT"/>
              </a:rPr>
              <a:t>Requires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65">
                <a:latin typeface="Arial MT"/>
                <a:cs typeface="Arial MT"/>
              </a:rPr>
              <a:t>CSMS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high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level</a:t>
            </a:r>
            <a:endParaRPr sz="1200">
              <a:latin typeface="Arial MT"/>
              <a:cs typeface="Arial MT"/>
            </a:endParaRPr>
          </a:p>
          <a:p>
            <a:pPr lvl="1" marL="260985" indent="-76200">
              <a:lnSpc>
                <a:spcPct val="100000"/>
              </a:lnSpc>
              <a:spcBef>
                <a:spcPts val="60"/>
              </a:spcBef>
              <a:buChar char="-"/>
              <a:tabLst>
                <a:tab pos="260985" algn="l"/>
              </a:tabLst>
            </a:pPr>
            <a:r>
              <a:rPr dirty="0" sz="1200" spc="-90">
                <a:latin typeface="Arial MT"/>
                <a:cs typeface="Arial MT"/>
              </a:rPr>
              <a:t>(7.2)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Requirements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Cyber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Security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Management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System</a:t>
            </a:r>
            <a:endParaRPr sz="1200">
              <a:latin typeface="Arial MT"/>
              <a:cs typeface="Arial MT"/>
            </a:endParaRPr>
          </a:p>
          <a:p>
            <a:pPr lvl="1" marL="260985" indent="-76200">
              <a:lnSpc>
                <a:spcPct val="100000"/>
              </a:lnSpc>
              <a:spcBef>
                <a:spcPts val="60"/>
              </a:spcBef>
              <a:buChar char="-"/>
              <a:tabLst>
                <a:tab pos="260985" algn="l"/>
              </a:tabLst>
            </a:pPr>
            <a:r>
              <a:rPr dirty="0" sz="1200" spc="-95">
                <a:latin typeface="Arial MT"/>
                <a:cs typeface="Arial MT"/>
              </a:rPr>
              <a:t>(7.2.1)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assessment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the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Approval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Authority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its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Technical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Service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shall</a:t>
            </a:r>
            <a:r>
              <a:rPr dirty="0" sz="1200" spc="-10">
                <a:latin typeface="Arial MT"/>
                <a:cs typeface="Arial MT"/>
              </a:rPr>
              <a:t> verify</a:t>
            </a:r>
            <a:endParaRPr sz="1200">
              <a:latin typeface="Arial MT"/>
              <a:cs typeface="Arial MT"/>
            </a:endParaRPr>
          </a:p>
          <a:p>
            <a:pPr marL="254635" marR="5080">
              <a:lnSpc>
                <a:spcPct val="104200"/>
              </a:lnSpc>
            </a:pPr>
            <a:r>
              <a:rPr dirty="0" sz="1200" spc="-9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vehicle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manufacturer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has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Cyber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Security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Management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System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place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and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verify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its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compliance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this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Regulation.</a:t>
            </a:r>
            <a:endParaRPr sz="12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latin typeface="Arial MT"/>
                <a:cs typeface="Arial MT"/>
              </a:rPr>
              <a:t>….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27115" y="6134100"/>
            <a:ext cx="8722360" cy="617220"/>
            <a:chOff x="227115" y="6134100"/>
            <a:chExt cx="8722360" cy="617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115" y="6416517"/>
              <a:ext cx="530273" cy="26269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379" y="6134100"/>
              <a:ext cx="528827" cy="40386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368" y="6134100"/>
              <a:ext cx="7909559" cy="40386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79" y="6347458"/>
              <a:ext cx="1136903" cy="40385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7443" y="6347458"/>
              <a:ext cx="583692" cy="40385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87296" y="6347458"/>
              <a:ext cx="6158483" cy="403859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9219" y="168910"/>
              <a:ext cx="1620154" cy="19380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51892" y="740486"/>
            <a:ext cx="59366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In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secure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system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95">
                <a:latin typeface="Arial MT"/>
                <a:cs typeface="Arial MT"/>
              </a:rPr>
              <a:t>OEM,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all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components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Tiers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need</a:t>
            </a:r>
            <a:r>
              <a:rPr dirty="0" sz="1600" spc="-11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secure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37489" y="1865503"/>
            <a:ext cx="389445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200" spc="-160">
                <a:latin typeface="Arial MT"/>
                <a:cs typeface="Arial MT"/>
              </a:rPr>
              <a:t>UNECE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R155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has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applied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homologation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from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2024-</a:t>
            </a:r>
            <a:r>
              <a:rPr dirty="0" sz="1200" spc="-114">
                <a:latin typeface="Arial MT"/>
                <a:cs typeface="Arial MT"/>
              </a:rPr>
              <a:t>07-</a:t>
            </a:r>
            <a:r>
              <a:rPr dirty="0" sz="1200" spc="-25">
                <a:latin typeface="Arial MT"/>
                <a:cs typeface="Arial MT"/>
              </a:rPr>
              <a:t>01</a:t>
            </a:r>
            <a:endParaRPr sz="12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dirty="0" sz="1200" spc="-25">
                <a:latin typeface="Arial MT"/>
                <a:cs typeface="Arial MT"/>
              </a:rPr>
              <a:t>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37489" y="2414396"/>
            <a:ext cx="3843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3515" marR="508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785" algn="l"/>
              </a:tabLst>
            </a:pPr>
            <a:r>
              <a:rPr dirty="0" sz="1200" spc="-160">
                <a:latin typeface="Arial MT"/>
                <a:cs typeface="Arial MT"/>
              </a:rPr>
              <a:t>OEMs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need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obtain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valid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Cyber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Security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Management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System </a:t>
            </a:r>
            <a:r>
              <a:rPr dirty="0" sz="1200" spc="-90">
                <a:latin typeface="Arial MT"/>
                <a:cs typeface="Arial MT"/>
              </a:rPr>
              <a:t>	</a:t>
            </a:r>
            <a:r>
              <a:rPr dirty="0" sz="1200" spc="-125">
                <a:latin typeface="Arial MT"/>
                <a:cs typeface="Arial MT"/>
              </a:rPr>
              <a:t>(CSMS),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“Certificate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30">
                <a:latin typeface="Arial MT"/>
                <a:cs typeface="Arial MT"/>
              </a:rPr>
              <a:t>Compliance”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7489" y="3008757"/>
            <a:ext cx="3669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3515" marR="508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785" algn="l"/>
              </a:tabLst>
            </a:pPr>
            <a:r>
              <a:rPr dirty="0" sz="1200" spc="-130">
                <a:latin typeface="Arial MT"/>
                <a:cs typeface="Arial MT"/>
              </a:rPr>
              <a:t>ISO/SAE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21434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concretizes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requirements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UNECE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R155 </a:t>
            </a:r>
            <a:r>
              <a:rPr dirty="0" sz="1200" spc="-85">
                <a:latin typeface="Arial MT"/>
                <a:cs typeface="Arial MT"/>
              </a:rPr>
              <a:t>	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therefore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used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audit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96240" y="1659635"/>
            <a:ext cx="3959860" cy="0"/>
          </a:xfrm>
          <a:custGeom>
            <a:avLst/>
            <a:gdLst/>
            <a:ahLst/>
            <a:cxnLst/>
            <a:rect l="l" t="t" r="r" b="b"/>
            <a:pathLst>
              <a:path w="3959860" h="0">
                <a:moveTo>
                  <a:pt x="0" y="0"/>
                </a:moveTo>
                <a:lnTo>
                  <a:pt x="3959352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195576" y="1372615"/>
            <a:ext cx="3594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75">
                <a:latin typeface="Arial MT"/>
                <a:cs typeface="Arial MT"/>
              </a:rPr>
              <a:t>OEM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782311" y="1659635"/>
            <a:ext cx="3959860" cy="0"/>
          </a:xfrm>
          <a:custGeom>
            <a:avLst/>
            <a:gdLst/>
            <a:ahLst/>
            <a:cxnLst/>
            <a:rect l="l" t="t" r="r" b="b"/>
            <a:pathLst>
              <a:path w="3959859" h="0">
                <a:moveTo>
                  <a:pt x="0" y="0"/>
                </a:moveTo>
                <a:lnTo>
                  <a:pt x="3959352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625208" y="1372615"/>
            <a:ext cx="2736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5">
                <a:latin typeface="Arial MT"/>
                <a:cs typeface="Arial MT"/>
              </a:rPr>
              <a:t>Tier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904994" y="1865503"/>
            <a:ext cx="2685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200" spc="-110">
                <a:latin typeface="Arial MT"/>
                <a:cs typeface="Arial MT"/>
              </a:rPr>
              <a:t>Tiers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excluded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from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UNECE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R155,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but…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04994" y="2231516"/>
            <a:ext cx="22790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200" spc="-160">
                <a:latin typeface="Arial MT"/>
                <a:cs typeface="Arial MT"/>
              </a:rPr>
              <a:t>OEMs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require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65">
                <a:latin typeface="Arial MT"/>
                <a:cs typeface="Arial MT"/>
              </a:rPr>
              <a:t>CSMS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certificate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904994" y="2642996"/>
            <a:ext cx="2431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200" spc="-130">
                <a:latin typeface="Arial MT"/>
                <a:cs typeface="Arial MT"/>
              </a:rPr>
              <a:t>ISO/SAE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21434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will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relevant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Tiers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072639" y="3572255"/>
            <a:ext cx="721360" cy="433070"/>
          </a:xfrm>
          <a:custGeom>
            <a:avLst/>
            <a:gdLst/>
            <a:ahLst/>
            <a:cxnLst/>
            <a:rect l="l" t="t" r="r" b="b"/>
            <a:pathLst>
              <a:path w="721360" h="433070">
                <a:moveTo>
                  <a:pt x="0" y="216408"/>
                </a:moveTo>
                <a:lnTo>
                  <a:pt x="180212" y="216408"/>
                </a:lnTo>
                <a:lnTo>
                  <a:pt x="180212" y="0"/>
                </a:lnTo>
                <a:lnTo>
                  <a:pt x="540639" y="0"/>
                </a:lnTo>
                <a:lnTo>
                  <a:pt x="540639" y="216408"/>
                </a:lnTo>
                <a:lnTo>
                  <a:pt x="720852" y="216408"/>
                </a:lnTo>
                <a:lnTo>
                  <a:pt x="360426" y="432816"/>
                </a:lnTo>
                <a:lnTo>
                  <a:pt x="0" y="21640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6402323" y="3572255"/>
            <a:ext cx="719455" cy="433070"/>
          </a:xfrm>
          <a:custGeom>
            <a:avLst/>
            <a:gdLst/>
            <a:ahLst/>
            <a:cxnLst/>
            <a:rect l="l" t="t" r="r" b="b"/>
            <a:pathLst>
              <a:path w="719454" h="433070">
                <a:moveTo>
                  <a:pt x="0" y="216408"/>
                </a:moveTo>
                <a:lnTo>
                  <a:pt x="179831" y="216408"/>
                </a:lnTo>
                <a:lnTo>
                  <a:pt x="179831" y="0"/>
                </a:lnTo>
                <a:lnTo>
                  <a:pt x="539496" y="0"/>
                </a:lnTo>
                <a:lnTo>
                  <a:pt x="539496" y="216408"/>
                </a:lnTo>
                <a:lnTo>
                  <a:pt x="719327" y="216408"/>
                </a:lnTo>
                <a:lnTo>
                  <a:pt x="359664" y="432816"/>
                </a:lnTo>
                <a:lnTo>
                  <a:pt x="0" y="21640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60831" y="4221479"/>
            <a:ext cx="3794760" cy="1800225"/>
          </a:xfrm>
          <a:custGeom>
            <a:avLst/>
            <a:gdLst/>
            <a:ahLst/>
            <a:cxnLst/>
            <a:rect l="l" t="t" r="r" b="b"/>
            <a:pathLst>
              <a:path w="3794760" h="1800225">
                <a:moveTo>
                  <a:pt x="0" y="299974"/>
                </a:moveTo>
                <a:lnTo>
                  <a:pt x="3926" y="251331"/>
                </a:lnTo>
                <a:lnTo>
                  <a:pt x="15292" y="205183"/>
                </a:lnTo>
                <a:lnTo>
                  <a:pt x="33482" y="162146"/>
                </a:lnTo>
                <a:lnTo>
                  <a:pt x="57877" y="122840"/>
                </a:lnTo>
                <a:lnTo>
                  <a:pt x="87860" y="87884"/>
                </a:lnTo>
                <a:lnTo>
                  <a:pt x="122813" y="57895"/>
                </a:lnTo>
                <a:lnTo>
                  <a:pt x="162118" y="33494"/>
                </a:lnTo>
                <a:lnTo>
                  <a:pt x="205158" y="15298"/>
                </a:lnTo>
                <a:lnTo>
                  <a:pt x="251316" y="3927"/>
                </a:lnTo>
                <a:lnTo>
                  <a:pt x="299974" y="0"/>
                </a:lnTo>
                <a:lnTo>
                  <a:pt x="3494785" y="0"/>
                </a:lnTo>
                <a:lnTo>
                  <a:pt x="3543428" y="3927"/>
                </a:lnTo>
                <a:lnTo>
                  <a:pt x="3589576" y="15298"/>
                </a:lnTo>
                <a:lnTo>
                  <a:pt x="3632613" y="33494"/>
                </a:lnTo>
                <a:lnTo>
                  <a:pt x="3671919" y="57895"/>
                </a:lnTo>
                <a:lnTo>
                  <a:pt x="3706876" y="87884"/>
                </a:lnTo>
                <a:lnTo>
                  <a:pt x="3736864" y="122840"/>
                </a:lnTo>
                <a:lnTo>
                  <a:pt x="3761265" y="162146"/>
                </a:lnTo>
                <a:lnTo>
                  <a:pt x="3779461" y="205183"/>
                </a:lnTo>
                <a:lnTo>
                  <a:pt x="3790832" y="251331"/>
                </a:lnTo>
                <a:lnTo>
                  <a:pt x="3794759" y="299974"/>
                </a:lnTo>
                <a:lnTo>
                  <a:pt x="3794759" y="1499870"/>
                </a:lnTo>
                <a:lnTo>
                  <a:pt x="3790832" y="1548527"/>
                </a:lnTo>
                <a:lnTo>
                  <a:pt x="3779461" y="1594685"/>
                </a:lnTo>
                <a:lnTo>
                  <a:pt x="3761265" y="1637725"/>
                </a:lnTo>
                <a:lnTo>
                  <a:pt x="3736864" y="1677030"/>
                </a:lnTo>
                <a:lnTo>
                  <a:pt x="3706876" y="1711983"/>
                </a:lnTo>
                <a:lnTo>
                  <a:pt x="3671919" y="1741966"/>
                </a:lnTo>
                <a:lnTo>
                  <a:pt x="3632613" y="1766361"/>
                </a:lnTo>
                <a:lnTo>
                  <a:pt x="3589576" y="1784551"/>
                </a:lnTo>
                <a:lnTo>
                  <a:pt x="3543428" y="1795917"/>
                </a:lnTo>
                <a:lnTo>
                  <a:pt x="3494785" y="1799844"/>
                </a:lnTo>
                <a:lnTo>
                  <a:pt x="299974" y="1799844"/>
                </a:lnTo>
                <a:lnTo>
                  <a:pt x="251316" y="1795917"/>
                </a:lnTo>
                <a:lnTo>
                  <a:pt x="205158" y="1784551"/>
                </a:lnTo>
                <a:lnTo>
                  <a:pt x="162118" y="1766361"/>
                </a:lnTo>
                <a:lnTo>
                  <a:pt x="122813" y="1741966"/>
                </a:lnTo>
                <a:lnTo>
                  <a:pt x="87860" y="1711983"/>
                </a:lnTo>
                <a:lnTo>
                  <a:pt x="57877" y="1677030"/>
                </a:lnTo>
                <a:lnTo>
                  <a:pt x="33482" y="1637725"/>
                </a:lnTo>
                <a:lnTo>
                  <a:pt x="15292" y="1594685"/>
                </a:lnTo>
                <a:lnTo>
                  <a:pt x="3926" y="1548527"/>
                </a:lnTo>
                <a:lnTo>
                  <a:pt x="0" y="1499870"/>
                </a:lnTo>
                <a:lnTo>
                  <a:pt x="0" y="29997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727354" y="4465065"/>
            <a:ext cx="324866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0">
                <a:latin typeface="Arial MT"/>
                <a:cs typeface="Arial MT"/>
              </a:rPr>
              <a:t>Establish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CSMS</a:t>
            </a:r>
            <a:endParaRPr sz="1400">
              <a:latin typeface="Arial MT"/>
              <a:cs typeface="Arial MT"/>
            </a:endParaRPr>
          </a:p>
          <a:p>
            <a:pPr marL="185420" indent="-90805">
              <a:lnSpc>
                <a:spcPct val="100000"/>
              </a:lnSpc>
              <a:spcBef>
                <a:spcPts val="5"/>
              </a:spcBef>
              <a:buChar char="-"/>
              <a:tabLst>
                <a:tab pos="185420" algn="l"/>
              </a:tabLst>
            </a:pPr>
            <a:r>
              <a:rPr dirty="0" sz="1400" spc="-145">
                <a:latin typeface="Arial MT"/>
                <a:cs typeface="Arial MT"/>
              </a:rPr>
              <a:t>must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obtain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90">
                <a:latin typeface="Arial MT"/>
                <a:cs typeface="Arial MT"/>
              </a:rPr>
              <a:t>CSMS</a:t>
            </a:r>
            <a:r>
              <a:rPr dirty="0" sz="1400" spc="-30">
                <a:latin typeface="Arial MT"/>
                <a:cs typeface="Arial MT"/>
              </a:rPr>
              <a:t> certification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135">
                <a:latin typeface="Arial MT"/>
                <a:cs typeface="Arial MT"/>
              </a:rPr>
              <a:t>Apply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vehicle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according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CSMS</a:t>
            </a:r>
            <a:endParaRPr sz="1400">
              <a:latin typeface="Arial MT"/>
              <a:cs typeface="Arial MT"/>
            </a:endParaRPr>
          </a:p>
          <a:p>
            <a:pPr marL="185420" indent="-90805">
              <a:lnSpc>
                <a:spcPct val="100000"/>
              </a:lnSpc>
              <a:buChar char="-"/>
              <a:tabLst>
                <a:tab pos="185420" algn="l"/>
              </a:tabLst>
            </a:pPr>
            <a:r>
              <a:rPr dirty="0" sz="1400" spc="-145">
                <a:latin typeface="Arial MT"/>
                <a:cs typeface="Arial MT"/>
              </a:rPr>
              <a:t>must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obtain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VTA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27354" y="5531916"/>
            <a:ext cx="1901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80">
                <a:latin typeface="Arial MT"/>
                <a:cs typeface="Arial MT"/>
              </a:rPr>
              <a:t>*VTA</a:t>
            </a:r>
            <a:r>
              <a:rPr dirty="0" sz="1400" spc="-114">
                <a:latin typeface="Arial MT"/>
                <a:cs typeface="Arial MT"/>
              </a:rPr>
              <a:t> </a:t>
            </a:r>
            <a:r>
              <a:rPr dirty="0" sz="1400" spc="-75">
                <a:latin typeface="Arial MT"/>
                <a:cs typeface="Arial MT"/>
              </a:rPr>
              <a:t>: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Vehicle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65">
                <a:latin typeface="Arial MT"/>
                <a:cs typeface="Arial MT"/>
              </a:rPr>
              <a:t>Type</a:t>
            </a:r>
            <a:r>
              <a:rPr dirty="0" sz="1400" spc="-125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Approval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861559" y="4221479"/>
            <a:ext cx="3794760" cy="1800225"/>
          </a:xfrm>
          <a:custGeom>
            <a:avLst/>
            <a:gdLst/>
            <a:ahLst/>
            <a:cxnLst/>
            <a:rect l="l" t="t" r="r" b="b"/>
            <a:pathLst>
              <a:path w="3794759" h="1800225">
                <a:moveTo>
                  <a:pt x="0" y="299974"/>
                </a:moveTo>
                <a:lnTo>
                  <a:pt x="3927" y="251331"/>
                </a:lnTo>
                <a:lnTo>
                  <a:pt x="15298" y="205183"/>
                </a:lnTo>
                <a:lnTo>
                  <a:pt x="33494" y="162146"/>
                </a:lnTo>
                <a:lnTo>
                  <a:pt x="57895" y="122840"/>
                </a:lnTo>
                <a:lnTo>
                  <a:pt x="87884" y="87884"/>
                </a:lnTo>
                <a:lnTo>
                  <a:pt x="122840" y="57895"/>
                </a:lnTo>
                <a:lnTo>
                  <a:pt x="162146" y="33494"/>
                </a:lnTo>
                <a:lnTo>
                  <a:pt x="205183" y="15298"/>
                </a:lnTo>
                <a:lnTo>
                  <a:pt x="251331" y="3927"/>
                </a:lnTo>
                <a:lnTo>
                  <a:pt x="299974" y="0"/>
                </a:lnTo>
                <a:lnTo>
                  <a:pt x="3494786" y="0"/>
                </a:lnTo>
                <a:lnTo>
                  <a:pt x="3543428" y="3927"/>
                </a:lnTo>
                <a:lnTo>
                  <a:pt x="3589576" y="15298"/>
                </a:lnTo>
                <a:lnTo>
                  <a:pt x="3632613" y="33494"/>
                </a:lnTo>
                <a:lnTo>
                  <a:pt x="3671919" y="57895"/>
                </a:lnTo>
                <a:lnTo>
                  <a:pt x="3706876" y="87884"/>
                </a:lnTo>
                <a:lnTo>
                  <a:pt x="3736864" y="122840"/>
                </a:lnTo>
                <a:lnTo>
                  <a:pt x="3761265" y="162146"/>
                </a:lnTo>
                <a:lnTo>
                  <a:pt x="3779461" y="205183"/>
                </a:lnTo>
                <a:lnTo>
                  <a:pt x="3790832" y="251331"/>
                </a:lnTo>
                <a:lnTo>
                  <a:pt x="3794760" y="299974"/>
                </a:lnTo>
                <a:lnTo>
                  <a:pt x="3794760" y="1499870"/>
                </a:lnTo>
                <a:lnTo>
                  <a:pt x="3790832" y="1548527"/>
                </a:lnTo>
                <a:lnTo>
                  <a:pt x="3779461" y="1594685"/>
                </a:lnTo>
                <a:lnTo>
                  <a:pt x="3761265" y="1637725"/>
                </a:lnTo>
                <a:lnTo>
                  <a:pt x="3736864" y="1677030"/>
                </a:lnTo>
                <a:lnTo>
                  <a:pt x="3706875" y="1711983"/>
                </a:lnTo>
                <a:lnTo>
                  <a:pt x="3671919" y="1741966"/>
                </a:lnTo>
                <a:lnTo>
                  <a:pt x="3632613" y="1766361"/>
                </a:lnTo>
                <a:lnTo>
                  <a:pt x="3589576" y="1784551"/>
                </a:lnTo>
                <a:lnTo>
                  <a:pt x="3543428" y="1795917"/>
                </a:lnTo>
                <a:lnTo>
                  <a:pt x="3494786" y="1799844"/>
                </a:lnTo>
                <a:lnTo>
                  <a:pt x="299974" y="1799844"/>
                </a:lnTo>
                <a:lnTo>
                  <a:pt x="251331" y="1795917"/>
                </a:lnTo>
                <a:lnTo>
                  <a:pt x="205183" y="1784551"/>
                </a:lnTo>
                <a:lnTo>
                  <a:pt x="162146" y="1766361"/>
                </a:lnTo>
                <a:lnTo>
                  <a:pt x="122840" y="1741966"/>
                </a:lnTo>
                <a:lnTo>
                  <a:pt x="87884" y="1711983"/>
                </a:lnTo>
                <a:lnTo>
                  <a:pt x="57895" y="1677030"/>
                </a:lnTo>
                <a:lnTo>
                  <a:pt x="33494" y="1637725"/>
                </a:lnTo>
                <a:lnTo>
                  <a:pt x="15298" y="1594685"/>
                </a:lnTo>
                <a:lnTo>
                  <a:pt x="3927" y="1548527"/>
                </a:lnTo>
                <a:lnTo>
                  <a:pt x="0" y="1499870"/>
                </a:lnTo>
                <a:lnTo>
                  <a:pt x="0" y="29997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5028691" y="4571746"/>
            <a:ext cx="3354070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0">
                <a:latin typeface="Arial MT"/>
                <a:cs typeface="Arial MT"/>
              </a:rPr>
              <a:t>Establish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CSMS</a:t>
            </a:r>
            <a:endParaRPr sz="1400">
              <a:latin typeface="Arial MT"/>
              <a:cs typeface="Arial MT"/>
            </a:endParaRPr>
          </a:p>
          <a:p>
            <a:pPr marL="185420" indent="-90805">
              <a:lnSpc>
                <a:spcPct val="100000"/>
              </a:lnSpc>
              <a:spcBef>
                <a:spcPts val="5"/>
              </a:spcBef>
              <a:buChar char="-"/>
              <a:tabLst>
                <a:tab pos="185420" algn="l"/>
              </a:tabLst>
            </a:pPr>
            <a:r>
              <a:rPr dirty="0" sz="1400" spc="-120">
                <a:latin typeface="Arial MT"/>
                <a:cs typeface="Arial MT"/>
              </a:rPr>
              <a:t>(Optional)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obtain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85">
                <a:latin typeface="Arial MT"/>
                <a:cs typeface="Arial MT"/>
              </a:rPr>
              <a:t>CSMS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30">
                <a:latin typeface="Arial MT"/>
                <a:cs typeface="Arial MT"/>
              </a:rPr>
              <a:t>certification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135">
                <a:latin typeface="Arial MT"/>
                <a:cs typeface="Arial MT"/>
              </a:rPr>
              <a:t>Apply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products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according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CSMS</a:t>
            </a:r>
            <a:endParaRPr sz="1400">
              <a:latin typeface="Arial MT"/>
              <a:cs typeface="Arial MT"/>
            </a:endParaRPr>
          </a:p>
          <a:p>
            <a:pPr marL="177165" marR="35560" indent="-82550">
              <a:lnSpc>
                <a:spcPct val="100000"/>
              </a:lnSpc>
              <a:buChar char="-"/>
              <a:tabLst>
                <a:tab pos="177165" algn="l"/>
                <a:tab pos="185420" algn="l"/>
              </a:tabLst>
            </a:pP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125">
                <a:latin typeface="Arial MT"/>
                <a:cs typeface="Arial MT"/>
              </a:rPr>
              <a:t>provide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supporting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documentation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help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OEMs </a:t>
            </a:r>
            <a:r>
              <a:rPr dirty="0" sz="1400" spc="-120">
                <a:latin typeface="Arial MT"/>
                <a:cs typeface="Arial MT"/>
              </a:rPr>
              <a:t>obtain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VTA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55370" y="6176264"/>
            <a:ext cx="79324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25" i="1">
                <a:solidFill>
                  <a:srgbClr val="CC3300"/>
                </a:solidFill>
                <a:latin typeface="Arial"/>
                <a:cs typeface="Arial"/>
              </a:rPr>
              <a:t>Tier</a:t>
            </a:r>
            <a:r>
              <a:rPr dirty="0" sz="1400" spc="-5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14" i="1">
                <a:solidFill>
                  <a:srgbClr val="CC3300"/>
                </a:solidFill>
                <a:latin typeface="Arial"/>
                <a:cs typeface="Arial"/>
              </a:rPr>
              <a:t>shall</a:t>
            </a:r>
            <a:r>
              <a:rPr dirty="0" sz="1400" spc="-5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35" i="1">
                <a:solidFill>
                  <a:srgbClr val="CC3300"/>
                </a:solidFill>
                <a:latin typeface="Arial"/>
                <a:cs typeface="Arial"/>
              </a:rPr>
              <a:t>ensure</a:t>
            </a:r>
            <a:r>
              <a:rPr dirty="0" sz="1400" spc="-3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14" i="1">
                <a:solidFill>
                  <a:srgbClr val="CC3300"/>
                </a:solidFill>
                <a:latin typeface="Arial"/>
                <a:cs typeface="Arial"/>
              </a:rPr>
              <a:t>that</a:t>
            </a:r>
            <a:r>
              <a:rPr dirty="0" sz="1400" spc="-2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30" i="1">
                <a:solidFill>
                  <a:srgbClr val="CC3300"/>
                </a:solidFill>
                <a:latin typeface="Arial"/>
                <a:cs typeface="Arial"/>
              </a:rPr>
              <a:t>product</a:t>
            </a:r>
            <a:r>
              <a:rPr dirty="0" sz="1400" spc="-4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40" i="1">
                <a:solidFill>
                  <a:srgbClr val="CC3300"/>
                </a:solidFill>
                <a:latin typeface="Arial"/>
                <a:cs typeface="Arial"/>
              </a:rPr>
              <a:t>development</a:t>
            </a:r>
            <a:r>
              <a:rPr dirty="0" sz="1400" spc="-2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00" i="1">
                <a:solidFill>
                  <a:srgbClr val="CC3300"/>
                </a:solidFill>
                <a:latin typeface="Arial"/>
                <a:cs typeface="Arial"/>
              </a:rPr>
              <a:t>is</a:t>
            </a:r>
            <a:r>
              <a:rPr dirty="0" sz="1400" spc="-4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35" i="1">
                <a:solidFill>
                  <a:srgbClr val="CC3300"/>
                </a:solidFill>
                <a:latin typeface="Arial"/>
                <a:cs typeface="Arial"/>
              </a:rPr>
              <a:t>conducted</a:t>
            </a:r>
            <a:r>
              <a:rPr dirty="0" sz="1400" spc="-3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14" i="1">
                <a:solidFill>
                  <a:srgbClr val="CC3300"/>
                </a:solidFill>
                <a:latin typeface="Arial"/>
                <a:cs typeface="Arial"/>
              </a:rPr>
              <a:t>to</a:t>
            </a:r>
            <a:r>
              <a:rPr dirty="0" sz="1400" spc="-4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35" i="1">
                <a:solidFill>
                  <a:srgbClr val="CC3300"/>
                </a:solidFill>
                <a:latin typeface="Arial"/>
                <a:cs typeface="Arial"/>
              </a:rPr>
              <a:t>ensure</a:t>
            </a:r>
            <a:r>
              <a:rPr dirty="0" sz="1400" spc="-3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25" i="1">
                <a:solidFill>
                  <a:srgbClr val="CC3300"/>
                </a:solidFill>
                <a:latin typeface="Arial"/>
                <a:cs typeface="Arial"/>
              </a:rPr>
              <a:t>cybersecurity</a:t>
            </a:r>
            <a:r>
              <a:rPr dirty="0" sz="1400" spc="-2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40" i="1">
                <a:solidFill>
                  <a:srgbClr val="CC3300"/>
                </a:solidFill>
                <a:latin typeface="Arial"/>
                <a:cs typeface="Arial"/>
              </a:rPr>
              <a:t>compliance</a:t>
            </a:r>
            <a:r>
              <a:rPr dirty="0" sz="1400" spc="-4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45" i="1">
                <a:solidFill>
                  <a:srgbClr val="CC3300"/>
                </a:solidFill>
                <a:latin typeface="Arial"/>
                <a:cs typeface="Arial"/>
              </a:rPr>
              <a:t>based</a:t>
            </a:r>
            <a:r>
              <a:rPr dirty="0" sz="1400" spc="-3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50" i="1">
                <a:solidFill>
                  <a:srgbClr val="CC3300"/>
                </a:solidFill>
                <a:latin typeface="Arial"/>
                <a:cs typeface="Arial"/>
              </a:rPr>
              <a:t>on</a:t>
            </a:r>
            <a:r>
              <a:rPr dirty="0" sz="1400" spc="-4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25" i="1">
                <a:solidFill>
                  <a:srgbClr val="CC3300"/>
                </a:solidFill>
                <a:latin typeface="Arial"/>
                <a:cs typeface="Arial"/>
              </a:rPr>
              <a:t>the</a:t>
            </a:r>
            <a:r>
              <a:rPr dirty="0" sz="1400" spc="-4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55" i="1">
                <a:solidFill>
                  <a:srgbClr val="CC3300"/>
                </a:solidFill>
                <a:latin typeface="Arial"/>
                <a:cs typeface="Arial"/>
              </a:rPr>
              <a:t>ISO/SAE</a:t>
            </a:r>
            <a:r>
              <a:rPr dirty="0" sz="1400" spc="-6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CC3300"/>
                </a:solidFill>
                <a:latin typeface="Arial"/>
                <a:cs typeface="Arial"/>
              </a:rPr>
              <a:t>21434 </a:t>
            </a:r>
            <a:r>
              <a:rPr dirty="0" sz="1400" spc="-130" i="1">
                <a:solidFill>
                  <a:srgbClr val="CC3300"/>
                </a:solidFill>
                <a:latin typeface="Arial"/>
                <a:cs typeface="Arial"/>
              </a:rPr>
              <a:t>standard</a:t>
            </a:r>
            <a:r>
              <a:rPr dirty="0" sz="1400" spc="-3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50" i="1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dirty="0" sz="1400" spc="-4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14" i="1">
                <a:solidFill>
                  <a:srgbClr val="CC3300"/>
                </a:solidFill>
                <a:latin typeface="Arial"/>
                <a:cs typeface="Arial"/>
              </a:rPr>
              <a:t>shall</a:t>
            </a:r>
            <a:r>
              <a:rPr dirty="0" sz="1400" spc="-5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35" i="1">
                <a:solidFill>
                  <a:srgbClr val="CC3300"/>
                </a:solidFill>
                <a:latin typeface="Arial"/>
                <a:cs typeface="Arial"/>
              </a:rPr>
              <a:t>submit</a:t>
            </a:r>
            <a:r>
              <a:rPr dirty="0" sz="1400" spc="-3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45" i="1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dirty="0" sz="1400" spc="-5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10" i="1">
                <a:solidFill>
                  <a:srgbClr val="CC3300"/>
                </a:solidFill>
                <a:latin typeface="Arial"/>
                <a:cs typeface="Arial"/>
              </a:rPr>
              <a:t>retain</a:t>
            </a:r>
            <a:r>
              <a:rPr dirty="0" sz="1400" spc="-4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90" i="1">
                <a:solidFill>
                  <a:srgbClr val="CC3300"/>
                </a:solidFill>
                <a:latin typeface="Arial"/>
                <a:cs typeface="Arial"/>
              </a:rPr>
              <a:t>all</a:t>
            </a:r>
            <a:r>
              <a:rPr dirty="0" sz="1400" spc="-5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25" i="1">
                <a:solidFill>
                  <a:srgbClr val="CC3300"/>
                </a:solidFill>
                <a:latin typeface="Arial"/>
                <a:cs typeface="Arial"/>
              </a:rPr>
              <a:t>deliverables</a:t>
            </a:r>
            <a:r>
              <a:rPr dirty="0" sz="1400" spc="-4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25" i="1">
                <a:solidFill>
                  <a:srgbClr val="CC3300"/>
                </a:solidFill>
                <a:latin typeface="Arial"/>
                <a:cs typeface="Arial"/>
              </a:rPr>
              <a:t>required</a:t>
            </a:r>
            <a:r>
              <a:rPr dirty="0" sz="1400" spc="-3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45" i="1">
                <a:solidFill>
                  <a:srgbClr val="CC3300"/>
                </a:solidFill>
                <a:latin typeface="Arial"/>
                <a:cs typeface="Arial"/>
              </a:rPr>
              <a:t>by</a:t>
            </a:r>
            <a:r>
              <a:rPr dirty="0" sz="1400" spc="-4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25" i="1">
                <a:solidFill>
                  <a:srgbClr val="CC3300"/>
                </a:solidFill>
                <a:latin typeface="Arial"/>
                <a:cs typeface="Arial"/>
              </a:rPr>
              <a:t>the</a:t>
            </a:r>
            <a:r>
              <a:rPr dirty="0" sz="1400" spc="-3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30" i="1">
                <a:solidFill>
                  <a:srgbClr val="CC3300"/>
                </a:solidFill>
                <a:latin typeface="Arial"/>
                <a:cs typeface="Arial"/>
              </a:rPr>
              <a:t>standard</a:t>
            </a:r>
            <a:r>
              <a:rPr dirty="0" sz="1400" spc="-3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14" i="1">
                <a:solidFill>
                  <a:srgbClr val="CC3300"/>
                </a:solidFill>
                <a:latin typeface="Arial"/>
                <a:cs typeface="Arial"/>
              </a:rPr>
              <a:t>to</a:t>
            </a:r>
            <a:r>
              <a:rPr dirty="0" sz="1400" spc="-4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30" i="1">
                <a:solidFill>
                  <a:srgbClr val="CC3300"/>
                </a:solidFill>
                <a:latin typeface="Arial"/>
                <a:cs typeface="Arial"/>
              </a:rPr>
              <a:t>enable</a:t>
            </a:r>
            <a:r>
              <a:rPr dirty="0" sz="1400" spc="-4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85" i="1">
                <a:solidFill>
                  <a:srgbClr val="CC3300"/>
                </a:solidFill>
                <a:latin typeface="Arial"/>
                <a:cs typeface="Arial"/>
              </a:rPr>
              <a:t>OEMs</a:t>
            </a:r>
            <a:r>
              <a:rPr dirty="0" sz="1400" spc="-6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14" i="1">
                <a:solidFill>
                  <a:srgbClr val="CC3300"/>
                </a:solidFill>
                <a:latin typeface="Arial"/>
                <a:cs typeface="Arial"/>
              </a:rPr>
              <a:t>to</a:t>
            </a:r>
            <a:r>
              <a:rPr dirty="0" sz="1400" spc="-30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25" i="1">
                <a:solidFill>
                  <a:srgbClr val="CC3300"/>
                </a:solidFill>
                <a:latin typeface="Arial"/>
                <a:cs typeface="Arial"/>
              </a:rPr>
              <a:t>obtain</a:t>
            </a:r>
            <a:r>
              <a:rPr dirty="0" sz="1400" spc="-5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145" i="1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dirty="0" sz="1400" spc="-45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400" spc="-20" i="1">
                <a:solidFill>
                  <a:srgbClr val="CC3300"/>
                </a:solidFill>
                <a:latin typeface="Arial"/>
                <a:cs typeface="Arial"/>
              </a:rPr>
              <a:t>VTA.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6148070"/>
            <a:chOff x="0" y="0"/>
            <a:chExt cx="9906000" cy="614807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560"/>
              <a:ext cx="2865996" cy="19799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051" y="1053083"/>
              <a:ext cx="8881872" cy="505663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78395" y="4073652"/>
              <a:ext cx="2298192" cy="20741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2767469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740486"/>
            <a:ext cx="6176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collection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measures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can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used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protect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assets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203" y="1620389"/>
            <a:ext cx="9778796" cy="37046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4845"/>
              <a:ext cx="1756549" cy="20370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8744585" cy="904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20100"/>
              </a:lnSpc>
              <a:spcBef>
                <a:spcPts val="1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0">
                <a:latin typeface="Arial MT"/>
                <a:cs typeface="Arial MT"/>
              </a:rPr>
              <a:t>Specifies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engineering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management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regarding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concept,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product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development, </a:t>
            </a:r>
            <a:r>
              <a:rPr dirty="0" sz="1600" spc="-145">
                <a:latin typeface="Arial MT"/>
                <a:cs typeface="Arial MT"/>
              </a:rPr>
              <a:t>production,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operation,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maintenance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decommissioning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electrical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electronic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(E/E)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systems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road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65">
                <a:latin typeface="Arial MT"/>
                <a:cs typeface="Arial MT"/>
              </a:rPr>
              <a:t>vehicles, </a:t>
            </a:r>
            <a:r>
              <a:rPr dirty="0" sz="1600" spc="-135">
                <a:latin typeface="Arial MT"/>
                <a:cs typeface="Arial MT"/>
              </a:rPr>
              <a:t>including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their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interfaces.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4119" y="1713903"/>
            <a:ext cx="7936311" cy="50849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271270"/>
            <a:chOff x="0" y="0"/>
            <a:chExt cx="9906000" cy="127127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6207493" cy="2540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920496" y="836675"/>
              <a:ext cx="8065134" cy="433070"/>
            </a:xfrm>
            <a:custGeom>
              <a:avLst/>
              <a:gdLst/>
              <a:ahLst/>
              <a:cxnLst/>
              <a:rect l="l" t="t" r="r" b="b"/>
              <a:pathLst>
                <a:path w="8065134" h="433069">
                  <a:moveTo>
                    <a:pt x="0" y="72136"/>
                  </a:moveTo>
                  <a:lnTo>
                    <a:pt x="5668" y="44041"/>
                  </a:lnTo>
                  <a:lnTo>
                    <a:pt x="21128" y="21113"/>
                  </a:lnTo>
                  <a:lnTo>
                    <a:pt x="44057" y="5663"/>
                  </a:lnTo>
                  <a:lnTo>
                    <a:pt x="72135" y="0"/>
                  </a:lnTo>
                  <a:lnTo>
                    <a:pt x="7992872" y="0"/>
                  </a:lnTo>
                  <a:lnTo>
                    <a:pt x="8020966" y="5663"/>
                  </a:lnTo>
                  <a:lnTo>
                    <a:pt x="8043894" y="21113"/>
                  </a:lnTo>
                  <a:lnTo>
                    <a:pt x="8059344" y="44041"/>
                  </a:lnTo>
                  <a:lnTo>
                    <a:pt x="8065008" y="72136"/>
                  </a:lnTo>
                  <a:lnTo>
                    <a:pt x="8065008" y="360679"/>
                  </a:lnTo>
                  <a:lnTo>
                    <a:pt x="8059344" y="388774"/>
                  </a:lnTo>
                  <a:lnTo>
                    <a:pt x="8043894" y="411702"/>
                  </a:lnTo>
                  <a:lnTo>
                    <a:pt x="8020966" y="427152"/>
                  </a:lnTo>
                  <a:lnTo>
                    <a:pt x="7992872" y="432815"/>
                  </a:lnTo>
                  <a:lnTo>
                    <a:pt x="72135" y="432815"/>
                  </a:lnTo>
                  <a:lnTo>
                    <a:pt x="44057" y="427152"/>
                  </a:lnTo>
                  <a:lnTo>
                    <a:pt x="21128" y="411702"/>
                  </a:lnTo>
                  <a:lnTo>
                    <a:pt x="5668" y="388774"/>
                  </a:lnTo>
                  <a:lnTo>
                    <a:pt x="0" y="360679"/>
                  </a:lnTo>
                  <a:lnTo>
                    <a:pt x="0" y="721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Organizational</a:t>
            </a:r>
            <a:r>
              <a:rPr dirty="0" spc="50"/>
              <a:t> </a:t>
            </a:r>
            <a:r>
              <a:rPr dirty="0" spc="-155"/>
              <a:t>cybersecurity</a:t>
            </a:r>
            <a:r>
              <a:rPr dirty="0" spc="10"/>
              <a:t> </a:t>
            </a:r>
            <a:r>
              <a:rPr dirty="0" spc="-185"/>
              <a:t>management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920496" y="1341119"/>
            <a:ext cx="576580" cy="4582795"/>
          </a:xfrm>
          <a:custGeom>
            <a:avLst/>
            <a:gdLst/>
            <a:ahLst/>
            <a:cxnLst/>
            <a:rect l="l" t="t" r="r" b="b"/>
            <a:pathLst>
              <a:path w="576580" h="4582795">
                <a:moveTo>
                  <a:pt x="96012" y="4582668"/>
                </a:moveTo>
                <a:lnTo>
                  <a:pt x="58641" y="4575122"/>
                </a:lnTo>
                <a:lnTo>
                  <a:pt x="28122" y="4554545"/>
                </a:lnTo>
                <a:lnTo>
                  <a:pt x="7545" y="4524026"/>
                </a:lnTo>
                <a:lnTo>
                  <a:pt x="0" y="4486656"/>
                </a:lnTo>
                <a:lnTo>
                  <a:pt x="0" y="96012"/>
                </a:lnTo>
                <a:lnTo>
                  <a:pt x="7545" y="58614"/>
                </a:lnTo>
                <a:lnTo>
                  <a:pt x="28122" y="28098"/>
                </a:lnTo>
                <a:lnTo>
                  <a:pt x="58641" y="7536"/>
                </a:lnTo>
                <a:lnTo>
                  <a:pt x="96012" y="0"/>
                </a:lnTo>
                <a:lnTo>
                  <a:pt x="480059" y="0"/>
                </a:lnTo>
                <a:lnTo>
                  <a:pt x="517457" y="7536"/>
                </a:lnTo>
                <a:lnTo>
                  <a:pt x="547973" y="28098"/>
                </a:lnTo>
                <a:lnTo>
                  <a:pt x="568535" y="58614"/>
                </a:lnTo>
                <a:lnTo>
                  <a:pt x="576072" y="96012"/>
                </a:lnTo>
                <a:lnTo>
                  <a:pt x="576072" y="4486656"/>
                </a:lnTo>
                <a:lnTo>
                  <a:pt x="568535" y="4524026"/>
                </a:lnTo>
                <a:lnTo>
                  <a:pt x="547973" y="4554545"/>
                </a:lnTo>
                <a:lnTo>
                  <a:pt x="517457" y="4575122"/>
                </a:lnTo>
                <a:lnTo>
                  <a:pt x="480059" y="4582668"/>
                </a:lnTo>
                <a:lnTo>
                  <a:pt x="96012" y="458266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069087" y="1694641"/>
            <a:ext cx="288290" cy="387985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145"/>
              </a:lnSpc>
            </a:pPr>
            <a:r>
              <a:rPr dirty="0" sz="1800" spc="-150">
                <a:latin typeface="Arial MT"/>
                <a:cs typeface="Arial MT"/>
              </a:rPr>
              <a:t>Project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90">
                <a:latin typeface="Arial MT"/>
                <a:cs typeface="Arial MT"/>
              </a:rPr>
              <a:t>Dependent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55">
                <a:latin typeface="Arial MT"/>
                <a:cs typeface="Arial MT"/>
              </a:rPr>
              <a:t>cybersecurity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85">
                <a:latin typeface="Arial MT"/>
                <a:cs typeface="Arial MT"/>
              </a:rPr>
              <a:t>management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641348" y="1412747"/>
            <a:ext cx="6612890" cy="864235"/>
          </a:xfrm>
          <a:custGeom>
            <a:avLst/>
            <a:gdLst/>
            <a:ahLst/>
            <a:cxnLst/>
            <a:rect l="l" t="t" r="r" b="b"/>
            <a:pathLst>
              <a:path w="6612890" h="864235">
                <a:moveTo>
                  <a:pt x="0" y="144017"/>
                </a:moveTo>
                <a:lnTo>
                  <a:pt x="7345" y="98511"/>
                </a:lnTo>
                <a:lnTo>
                  <a:pt x="27797" y="58978"/>
                </a:lnTo>
                <a:lnTo>
                  <a:pt x="58978" y="27797"/>
                </a:lnTo>
                <a:lnTo>
                  <a:pt x="98511" y="7345"/>
                </a:lnTo>
                <a:lnTo>
                  <a:pt x="144018" y="0"/>
                </a:lnTo>
                <a:lnTo>
                  <a:pt x="1943862" y="0"/>
                </a:lnTo>
                <a:lnTo>
                  <a:pt x="1989368" y="7345"/>
                </a:lnTo>
                <a:lnTo>
                  <a:pt x="2028901" y="27797"/>
                </a:lnTo>
                <a:lnTo>
                  <a:pt x="2060082" y="58978"/>
                </a:lnTo>
                <a:lnTo>
                  <a:pt x="2080534" y="98511"/>
                </a:lnTo>
                <a:lnTo>
                  <a:pt x="2087879" y="144017"/>
                </a:lnTo>
                <a:lnTo>
                  <a:pt x="2087879" y="720089"/>
                </a:lnTo>
                <a:lnTo>
                  <a:pt x="2080534" y="765596"/>
                </a:lnTo>
                <a:lnTo>
                  <a:pt x="2060082" y="805129"/>
                </a:lnTo>
                <a:lnTo>
                  <a:pt x="2028901" y="836310"/>
                </a:lnTo>
                <a:lnTo>
                  <a:pt x="1989368" y="856762"/>
                </a:lnTo>
                <a:lnTo>
                  <a:pt x="1943862" y="864107"/>
                </a:lnTo>
                <a:lnTo>
                  <a:pt x="144018" y="864107"/>
                </a:lnTo>
                <a:lnTo>
                  <a:pt x="98511" y="856762"/>
                </a:lnTo>
                <a:lnTo>
                  <a:pt x="58978" y="836310"/>
                </a:lnTo>
                <a:lnTo>
                  <a:pt x="27797" y="805129"/>
                </a:lnTo>
                <a:lnTo>
                  <a:pt x="7345" y="765596"/>
                </a:lnTo>
                <a:lnTo>
                  <a:pt x="0" y="720089"/>
                </a:lnTo>
                <a:lnTo>
                  <a:pt x="0" y="144017"/>
                </a:lnTo>
                <a:close/>
              </a:path>
              <a:path w="6612890" h="864235">
                <a:moveTo>
                  <a:pt x="4524756" y="144017"/>
                </a:moveTo>
                <a:lnTo>
                  <a:pt x="4532101" y="98511"/>
                </a:lnTo>
                <a:lnTo>
                  <a:pt x="4552553" y="58978"/>
                </a:lnTo>
                <a:lnTo>
                  <a:pt x="4583734" y="27797"/>
                </a:lnTo>
                <a:lnTo>
                  <a:pt x="4623267" y="7345"/>
                </a:lnTo>
                <a:lnTo>
                  <a:pt x="4668774" y="0"/>
                </a:lnTo>
                <a:lnTo>
                  <a:pt x="6468618" y="0"/>
                </a:lnTo>
                <a:lnTo>
                  <a:pt x="6514124" y="7345"/>
                </a:lnTo>
                <a:lnTo>
                  <a:pt x="6553657" y="27797"/>
                </a:lnTo>
                <a:lnTo>
                  <a:pt x="6584838" y="58978"/>
                </a:lnTo>
                <a:lnTo>
                  <a:pt x="6605290" y="98511"/>
                </a:lnTo>
                <a:lnTo>
                  <a:pt x="6612635" y="144017"/>
                </a:lnTo>
                <a:lnTo>
                  <a:pt x="6612635" y="720089"/>
                </a:lnTo>
                <a:lnTo>
                  <a:pt x="6605290" y="765596"/>
                </a:lnTo>
                <a:lnTo>
                  <a:pt x="6584838" y="805129"/>
                </a:lnTo>
                <a:lnTo>
                  <a:pt x="6553657" y="836310"/>
                </a:lnTo>
                <a:lnTo>
                  <a:pt x="6514124" y="856762"/>
                </a:lnTo>
                <a:lnTo>
                  <a:pt x="6468618" y="864107"/>
                </a:lnTo>
                <a:lnTo>
                  <a:pt x="4668774" y="864107"/>
                </a:lnTo>
                <a:lnTo>
                  <a:pt x="4623267" y="856762"/>
                </a:lnTo>
                <a:lnTo>
                  <a:pt x="4583734" y="836310"/>
                </a:lnTo>
                <a:lnTo>
                  <a:pt x="4552553" y="805129"/>
                </a:lnTo>
                <a:lnTo>
                  <a:pt x="4532101" y="765596"/>
                </a:lnTo>
                <a:lnTo>
                  <a:pt x="4524756" y="720089"/>
                </a:lnTo>
                <a:lnTo>
                  <a:pt x="4524756" y="144017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409431" y="1341119"/>
            <a:ext cx="576580" cy="4582795"/>
          </a:xfrm>
          <a:custGeom>
            <a:avLst/>
            <a:gdLst/>
            <a:ahLst/>
            <a:cxnLst/>
            <a:rect l="l" t="t" r="r" b="b"/>
            <a:pathLst>
              <a:path w="576579" h="4582795">
                <a:moveTo>
                  <a:pt x="96012" y="4582668"/>
                </a:moveTo>
                <a:lnTo>
                  <a:pt x="58614" y="4575122"/>
                </a:lnTo>
                <a:lnTo>
                  <a:pt x="28098" y="4554545"/>
                </a:lnTo>
                <a:lnTo>
                  <a:pt x="7536" y="4524026"/>
                </a:lnTo>
                <a:lnTo>
                  <a:pt x="0" y="4486656"/>
                </a:lnTo>
                <a:lnTo>
                  <a:pt x="0" y="96012"/>
                </a:lnTo>
                <a:lnTo>
                  <a:pt x="7536" y="58614"/>
                </a:lnTo>
                <a:lnTo>
                  <a:pt x="28098" y="28098"/>
                </a:lnTo>
                <a:lnTo>
                  <a:pt x="58614" y="7536"/>
                </a:lnTo>
                <a:lnTo>
                  <a:pt x="96012" y="0"/>
                </a:lnTo>
                <a:lnTo>
                  <a:pt x="480060" y="0"/>
                </a:lnTo>
                <a:lnTo>
                  <a:pt x="517457" y="7536"/>
                </a:lnTo>
                <a:lnTo>
                  <a:pt x="547973" y="28098"/>
                </a:lnTo>
                <a:lnTo>
                  <a:pt x="568535" y="58614"/>
                </a:lnTo>
                <a:lnTo>
                  <a:pt x="576072" y="96012"/>
                </a:lnTo>
                <a:lnTo>
                  <a:pt x="576072" y="4486656"/>
                </a:lnTo>
                <a:lnTo>
                  <a:pt x="568535" y="4524026"/>
                </a:lnTo>
                <a:lnTo>
                  <a:pt x="547973" y="4554545"/>
                </a:lnTo>
                <a:lnTo>
                  <a:pt x="517457" y="4575122"/>
                </a:lnTo>
                <a:lnTo>
                  <a:pt x="480060" y="4582668"/>
                </a:lnTo>
                <a:lnTo>
                  <a:pt x="96012" y="458266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559039" y="2211163"/>
            <a:ext cx="288290" cy="28486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145"/>
              </a:lnSpc>
            </a:pPr>
            <a:r>
              <a:rPr dirty="0" sz="1800" spc="-155">
                <a:latin typeface="Arial MT"/>
                <a:cs typeface="Arial MT"/>
              </a:rPr>
              <a:t>Distributed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55">
                <a:latin typeface="Arial MT"/>
                <a:cs typeface="Arial MT"/>
              </a:rPr>
              <a:t>cybersecurity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10">
                <a:latin typeface="Arial MT"/>
                <a:cs typeface="Arial MT"/>
              </a:rPr>
              <a:t>activities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624573" y="1553717"/>
            <a:ext cx="11709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</a:pPr>
            <a:r>
              <a:rPr dirty="0" sz="1800" spc="-165">
                <a:latin typeface="Arial MT"/>
                <a:cs typeface="Arial MT"/>
              </a:rPr>
              <a:t>Cybersecurity </a:t>
            </a:r>
            <a:r>
              <a:rPr dirty="0" sz="1800" spc="-55">
                <a:latin typeface="Arial MT"/>
                <a:cs typeface="Arial MT"/>
              </a:rPr>
              <a:t>validation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289048" y="2709672"/>
            <a:ext cx="5328285" cy="862965"/>
          </a:xfrm>
          <a:custGeom>
            <a:avLst/>
            <a:gdLst/>
            <a:ahLst/>
            <a:cxnLst/>
            <a:rect l="l" t="t" r="r" b="b"/>
            <a:pathLst>
              <a:path w="5328284" h="862964">
                <a:moveTo>
                  <a:pt x="0" y="143763"/>
                </a:moveTo>
                <a:lnTo>
                  <a:pt x="7331" y="98332"/>
                </a:lnTo>
                <a:lnTo>
                  <a:pt x="27744" y="58869"/>
                </a:lnTo>
                <a:lnTo>
                  <a:pt x="58869" y="27744"/>
                </a:lnTo>
                <a:lnTo>
                  <a:pt x="98332" y="7331"/>
                </a:lnTo>
                <a:lnTo>
                  <a:pt x="143763" y="0"/>
                </a:lnTo>
                <a:lnTo>
                  <a:pt x="1944115" y="0"/>
                </a:lnTo>
                <a:lnTo>
                  <a:pt x="1989547" y="7331"/>
                </a:lnTo>
                <a:lnTo>
                  <a:pt x="2029010" y="27744"/>
                </a:lnTo>
                <a:lnTo>
                  <a:pt x="2060135" y="58869"/>
                </a:lnTo>
                <a:lnTo>
                  <a:pt x="2080548" y="98332"/>
                </a:lnTo>
                <a:lnTo>
                  <a:pt x="2087879" y="143763"/>
                </a:lnTo>
                <a:lnTo>
                  <a:pt x="2087879" y="718819"/>
                </a:lnTo>
                <a:lnTo>
                  <a:pt x="2080548" y="764251"/>
                </a:lnTo>
                <a:lnTo>
                  <a:pt x="2060135" y="803714"/>
                </a:lnTo>
                <a:lnTo>
                  <a:pt x="2029010" y="834839"/>
                </a:lnTo>
                <a:lnTo>
                  <a:pt x="1989547" y="855252"/>
                </a:lnTo>
                <a:lnTo>
                  <a:pt x="1944115" y="862583"/>
                </a:lnTo>
                <a:lnTo>
                  <a:pt x="143763" y="862583"/>
                </a:lnTo>
                <a:lnTo>
                  <a:pt x="98332" y="855252"/>
                </a:lnTo>
                <a:lnTo>
                  <a:pt x="58869" y="834839"/>
                </a:lnTo>
                <a:lnTo>
                  <a:pt x="27744" y="803714"/>
                </a:lnTo>
                <a:lnTo>
                  <a:pt x="7331" y="764251"/>
                </a:lnTo>
                <a:lnTo>
                  <a:pt x="0" y="718819"/>
                </a:lnTo>
                <a:lnTo>
                  <a:pt x="0" y="143763"/>
                </a:lnTo>
                <a:close/>
              </a:path>
              <a:path w="5328284" h="862964">
                <a:moveTo>
                  <a:pt x="3240024" y="143763"/>
                </a:moveTo>
                <a:lnTo>
                  <a:pt x="3247355" y="98332"/>
                </a:lnTo>
                <a:lnTo>
                  <a:pt x="3267768" y="58869"/>
                </a:lnTo>
                <a:lnTo>
                  <a:pt x="3298893" y="27744"/>
                </a:lnTo>
                <a:lnTo>
                  <a:pt x="3338356" y="7331"/>
                </a:lnTo>
                <a:lnTo>
                  <a:pt x="3383788" y="0"/>
                </a:lnTo>
                <a:lnTo>
                  <a:pt x="5184140" y="0"/>
                </a:lnTo>
                <a:lnTo>
                  <a:pt x="5229571" y="7331"/>
                </a:lnTo>
                <a:lnTo>
                  <a:pt x="5269034" y="27744"/>
                </a:lnTo>
                <a:lnTo>
                  <a:pt x="5300159" y="58869"/>
                </a:lnTo>
                <a:lnTo>
                  <a:pt x="5320572" y="98332"/>
                </a:lnTo>
                <a:lnTo>
                  <a:pt x="5327904" y="143763"/>
                </a:lnTo>
                <a:lnTo>
                  <a:pt x="5327904" y="718819"/>
                </a:lnTo>
                <a:lnTo>
                  <a:pt x="5320572" y="764251"/>
                </a:lnTo>
                <a:lnTo>
                  <a:pt x="5300159" y="803714"/>
                </a:lnTo>
                <a:lnTo>
                  <a:pt x="5269034" y="834839"/>
                </a:lnTo>
                <a:lnTo>
                  <a:pt x="5229571" y="855252"/>
                </a:lnTo>
                <a:lnTo>
                  <a:pt x="5184140" y="862583"/>
                </a:lnTo>
                <a:lnTo>
                  <a:pt x="3383788" y="862583"/>
                </a:lnTo>
                <a:lnTo>
                  <a:pt x="3338356" y="855252"/>
                </a:lnTo>
                <a:lnTo>
                  <a:pt x="3298893" y="834839"/>
                </a:lnTo>
                <a:lnTo>
                  <a:pt x="3267768" y="803714"/>
                </a:lnTo>
                <a:lnTo>
                  <a:pt x="3247355" y="764251"/>
                </a:lnTo>
                <a:lnTo>
                  <a:pt x="3240024" y="718819"/>
                </a:lnTo>
                <a:lnTo>
                  <a:pt x="3240024" y="14376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699505" y="2849702"/>
            <a:ext cx="174752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latin typeface="Arial MT"/>
                <a:cs typeface="Arial MT"/>
              </a:rPr>
              <a:t>Integration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90">
                <a:latin typeface="Arial MT"/>
                <a:cs typeface="Arial MT"/>
              </a:rPr>
              <a:t>/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30"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  <a:p>
            <a:pPr algn="ctr" marL="190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Arial MT"/>
                <a:cs typeface="Arial MT"/>
              </a:rPr>
              <a:t>Testing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878579" y="3933444"/>
            <a:ext cx="2159635" cy="431800"/>
          </a:xfrm>
          <a:custGeom>
            <a:avLst/>
            <a:gdLst/>
            <a:ahLst/>
            <a:cxnLst/>
            <a:rect l="l" t="t" r="r" b="b"/>
            <a:pathLst>
              <a:path w="2159635" h="431800">
                <a:moveTo>
                  <a:pt x="0" y="71881"/>
                </a:moveTo>
                <a:lnTo>
                  <a:pt x="5641" y="43880"/>
                </a:lnTo>
                <a:lnTo>
                  <a:pt x="21034" y="21034"/>
                </a:lnTo>
                <a:lnTo>
                  <a:pt x="43880" y="5641"/>
                </a:lnTo>
                <a:lnTo>
                  <a:pt x="71882" y="0"/>
                </a:lnTo>
                <a:lnTo>
                  <a:pt x="2087626" y="0"/>
                </a:lnTo>
                <a:lnTo>
                  <a:pt x="2115627" y="5641"/>
                </a:lnTo>
                <a:lnTo>
                  <a:pt x="2138473" y="21034"/>
                </a:lnTo>
                <a:lnTo>
                  <a:pt x="2153866" y="43880"/>
                </a:lnTo>
                <a:lnTo>
                  <a:pt x="2159508" y="71881"/>
                </a:lnTo>
                <a:lnTo>
                  <a:pt x="2159508" y="359409"/>
                </a:lnTo>
                <a:lnTo>
                  <a:pt x="2153866" y="387411"/>
                </a:lnTo>
                <a:lnTo>
                  <a:pt x="2138473" y="410257"/>
                </a:lnTo>
                <a:lnTo>
                  <a:pt x="2115627" y="425650"/>
                </a:lnTo>
                <a:lnTo>
                  <a:pt x="2087626" y="431291"/>
                </a:lnTo>
                <a:lnTo>
                  <a:pt x="71882" y="431291"/>
                </a:lnTo>
                <a:lnTo>
                  <a:pt x="43880" y="425650"/>
                </a:lnTo>
                <a:lnTo>
                  <a:pt x="21034" y="410257"/>
                </a:lnTo>
                <a:lnTo>
                  <a:pt x="5641" y="387411"/>
                </a:lnTo>
                <a:lnTo>
                  <a:pt x="0" y="359409"/>
                </a:lnTo>
                <a:lnTo>
                  <a:pt x="0" y="7188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308094" y="3995673"/>
            <a:ext cx="1303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65">
                <a:latin typeface="Arial MT"/>
                <a:cs typeface="Arial MT"/>
              </a:rPr>
              <a:t>Implementation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568196" y="4940808"/>
            <a:ext cx="6769734" cy="433070"/>
          </a:xfrm>
          <a:custGeom>
            <a:avLst/>
            <a:gdLst/>
            <a:ahLst/>
            <a:cxnLst/>
            <a:rect l="l" t="t" r="r" b="b"/>
            <a:pathLst>
              <a:path w="6769734" h="433070">
                <a:moveTo>
                  <a:pt x="0" y="72136"/>
                </a:moveTo>
                <a:lnTo>
                  <a:pt x="5663" y="44041"/>
                </a:lnTo>
                <a:lnTo>
                  <a:pt x="21113" y="21113"/>
                </a:lnTo>
                <a:lnTo>
                  <a:pt x="44041" y="5663"/>
                </a:lnTo>
                <a:lnTo>
                  <a:pt x="72135" y="0"/>
                </a:lnTo>
                <a:lnTo>
                  <a:pt x="6697472" y="0"/>
                </a:lnTo>
                <a:lnTo>
                  <a:pt x="6725566" y="5663"/>
                </a:lnTo>
                <a:lnTo>
                  <a:pt x="6748494" y="21113"/>
                </a:lnTo>
                <a:lnTo>
                  <a:pt x="6763944" y="44041"/>
                </a:lnTo>
                <a:lnTo>
                  <a:pt x="6769608" y="72136"/>
                </a:lnTo>
                <a:lnTo>
                  <a:pt x="6769608" y="360680"/>
                </a:lnTo>
                <a:lnTo>
                  <a:pt x="6763944" y="388774"/>
                </a:lnTo>
                <a:lnTo>
                  <a:pt x="6748494" y="411702"/>
                </a:lnTo>
                <a:lnTo>
                  <a:pt x="6725566" y="427152"/>
                </a:lnTo>
                <a:lnTo>
                  <a:pt x="6697472" y="432816"/>
                </a:lnTo>
                <a:lnTo>
                  <a:pt x="72135" y="432816"/>
                </a:lnTo>
                <a:lnTo>
                  <a:pt x="44041" y="427152"/>
                </a:lnTo>
                <a:lnTo>
                  <a:pt x="21113" y="411702"/>
                </a:lnTo>
                <a:lnTo>
                  <a:pt x="5663" y="388774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568196" y="5492496"/>
            <a:ext cx="6769734" cy="431800"/>
          </a:xfrm>
          <a:custGeom>
            <a:avLst/>
            <a:gdLst/>
            <a:ahLst/>
            <a:cxnLst/>
            <a:rect l="l" t="t" r="r" b="b"/>
            <a:pathLst>
              <a:path w="6769734" h="431800">
                <a:moveTo>
                  <a:pt x="0" y="71881"/>
                </a:moveTo>
                <a:lnTo>
                  <a:pt x="5641" y="43880"/>
                </a:lnTo>
                <a:lnTo>
                  <a:pt x="21034" y="21034"/>
                </a:lnTo>
                <a:lnTo>
                  <a:pt x="43880" y="5641"/>
                </a:lnTo>
                <a:lnTo>
                  <a:pt x="71881" y="0"/>
                </a:lnTo>
                <a:lnTo>
                  <a:pt x="6697726" y="0"/>
                </a:lnTo>
                <a:lnTo>
                  <a:pt x="6725727" y="5641"/>
                </a:lnTo>
                <a:lnTo>
                  <a:pt x="6748573" y="21034"/>
                </a:lnTo>
                <a:lnTo>
                  <a:pt x="6763966" y="43880"/>
                </a:lnTo>
                <a:lnTo>
                  <a:pt x="6769608" y="71881"/>
                </a:lnTo>
                <a:lnTo>
                  <a:pt x="6769608" y="359409"/>
                </a:lnTo>
                <a:lnTo>
                  <a:pt x="6763966" y="387390"/>
                </a:lnTo>
                <a:lnTo>
                  <a:pt x="6748573" y="410238"/>
                </a:lnTo>
                <a:lnTo>
                  <a:pt x="6725727" y="425643"/>
                </a:lnTo>
                <a:lnTo>
                  <a:pt x="6697726" y="431291"/>
                </a:lnTo>
                <a:lnTo>
                  <a:pt x="71881" y="431291"/>
                </a:lnTo>
                <a:lnTo>
                  <a:pt x="43880" y="425643"/>
                </a:lnTo>
                <a:lnTo>
                  <a:pt x="21034" y="410238"/>
                </a:lnTo>
                <a:lnTo>
                  <a:pt x="5641" y="387390"/>
                </a:lnTo>
                <a:lnTo>
                  <a:pt x="0" y="359409"/>
                </a:lnTo>
                <a:lnTo>
                  <a:pt x="0" y="7188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2912491" y="5004053"/>
            <a:ext cx="4079875" cy="851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800" spc="-165">
                <a:latin typeface="Arial MT"/>
                <a:cs typeface="Arial MT"/>
              </a:rPr>
              <a:t>Operations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185">
                <a:latin typeface="Arial MT"/>
                <a:cs typeface="Arial MT"/>
              </a:rPr>
              <a:t>and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95">
                <a:latin typeface="Arial MT"/>
                <a:cs typeface="Arial MT"/>
              </a:rPr>
              <a:t>maintenance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800" spc="-204">
                <a:latin typeface="Arial MT"/>
                <a:cs typeface="Arial MT"/>
              </a:rPr>
              <a:t>End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135">
                <a:latin typeface="Arial MT"/>
                <a:cs typeface="Arial MT"/>
              </a:rPr>
              <a:t>of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155">
                <a:latin typeface="Arial MT"/>
                <a:cs typeface="Arial MT"/>
              </a:rPr>
              <a:t>cybersecurity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60">
                <a:latin typeface="Arial MT"/>
                <a:cs typeface="Arial MT"/>
              </a:rPr>
              <a:t>support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225">
                <a:latin typeface="Arial MT"/>
                <a:cs typeface="Arial MT"/>
              </a:rPr>
              <a:t>&amp;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 spc="-160">
                <a:latin typeface="Arial MT"/>
                <a:cs typeface="Arial MT"/>
              </a:rPr>
              <a:t>decommissioning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712976" y="1845564"/>
            <a:ext cx="2592705" cy="1666239"/>
          </a:xfrm>
          <a:custGeom>
            <a:avLst/>
            <a:gdLst/>
            <a:ahLst/>
            <a:cxnLst/>
            <a:rect l="l" t="t" r="r" b="b"/>
            <a:pathLst>
              <a:path w="2592704" h="1666239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3" y="0"/>
                </a:lnTo>
                <a:lnTo>
                  <a:pt x="1884679" y="0"/>
                </a:lnTo>
                <a:lnTo>
                  <a:pt x="1908030" y="4704"/>
                </a:lnTo>
                <a:lnTo>
                  <a:pt x="1927082" y="17541"/>
                </a:lnTo>
                <a:lnTo>
                  <a:pt x="1939919" y="36593"/>
                </a:lnTo>
                <a:lnTo>
                  <a:pt x="1944624" y="59944"/>
                </a:lnTo>
                <a:lnTo>
                  <a:pt x="1944624" y="299720"/>
                </a:lnTo>
                <a:lnTo>
                  <a:pt x="1939919" y="323070"/>
                </a:lnTo>
                <a:lnTo>
                  <a:pt x="1927082" y="342122"/>
                </a:lnTo>
                <a:lnTo>
                  <a:pt x="1908030" y="354959"/>
                </a:lnTo>
                <a:lnTo>
                  <a:pt x="1884679" y="359663"/>
                </a:lnTo>
                <a:lnTo>
                  <a:pt x="59943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  <a:path w="2592704" h="1666239">
                <a:moveTo>
                  <a:pt x="647700" y="1364741"/>
                </a:moveTo>
                <a:lnTo>
                  <a:pt x="652426" y="1341298"/>
                </a:lnTo>
                <a:lnTo>
                  <a:pt x="665321" y="1322165"/>
                </a:lnTo>
                <a:lnTo>
                  <a:pt x="684454" y="1309270"/>
                </a:lnTo>
                <a:lnTo>
                  <a:pt x="707898" y="1304544"/>
                </a:lnTo>
                <a:lnTo>
                  <a:pt x="2532126" y="1304544"/>
                </a:lnTo>
                <a:lnTo>
                  <a:pt x="2555569" y="1309270"/>
                </a:lnTo>
                <a:lnTo>
                  <a:pt x="2574702" y="1322165"/>
                </a:lnTo>
                <a:lnTo>
                  <a:pt x="2587597" y="1341298"/>
                </a:lnTo>
                <a:lnTo>
                  <a:pt x="2592324" y="1364741"/>
                </a:lnTo>
                <a:lnTo>
                  <a:pt x="2592324" y="1605534"/>
                </a:lnTo>
                <a:lnTo>
                  <a:pt x="2587597" y="1628977"/>
                </a:lnTo>
                <a:lnTo>
                  <a:pt x="2574702" y="1648110"/>
                </a:lnTo>
                <a:lnTo>
                  <a:pt x="2555569" y="1661005"/>
                </a:lnTo>
                <a:lnTo>
                  <a:pt x="2532126" y="1665732"/>
                </a:lnTo>
                <a:lnTo>
                  <a:pt x="707898" y="1665732"/>
                </a:lnTo>
                <a:lnTo>
                  <a:pt x="684454" y="1661005"/>
                </a:lnTo>
                <a:lnTo>
                  <a:pt x="665321" y="1648110"/>
                </a:lnTo>
                <a:lnTo>
                  <a:pt x="652426" y="1628977"/>
                </a:lnTo>
                <a:lnTo>
                  <a:pt x="647700" y="1605534"/>
                </a:lnTo>
                <a:lnTo>
                  <a:pt x="647700" y="136474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007870" y="1432686"/>
            <a:ext cx="1287780" cy="70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85">
                <a:latin typeface="Arial MT"/>
                <a:cs typeface="Arial MT"/>
              </a:rPr>
              <a:t>Concept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70">
                <a:latin typeface="Arial MT"/>
                <a:cs typeface="Arial MT"/>
              </a:rPr>
              <a:t>phase</a:t>
            </a:r>
            <a:endParaRPr sz="1800">
              <a:latin typeface="Arial MT"/>
              <a:cs typeface="Arial MT"/>
            </a:endParaRPr>
          </a:p>
          <a:p>
            <a:pPr marL="251460">
              <a:lnSpc>
                <a:spcPct val="100000"/>
              </a:lnSpc>
              <a:spcBef>
                <a:spcPts val="1535"/>
              </a:spcBef>
            </a:pPr>
            <a:r>
              <a:rPr dirty="0" sz="1400" spc="-130">
                <a:latin typeface="Arial MT"/>
                <a:cs typeface="Arial MT"/>
              </a:rPr>
              <a:t>Risk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analysis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480564" y="2774441"/>
            <a:ext cx="1704339" cy="672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651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 MT"/>
                <a:cs typeface="Arial MT"/>
              </a:rPr>
              <a:t>Design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55"/>
              </a:spcBef>
            </a:pPr>
            <a:r>
              <a:rPr dirty="0" sz="1400" spc="-140">
                <a:latin typeface="Arial MT"/>
                <a:cs typeface="Arial MT"/>
              </a:rPr>
              <a:t>Requirement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95">
                <a:latin typeface="Arial MT"/>
                <a:cs typeface="Arial MT"/>
              </a:rPr>
              <a:t>specification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914144" y="1706879"/>
            <a:ext cx="6111875" cy="2490470"/>
            <a:chOff x="1914144" y="1706879"/>
            <a:chExt cx="6111875" cy="2490470"/>
          </a:xfrm>
        </p:grpSpPr>
        <p:sp>
          <p:nvSpPr>
            <p:cNvPr id="27" name="object 27" descr=""/>
            <p:cNvSpPr/>
            <p:nvPr/>
          </p:nvSpPr>
          <p:spPr>
            <a:xfrm>
              <a:off x="1914144" y="2277617"/>
              <a:ext cx="6111875" cy="1919605"/>
            </a:xfrm>
            <a:custGeom>
              <a:avLst/>
              <a:gdLst/>
              <a:ahLst/>
              <a:cxnLst/>
              <a:rect l="l" t="t" r="r" b="b"/>
              <a:pathLst>
                <a:path w="6111875" h="1919604">
                  <a:moveTo>
                    <a:pt x="376047" y="864108"/>
                  </a:moveTo>
                  <a:lnTo>
                    <a:pt x="344043" y="848106"/>
                  </a:lnTo>
                  <a:lnTo>
                    <a:pt x="280035" y="816102"/>
                  </a:lnTo>
                  <a:lnTo>
                    <a:pt x="280035" y="848106"/>
                  </a:lnTo>
                  <a:lnTo>
                    <a:pt x="32004" y="848106"/>
                  </a:lnTo>
                  <a:lnTo>
                    <a:pt x="32004" y="0"/>
                  </a:lnTo>
                  <a:lnTo>
                    <a:pt x="0" y="0"/>
                  </a:lnTo>
                  <a:lnTo>
                    <a:pt x="0" y="872871"/>
                  </a:lnTo>
                  <a:lnTo>
                    <a:pt x="7112" y="880110"/>
                  </a:lnTo>
                  <a:lnTo>
                    <a:pt x="280035" y="880110"/>
                  </a:lnTo>
                  <a:lnTo>
                    <a:pt x="280035" y="912114"/>
                  </a:lnTo>
                  <a:lnTo>
                    <a:pt x="344043" y="880110"/>
                  </a:lnTo>
                  <a:lnTo>
                    <a:pt x="376047" y="864108"/>
                  </a:lnTo>
                  <a:close/>
                </a:path>
                <a:path w="6111875" h="1919604">
                  <a:moveTo>
                    <a:pt x="1965325" y="1871472"/>
                  </a:moveTo>
                  <a:lnTo>
                    <a:pt x="1933321" y="1855470"/>
                  </a:lnTo>
                  <a:lnTo>
                    <a:pt x="1869313" y="1823466"/>
                  </a:lnTo>
                  <a:lnTo>
                    <a:pt x="1869313" y="1855470"/>
                  </a:lnTo>
                  <a:lnTo>
                    <a:pt x="1435608" y="1855470"/>
                  </a:lnTo>
                  <a:lnTo>
                    <a:pt x="1435608" y="1295400"/>
                  </a:lnTo>
                  <a:lnTo>
                    <a:pt x="1403604" y="1295400"/>
                  </a:lnTo>
                  <a:lnTo>
                    <a:pt x="1403604" y="1880362"/>
                  </a:lnTo>
                  <a:lnTo>
                    <a:pt x="1410716" y="1887474"/>
                  </a:lnTo>
                  <a:lnTo>
                    <a:pt x="1869313" y="1887474"/>
                  </a:lnTo>
                  <a:lnTo>
                    <a:pt x="1869313" y="1919478"/>
                  </a:lnTo>
                  <a:lnTo>
                    <a:pt x="1933321" y="1887474"/>
                  </a:lnTo>
                  <a:lnTo>
                    <a:pt x="1965325" y="1871472"/>
                  </a:lnTo>
                  <a:close/>
                </a:path>
                <a:path w="6111875" h="1919604">
                  <a:moveTo>
                    <a:pt x="4707001" y="1391412"/>
                  </a:moveTo>
                  <a:lnTo>
                    <a:pt x="4699000" y="1375410"/>
                  </a:lnTo>
                  <a:lnTo>
                    <a:pt x="4658995" y="1295400"/>
                  </a:lnTo>
                  <a:lnTo>
                    <a:pt x="4610976" y="1391412"/>
                  </a:lnTo>
                  <a:lnTo>
                    <a:pt x="4642980" y="1391412"/>
                  </a:lnTo>
                  <a:lnTo>
                    <a:pt x="4642980" y="1855470"/>
                  </a:lnTo>
                  <a:lnTo>
                    <a:pt x="4124706" y="1855470"/>
                  </a:lnTo>
                  <a:lnTo>
                    <a:pt x="4124706" y="1887474"/>
                  </a:lnTo>
                  <a:lnTo>
                    <a:pt x="4667885" y="1887474"/>
                  </a:lnTo>
                  <a:lnTo>
                    <a:pt x="4674997" y="1880362"/>
                  </a:lnTo>
                  <a:lnTo>
                    <a:pt x="4674997" y="1871472"/>
                  </a:lnTo>
                  <a:lnTo>
                    <a:pt x="4674997" y="1855470"/>
                  </a:lnTo>
                  <a:lnTo>
                    <a:pt x="4674997" y="1391412"/>
                  </a:lnTo>
                  <a:lnTo>
                    <a:pt x="4707001" y="1391412"/>
                  </a:lnTo>
                  <a:close/>
                </a:path>
                <a:path w="6111875" h="1919604">
                  <a:moveTo>
                    <a:pt x="6111621" y="96012"/>
                  </a:moveTo>
                  <a:lnTo>
                    <a:pt x="6103620" y="80010"/>
                  </a:lnTo>
                  <a:lnTo>
                    <a:pt x="6063615" y="0"/>
                  </a:lnTo>
                  <a:lnTo>
                    <a:pt x="6015609" y="96012"/>
                  </a:lnTo>
                  <a:lnTo>
                    <a:pt x="6047613" y="96012"/>
                  </a:lnTo>
                  <a:lnTo>
                    <a:pt x="6047613" y="848106"/>
                  </a:lnTo>
                  <a:lnTo>
                    <a:pt x="5703570" y="848106"/>
                  </a:lnTo>
                  <a:lnTo>
                    <a:pt x="5703570" y="880110"/>
                  </a:lnTo>
                  <a:lnTo>
                    <a:pt x="6072505" y="880110"/>
                  </a:lnTo>
                  <a:lnTo>
                    <a:pt x="6079617" y="872871"/>
                  </a:lnTo>
                  <a:lnTo>
                    <a:pt x="6079617" y="864108"/>
                  </a:lnTo>
                  <a:lnTo>
                    <a:pt x="6079617" y="848106"/>
                  </a:lnTo>
                  <a:lnTo>
                    <a:pt x="6079617" y="96012"/>
                  </a:lnTo>
                  <a:lnTo>
                    <a:pt x="6111621" y="96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753611" y="1706879"/>
              <a:ext cx="2365375" cy="216535"/>
            </a:xfrm>
            <a:custGeom>
              <a:avLst/>
              <a:gdLst/>
              <a:ahLst/>
              <a:cxnLst/>
              <a:rect l="l" t="t" r="r" b="b"/>
              <a:pathLst>
                <a:path w="2365375" h="216535">
                  <a:moveTo>
                    <a:pt x="108203" y="0"/>
                  </a:moveTo>
                  <a:lnTo>
                    <a:pt x="0" y="108204"/>
                  </a:lnTo>
                  <a:lnTo>
                    <a:pt x="108203" y="216408"/>
                  </a:lnTo>
                  <a:lnTo>
                    <a:pt x="108203" y="162306"/>
                  </a:lnTo>
                  <a:lnTo>
                    <a:pt x="2365248" y="162306"/>
                  </a:lnTo>
                  <a:lnTo>
                    <a:pt x="2365248" y="54102"/>
                  </a:lnTo>
                  <a:lnTo>
                    <a:pt x="108203" y="54102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692141" y="1538427"/>
            <a:ext cx="6540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20">
                <a:latin typeface="Arial MT"/>
                <a:cs typeface="Arial MT"/>
              </a:rPr>
              <a:t>Validation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437126" y="3084576"/>
            <a:ext cx="1008380" cy="114300"/>
          </a:xfrm>
          <a:custGeom>
            <a:avLst/>
            <a:gdLst/>
            <a:ahLst/>
            <a:cxnLst/>
            <a:rect l="l" t="t" r="r" b="b"/>
            <a:pathLst>
              <a:path w="1008379" h="114300">
                <a:moveTo>
                  <a:pt x="1008126" y="38100"/>
                </a:moveTo>
                <a:lnTo>
                  <a:pt x="970026" y="38100"/>
                </a:lnTo>
                <a:lnTo>
                  <a:pt x="970026" y="76200"/>
                </a:lnTo>
                <a:lnTo>
                  <a:pt x="1008126" y="76200"/>
                </a:lnTo>
                <a:lnTo>
                  <a:pt x="1008126" y="38100"/>
                </a:lnTo>
                <a:close/>
              </a:path>
              <a:path w="1008379" h="114300">
                <a:moveTo>
                  <a:pt x="931926" y="38100"/>
                </a:moveTo>
                <a:lnTo>
                  <a:pt x="893826" y="38100"/>
                </a:lnTo>
                <a:lnTo>
                  <a:pt x="893826" y="76200"/>
                </a:lnTo>
                <a:lnTo>
                  <a:pt x="931926" y="76200"/>
                </a:lnTo>
                <a:lnTo>
                  <a:pt x="931926" y="38100"/>
                </a:lnTo>
                <a:close/>
              </a:path>
              <a:path w="1008379" h="114300">
                <a:moveTo>
                  <a:pt x="855726" y="38100"/>
                </a:moveTo>
                <a:lnTo>
                  <a:pt x="817626" y="38100"/>
                </a:lnTo>
                <a:lnTo>
                  <a:pt x="817626" y="76200"/>
                </a:lnTo>
                <a:lnTo>
                  <a:pt x="855726" y="76200"/>
                </a:lnTo>
                <a:lnTo>
                  <a:pt x="855726" y="38100"/>
                </a:lnTo>
                <a:close/>
              </a:path>
              <a:path w="1008379" h="114300">
                <a:moveTo>
                  <a:pt x="779526" y="38100"/>
                </a:moveTo>
                <a:lnTo>
                  <a:pt x="741426" y="38100"/>
                </a:lnTo>
                <a:lnTo>
                  <a:pt x="741426" y="76200"/>
                </a:lnTo>
                <a:lnTo>
                  <a:pt x="779526" y="76200"/>
                </a:lnTo>
                <a:lnTo>
                  <a:pt x="779526" y="38100"/>
                </a:lnTo>
                <a:close/>
              </a:path>
              <a:path w="1008379" h="114300">
                <a:moveTo>
                  <a:pt x="70332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03326" y="76200"/>
                </a:lnTo>
                <a:lnTo>
                  <a:pt x="703326" y="38100"/>
                </a:lnTo>
                <a:close/>
              </a:path>
              <a:path w="1008379" h="114300">
                <a:moveTo>
                  <a:pt x="627126" y="38100"/>
                </a:moveTo>
                <a:lnTo>
                  <a:pt x="589026" y="38100"/>
                </a:lnTo>
                <a:lnTo>
                  <a:pt x="589026" y="76200"/>
                </a:lnTo>
                <a:lnTo>
                  <a:pt x="627126" y="76200"/>
                </a:lnTo>
                <a:lnTo>
                  <a:pt x="627126" y="38100"/>
                </a:lnTo>
                <a:close/>
              </a:path>
              <a:path w="1008379" h="114300">
                <a:moveTo>
                  <a:pt x="550926" y="38100"/>
                </a:moveTo>
                <a:lnTo>
                  <a:pt x="512825" y="38100"/>
                </a:lnTo>
                <a:lnTo>
                  <a:pt x="512825" y="76200"/>
                </a:lnTo>
                <a:lnTo>
                  <a:pt x="550926" y="76200"/>
                </a:lnTo>
                <a:lnTo>
                  <a:pt x="550926" y="38100"/>
                </a:lnTo>
                <a:close/>
              </a:path>
              <a:path w="1008379" h="114300">
                <a:moveTo>
                  <a:pt x="474725" y="38100"/>
                </a:moveTo>
                <a:lnTo>
                  <a:pt x="436625" y="38100"/>
                </a:lnTo>
                <a:lnTo>
                  <a:pt x="436625" y="76200"/>
                </a:lnTo>
                <a:lnTo>
                  <a:pt x="474725" y="76200"/>
                </a:lnTo>
                <a:lnTo>
                  <a:pt x="474725" y="38100"/>
                </a:lnTo>
                <a:close/>
              </a:path>
              <a:path w="1008379" h="114300">
                <a:moveTo>
                  <a:pt x="398525" y="38100"/>
                </a:moveTo>
                <a:lnTo>
                  <a:pt x="360425" y="38100"/>
                </a:lnTo>
                <a:lnTo>
                  <a:pt x="360425" y="76200"/>
                </a:lnTo>
                <a:lnTo>
                  <a:pt x="398525" y="76200"/>
                </a:lnTo>
                <a:lnTo>
                  <a:pt x="398525" y="38100"/>
                </a:lnTo>
                <a:close/>
              </a:path>
              <a:path w="1008379" h="114300">
                <a:moveTo>
                  <a:pt x="322325" y="38100"/>
                </a:moveTo>
                <a:lnTo>
                  <a:pt x="284225" y="38100"/>
                </a:lnTo>
                <a:lnTo>
                  <a:pt x="284225" y="76200"/>
                </a:lnTo>
                <a:lnTo>
                  <a:pt x="322325" y="76200"/>
                </a:lnTo>
                <a:lnTo>
                  <a:pt x="322325" y="38100"/>
                </a:lnTo>
                <a:close/>
              </a:path>
              <a:path w="1008379" h="114300">
                <a:moveTo>
                  <a:pt x="246125" y="38100"/>
                </a:moveTo>
                <a:lnTo>
                  <a:pt x="208025" y="38100"/>
                </a:lnTo>
                <a:lnTo>
                  <a:pt x="208025" y="76200"/>
                </a:lnTo>
                <a:lnTo>
                  <a:pt x="246125" y="76200"/>
                </a:lnTo>
                <a:lnTo>
                  <a:pt x="246125" y="38100"/>
                </a:lnTo>
                <a:close/>
              </a:path>
              <a:path w="1008379" h="114300">
                <a:moveTo>
                  <a:pt x="169925" y="38100"/>
                </a:moveTo>
                <a:lnTo>
                  <a:pt x="131825" y="38100"/>
                </a:lnTo>
                <a:lnTo>
                  <a:pt x="131825" y="76200"/>
                </a:lnTo>
                <a:lnTo>
                  <a:pt x="169925" y="76200"/>
                </a:lnTo>
                <a:lnTo>
                  <a:pt x="169925" y="38100"/>
                </a:lnTo>
                <a:close/>
              </a:path>
              <a:path w="100837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426" y="1966086"/>
            <a:ext cx="2224151" cy="49225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4910" y="2588386"/>
            <a:ext cx="3157090" cy="50596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552" y="3197986"/>
            <a:ext cx="6050915" cy="506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27115" y="2275268"/>
            <a:ext cx="3720465" cy="4404360"/>
            <a:chOff x="227115" y="2275268"/>
            <a:chExt cx="3720465" cy="44043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115" y="6416517"/>
              <a:ext cx="530273" cy="26269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60831" y="2276855"/>
              <a:ext cx="3385185" cy="4175760"/>
            </a:xfrm>
            <a:custGeom>
              <a:avLst/>
              <a:gdLst/>
              <a:ahLst/>
              <a:cxnLst/>
              <a:rect l="l" t="t" r="r" b="b"/>
              <a:pathLst>
                <a:path w="3385185" h="4175760">
                  <a:moveTo>
                    <a:pt x="0" y="564134"/>
                  </a:moveTo>
                  <a:lnTo>
                    <a:pt x="2070" y="515462"/>
                  </a:lnTo>
                  <a:lnTo>
                    <a:pt x="8170" y="467940"/>
                  </a:lnTo>
                  <a:lnTo>
                    <a:pt x="18128" y="421736"/>
                  </a:lnTo>
                  <a:lnTo>
                    <a:pt x="31777" y="377020"/>
                  </a:lnTo>
                  <a:lnTo>
                    <a:pt x="48946" y="333960"/>
                  </a:lnTo>
                  <a:lnTo>
                    <a:pt x="69467" y="292727"/>
                  </a:lnTo>
                  <a:lnTo>
                    <a:pt x="93169" y="253491"/>
                  </a:lnTo>
                  <a:lnTo>
                    <a:pt x="119884" y="216419"/>
                  </a:lnTo>
                  <a:lnTo>
                    <a:pt x="149442" y="181682"/>
                  </a:lnTo>
                  <a:lnTo>
                    <a:pt x="181674" y="149450"/>
                  </a:lnTo>
                  <a:lnTo>
                    <a:pt x="216411" y="119891"/>
                  </a:lnTo>
                  <a:lnTo>
                    <a:pt x="253483" y="93175"/>
                  </a:lnTo>
                  <a:lnTo>
                    <a:pt x="292720" y="69471"/>
                  </a:lnTo>
                  <a:lnTo>
                    <a:pt x="333954" y="48950"/>
                  </a:lnTo>
                  <a:lnTo>
                    <a:pt x="377016" y="31779"/>
                  </a:lnTo>
                  <a:lnTo>
                    <a:pt x="421735" y="18130"/>
                  </a:lnTo>
                  <a:lnTo>
                    <a:pt x="467943" y="8170"/>
                  </a:lnTo>
                  <a:lnTo>
                    <a:pt x="515470" y="2070"/>
                  </a:lnTo>
                  <a:lnTo>
                    <a:pt x="564146" y="0"/>
                  </a:lnTo>
                  <a:lnTo>
                    <a:pt x="2820670" y="0"/>
                  </a:lnTo>
                  <a:lnTo>
                    <a:pt x="2869341" y="2070"/>
                  </a:lnTo>
                  <a:lnTo>
                    <a:pt x="2916863" y="8170"/>
                  </a:lnTo>
                  <a:lnTo>
                    <a:pt x="2963067" y="18130"/>
                  </a:lnTo>
                  <a:lnTo>
                    <a:pt x="3007783" y="31779"/>
                  </a:lnTo>
                  <a:lnTo>
                    <a:pt x="3050843" y="48950"/>
                  </a:lnTo>
                  <a:lnTo>
                    <a:pt x="3092076" y="69471"/>
                  </a:lnTo>
                  <a:lnTo>
                    <a:pt x="3131312" y="93175"/>
                  </a:lnTo>
                  <a:lnTo>
                    <a:pt x="3168384" y="119891"/>
                  </a:lnTo>
                  <a:lnTo>
                    <a:pt x="3203121" y="149450"/>
                  </a:lnTo>
                  <a:lnTo>
                    <a:pt x="3235353" y="181682"/>
                  </a:lnTo>
                  <a:lnTo>
                    <a:pt x="3264912" y="216419"/>
                  </a:lnTo>
                  <a:lnTo>
                    <a:pt x="3291628" y="253491"/>
                  </a:lnTo>
                  <a:lnTo>
                    <a:pt x="3315332" y="292727"/>
                  </a:lnTo>
                  <a:lnTo>
                    <a:pt x="3335853" y="333960"/>
                  </a:lnTo>
                  <a:lnTo>
                    <a:pt x="3353024" y="377020"/>
                  </a:lnTo>
                  <a:lnTo>
                    <a:pt x="3366673" y="421736"/>
                  </a:lnTo>
                  <a:lnTo>
                    <a:pt x="3376633" y="467940"/>
                  </a:lnTo>
                  <a:lnTo>
                    <a:pt x="3382733" y="515462"/>
                  </a:lnTo>
                  <a:lnTo>
                    <a:pt x="3384804" y="564134"/>
                  </a:lnTo>
                  <a:lnTo>
                    <a:pt x="3384804" y="3611613"/>
                  </a:lnTo>
                  <a:lnTo>
                    <a:pt x="3382733" y="3660289"/>
                  </a:lnTo>
                  <a:lnTo>
                    <a:pt x="3376633" y="3707816"/>
                  </a:lnTo>
                  <a:lnTo>
                    <a:pt x="3366673" y="3754024"/>
                  </a:lnTo>
                  <a:lnTo>
                    <a:pt x="3353024" y="3798743"/>
                  </a:lnTo>
                  <a:lnTo>
                    <a:pt x="3335853" y="3841805"/>
                  </a:lnTo>
                  <a:lnTo>
                    <a:pt x="3315332" y="3883039"/>
                  </a:lnTo>
                  <a:lnTo>
                    <a:pt x="3291628" y="3922276"/>
                  </a:lnTo>
                  <a:lnTo>
                    <a:pt x="3264912" y="3959348"/>
                  </a:lnTo>
                  <a:lnTo>
                    <a:pt x="3235353" y="3994085"/>
                  </a:lnTo>
                  <a:lnTo>
                    <a:pt x="3203121" y="4026317"/>
                  </a:lnTo>
                  <a:lnTo>
                    <a:pt x="3168384" y="4055875"/>
                  </a:lnTo>
                  <a:lnTo>
                    <a:pt x="3131312" y="4082590"/>
                  </a:lnTo>
                  <a:lnTo>
                    <a:pt x="3092076" y="4106292"/>
                  </a:lnTo>
                  <a:lnTo>
                    <a:pt x="3050843" y="4126813"/>
                  </a:lnTo>
                  <a:lnTo>
                    <a:pt x="3007783" y="4143982"/>
                  </a:lnTo>
                  <a:lnTo>
                    <a:pt x="2963067" y="4157631"/>
                  </a:lnTo>
                  <a:lnTo>
                    <a:pt x="2916863" y="4167589"/>
                  </a:lnTo>
                  <a:lnTo>
                    <a:pt x="2869341" y="4173689"/>
                  </a:lnTo>
                  <a:lnTo>
                    <a:pt x="2820670" y="4175760"/>
                  </a:lnTo>
                  <a:lnTo>
                    <a:pt x="564146" y="4175760"/>
                  </a:lnTo>
                  <a:lnTo>
                    <a:pt x="515470" y="4173689"/>
                  </a:lnTo>
                  <a:lnTo>
                    <a:pt x="467943" y="4167589"/>
                  </a:lnTo>
                  <a:lnTo>
                    <a:pt x="421735" y="4157631"/>
                  </a:lnTo>
                  <a:lnTo>
                    <a:pt x="377016" y="4143982"/>
                  </a:lnTo>
                  <a:lnTo>
                    <a:pt x="333954" y="4126813"/>
                  </a:lnTo>
                  <a:lnTo>
                    <a:pt x="292720" y="4106292"/>
                  </a:lnTo>
                  <a:lnTo>
                    <a:pt x="253483" y="4082590"/>
                  </a:lnTo>
                  <a:lnTo>
                    <a:pt x="216411" y="4055875"/>
                  </a:lnTo>
                  <a:lnTo>
                    <a:pt x="181674" y="4026317"/>
                  </a:lnTo>
                  <a:lnTo>
                    <a:pt x="149442" y="3994085"/>
                  </a:lnTo>
                  <a:lnTo>
                    <a:pt x="119884" y="3959348"/>
                  </a:lnTo>
                  <a:lnTo>
                    <a:pt x="93169" y="3922276"/>
                  </a:lnTo>
                  <a:lnTo>
                    <a:pt x="69467" y="3883039"/>
                  </a:lnTo>
                  <a:lnTo>
                    <a:pt x="48946" y="3841805"/>
                  </a:lnTo>
                  <a:lnTo>
                    <a:pt x="31777" y="3798743"/>
                  </a:lnTo>
                  <a:lnTo>
                    <a:pt x="18128" y="3754024"/>
                  </a:lnTo>
                  <a:lnTo>
                    <a:pt x="8170" y="3707816"/>
                  </a:lnTo>
                  <a:lnTo>
                    <a:pt x="2070" y="3660289"/>
                  </a:lnTo>
                  <a:lnTo>
                    <a:pt x="0" y="3611613"/>
                  </a:lnTo>
                  <a:lnTo>
                    <a:pt x="0" y="564134"/>
                  </a:lnTo>
                  <a:close/>
                </a:path>
                <a:path w="3385185" h="4175760">
                  <a:moveTo>
                    <a:pt x="216408" y="663702"/>
                  </a:moveTo>
                  <a:lnTo>
                    <a:pt x="220179" y="645003"/>
                  </a:lnTo>
                  <a:lnTo>
                    <a:pt x="230466" y="629745"/>
                  </a:lnTo>
                  <a:lnTo>
                    <a:pt x="245725" y="619464"/>
                  </a:lnTo>
                  <a:lnTo>
                    <a:pt x="264414" y="615696"/>
                  </a:lnTo>
                  <a:lnTo>
                    <a:pt x="3120390" y="615696"/>
                  </a:lnTo>
                  <a:lnTo>
                    <a:pt x="3139088" y="619464"/>
                  </a:lnTo>
                  <a:lnTo>
                    <a:pt x="3154346" y="629745"/>
                  </a:lnTo>
                  <a:lnTo>
                    <a:pt x="3164627" y="645003"/>
                  </a:lnTo>
                  <a:lnTo>
                    <a:pt x="3168396" y="663702"/>
                  </a:lnTo>
                  <a:lnTo>
                    <a:pt x="3168396" y="855726"/>
                  </a:lnTo>
                  <a:lnTo>
                    <a:pt x="3164627" y="874424"/>
                  </a:lnTo>
                  <a:lnTo>
                    <a:pt x="3154346" y="889682"/>
                  </a:lnTo>
                  <a:lnTo>
                    <a:pt x="3139088" y="899963"/>
                  </a:lnTo>
                  <a:lnTo>
                    <a:pt x="3120390" y="903732"/>
                  </a:lnTo>
                  <a:lnTo>
                    <a:pt x="264414" y="903732"/>
                  </a:lnTo>
                  <a:lnTo>
                    <a:pt x="245725" y="899963"/>
                  </a:lnTo>
                  <a:lnTo>
                    <a:pt x="230466" y="889682"/>
                  </a:lnTo>
                  <a:lnTo>
                    <a:pt x="220179" y="874424"/>
                  </a:lnTo>
                  <a:lnTo>
                    <a:pt x="216408" y="855726"/>
                  </a:lnTo>
                  <a:lnTo>
                    <a:pt x="216408" y="6637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616" y="155955"/>
              <a:ext cx="5905436" cy="26035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51892" y="690841"/>
            <a:ext cx="8876665" cy="98044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Organization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institute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maintain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governance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culture,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including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cybersecurity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70">
                <a:latin typeface="Arial MT"/>
                <a:cs typeface="Arial MT"/>
              </a:rPr>
              <a:t>awareness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management,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competence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continuous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improvement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35">
                <a:solidFill>
                  <a:srgbClr val="0000CC"/>
                </a:solidFill>
                <a:latin typeface="Arial MT"/>
                <a:cs typeface="Arial MT"/>
              </a:rPr>
              <a:t>to</a:t>
            </a:r>
            <a:r>
              <a:rPr dirty="0" sz="1600" spc="-2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5">
                <a:solidFill>
                  <a:srgbClr val="0000CC"/>
                </a:solidFill>
                <a:latin typeface="Arial MT"/>
                <a:cs typeface="Arial MT"/>
              </a:rPr>
              <a:t>enable</a:t>
            </a:r>
            <a:r>
              <a:rPr dirty="0" sz="1600" spc="-6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cybersecurity</a:t>
            </a:r>
            <a:r>
              <a:rPr dirty="0" sz="1600" spc="-1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90">
                <a:solidFill>
                  <a:srgbClr val="0000CC"/>
                </a:solidFill>
                <a:latin typeface="Arial MT"/>
                <a:cs typeface="Arial MT"/>
              </a:rPr>
              <a:t>engineering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Organizational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measures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have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place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protect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assets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applied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defense-</a:t>
            </a:r>
            <a:r>
              <a:rPr dirty="0" sz="1600" spc="-120">
                <a:latin typeface="Arial MT"/>
                <a:cs typeface="Arial MT"/>
              </a:rPr>
              <a:t>in-</a:t>
            </a:r>
            <a:r>
              <a:rPr dirty="0" sz="1600" spc="-155">
                <a:latin typeface="Arial MT"/>
                <a:cs typeface="Arial MT"/>
              </a:rPr>
              <a:t>depth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approach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13458" y="2930397"/>
            <a:ext cx="1477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Cybersecurity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governance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77240" y="3300984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5"/>
                </a:moveTo>
                <a:lnTo>
                  <a:pt x="3771" y="29307"/>
                </a:lnTo>
                <a:lnTo>
                  <a:pt x="14058" y="14049"/>
                </a:lnTo>
                <a:lnTo>
                  <a:pt x="29317" y="3768"/>
                </a:lnTo>
                <a:lnTo>
                  <a:pt x="48006" y="0"/>
                </a:lnTo>
                <a:lnTo>
                  <a:pt x="2903982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5"/>
                </a:lnTo>
                <a:lnTo>
                  <a:pt x="2951988" y="240029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2" y="288036"/>
                </a:lnTo>
                <a:lnTo>
                  <a:pt x="48006" y="288036"/>
                </a:lnTo>
                <a:lnTo>
                  <a:pt x="29317" y="284267"/>
                </a:lnTo>
                <a:lnTo>
                  <a:pt x="14058" y="273986"/>
                </a:lnTo>
                <a:lnTo>
                  <a:pt x="3771" y="258728"/>
                </a:lnTo>
                <a:lnTo>
                  <a:pt x="0" y="240029"/>
                </a:lnTo>
                <a:lnTo>
                  <a:pt x="0" y="4800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681098" y="3338271"/>
            <a:ext cx="11423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Cybersecurity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policy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77240" y="3721608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6"/>
                </a:moveTo>
                <a:lnTo>
                  <a:pt x="3771" y="29307"/>
                </a:lnTo>
                <a:lnTo>
                  <a:pt x="14058" y="14049"/>
                </a:lnTo>
                <a:lnTo>
                  <a:pt x="29317" y="3768"/>
                </a:lnTo>
                <a:lnTo>
                  <a:pt x="48006" y="0"/>
                </a:lnTo>
                <a:lnTo>
                  <a:pt x="2903982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6"/>
                </a:lnTo>
                <a:lnTo>
                  <a:pt x="2951988" y="240030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2" y="288036"/>
                </a:lnTo>
                <a:lnTo>
                  <a:pt x="48006" y="288036"/>
                </a:lnTo>
                <a:lnTo>
                  <a:pt x="29317" y="284267"/>
                </a:lnTo>
                <a:lnTo>
                  <a:pt x="14058" y="273986"/>
                </a:lnTo>
                <a:lnTo>
                  <a:pt x="3771" y="258728"/>
                </a:lnTo>
                <a:lnTo>
                  <a:pt x="0" y="240030"/>
                </a:lnTo>
                <a:lnTo>
                  <a:pt x="0" y="480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655191" y="3758945"/>
            <a:ext cx="1195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Rules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processes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77240" y="4107179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6"/>
                </a:moveTo>
                <a:lnTo>
                  <a:pt x="3771" y="29307"/>
                </a:lnTo>
                <a:lnTo>
                  <a:pt x="14058" y="14049"/>
                </a:lnTo>
                <a:lnTo>
                  <a:pt x="29317" y="3768"/>
                </a:lnTo>
                <a:lnTo>
                  <a:pt x="48006" y="0"/>
                </a:lnTo>
                <a:lnTo>
                  <a:pt x="2903982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6"/>
                </a:lnTo>
                <a:lnTo>
                  <a:pt x="2951988" y="240030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2" y="288036"/>
                </a:lnTo>
                <a:lnTo>
                  <a:pt x="48006" y="288036"/>
                </a:lnTo>
                <a:lnTo>
                  <a:pt x="29317" y="284267"/>
                </a:lnTo>
                <a:lnTo>
                  <a:pt x="14058" y="273986"/>
                </a:lnTo>
                <a:lnTo>
                  <a:pt x="3771" y="258728"/>
                </a:lnTo>
                <a:lnTo>
                  <a:pt x="0" y="240030"/>
                </a:lnTo>
                <a:lnTo>
                  <a:pt x="0" y="480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422019" y="4145660"/>
            <a:ext cx="1661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Existing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management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system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77240" y="4552188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6"/>
                </a:moveTo>
                <a:lnTo>
                  <a:pt x="3771" y="29307"/>
                </a:lnTo>
                <a:lnTo>
                  <a:pt x="14058" y="14049"/>
                </a:lnTo>
                <a:lnTo>
                  <a:pt x="29317" y="3768"/>
                </a:lnTo>
                <a:lnTo>
                  <a:pt x="48006" y="0"/>
                </a:lnTo>
                <a:lnTo>
                  <a:pt x="2903982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6"/>
                </a:lnTo>
                <a:lnTo>
                  <a:pt x="2951988" y="240030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2" y="288036"/>
                </a:lnTo>
                <a:lnTo>
                  <a:pt x="48006" y="288036"/>
                </a:lnTo>
                <a:lnTo>
                  <a:pt x="29317" y="284267"/>
                </a:lnTo>
                <a:lnTo>
                  <a:pt x="14058" y="273986"/>
                </a:lnTo>
                <a:lnTo>
                  <a:pt x="3771" y="258728"/>
                </a:lnTo>
                <a:lnTo>
                  <a:pt x="0" y="240030"/>
                </a:lnTo>
                <a:lnTo>
                  <a:pt x="0" y="480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653667" y="4590669"/>
            <a:ext cx="1198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Cybersecurity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culture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777240" y="4997196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5"/>
                </a:moveTo>
                <a:lnTo>
                  <a:pt x="3771" y="29307"/>
                </a:lnTo>
                <a:lnTo>
                  <a:pt x="14058" y="14049"/>
                </a:lnTo>
                <a:lnTo>
                  <a:pt x="29317" y="3768"/>
                </a:lnTo>
                <a:lnTo>
                  <a:pt x="48006" y="0"/>
                </a:lnTo>
                <a:lnTo>
                  <a:pt x="2903982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5"/>
                </a:lnTo>
                <a:lnTo>
                  <a:pt x="2951988" y="240029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2" y="288035"/>
                </a:lnTo>
                <a:lnTo>
                  <a:pt x="48006" y="288035"/>
                </a:lnTo>
                <a:lnTo>
                  <a:pt x="29317" y="284267"/>
                </a:lnTo>
                <a:lnTo>
                  <a:pt x="14058" y="273986"/>
                </a:lnTo>
                <a:lnTo>
                  <a:pt x="3771" y="258728"/>
                </a:lnTo>
                <a:lnTo>
                  <a:pt x="0" y="240029"/>
                </a:lnTo>
                <a:lnTo>
                  <a:pt x="0" y="4800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543938" y="5035422"/>
            <a:ext cx="1416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Continuous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improvement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777240" y="5442203"/>
            <a:ext cx="2952115" cy="722630"/>
          </a:xfrm>
          <a:custGeom>
            <a:avLst/>
            <a:gdLst/>
            <a:ahLst/>
            <a:cxnLst/>
            <a:rect l="l" t="t" r="r" b="b"/>
            <a:pathLst>
              <a:path w="2952115" h="722629">
                <a:moveTo>
                  <a:pt x="0" y="48006"/>
                </a:moveTo>
                <a:lnTo>
                  <a:pt x="3771" y="29307"/>
                </a:lnTo>
                <a:lnTo>
                  <a:pt x="14058" y="14049"/>
                </a:lnTo>
                <a:lnTo>
                  <a:pt x="29317" y="3768"/>
                </a:lnTo>
                <a:lnTo>
                  <a:pt x="48006" y="0"/>
                </a:lnTo>
                <a:lnTo>
                  <a:pt x="2903982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6"/>
                </a:lnTo>
                <a:lnTo>
                  <a:pt x="2951988" y="240030"/>
                </a:lnTo>
                <a:lnTo>
                  <a:pt x="2948219" y="258718"/>
                </a:lnTo>
                <a:lnTo>
                  <a:pt x="2937938" y="273977"/>
                </a:lnTo>
                <a:lnTo>
                  <a:pt x="2922680" y="284264"/>
                </a:lnTo>
                <a:lnTo>
                  <a:pt x="2903982" y="288036"/>
                </a:lnTo>
                <a:lnTo>
                  <a:pt x="48006" y="288036"/>
                </a:lnTo>
                <a:lnTo>
                  <a:pt x="29317" y="284264"/>
                </a:lnTo>
                <a:lnTo>
                  <a:pt x="14058" y="273977"/>
                </a:lnTo>
                <a:lnTo>
                  <a:pt x="3771" y="258718"/>
                </a:lnTo>
                <a:lnTo>
                  <a:pt x="0" y="240030"/>
                </a:lnTo>
                <a:lnTo>
                  <a:pt x="0" y="48006"/>
                </a:lnTo>
                <a:close/>
              </a:path>
              <a:path w="2952115" h="722629">
                <a:moveTo>
                  <a:pt x="0" y="482346"/>
                </a:moveTo>
                <a:lnTo>
                  <a:pt x="3771" y="463657"/>
                </a:lnTo>
                <a:lnTo>
                  <a:pt x="14058" y="448398"/>
                </a:lnTo>
                <a:lnTo>
                  <a:pt x="29317" y="438111"/>
                </a:lnTo>
                <a:lnTo>
                  <a:pt x="48006" y="434340"/>
                </a:lnTo>
                <a:lnTo>
                  <a:pt x="2903982" y="434340"/>
                </a:lnTo>
                <a:lnTo>
                  <a:pt x="2922680" y="438111"/>
                </a:lnTo>
                <a:lnTo>
                  <a:pt x="2937938" y="448398"/>
                </a:lnTo>
                <a:lnTo>
                  <a:pt x="2948219" y="463657"/>
                </a:lnTo>
                <a:lnTo>
                  <a:pt x="2951988" y="482346"/>
                </a:lnTo>
                <a:lnTo>
                  <a:pt x="2951988" y="674370"/>
                </a:lnTo>
                <a:lnTo>
                  <a:pt x="2948219" y="693058"/>
                </a:lnTo>
                <a:lnTo>
                  <a:pt x="2937938" y="708317"/>
                </a:lnTo>
                <a:lnTo>
                  <a:pt x="2922680" y="718604"/>
                </a:lnTo>
                <a:lnTo>
                  <a:pt x="2903982" y="722376"/>
                </a:lnTo>
                <a:lnTo>
                  <a:pt x="48006" y="722376"/>
                </a:lnTo>
                <a:lnTo>
                  <a:pt x="29317" y="718604"/>
                </a:lnTo>
                <a:lnTo>
                  <a:pt x="14058" y="708317"/>
                </a:lnTo>
                <a:lnTo>
                  <a:pt x="3771" y="693058"/>
                </a:lnTo>
                <a:lnTo>
                  <a:pt x="0" y="674370"/>
                </a:lnTo>
                <a:lnTo>
                  <a:pt x="0" y="48234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652142" y="5480405"/>
            <a:ext cx="1199515" cy="64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Organizational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65">
                <a:latin typeface="Arial MT"/>
                <a:cs typeface="Arial MT"/>
              </a:rPr>
              <a:t>audits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Risk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acceptance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87525" y="2451607"/>
            <a:ext cx="19951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60" b="1">
                <a:latin typeface="Arial"/>
                <a:cs typeface="Arial"/>
              </a:rPr>
              <a:t>Organizational</a:t>
            </a:r>
            <a:r>
              <a:rPr dirty="0" sz="1600" spc="15" b="1">
                <a:latin typeface="Arial"/>
                <a:cs typeface="Arial"/>
              </a:rPr>
              <a:t> </a:t>
            </a:r>
            <a:r>
              <a:rPr dirty="0" sz="1600" spc="-155" b="1">
                <a:latin typeface="Arial"/>
                <a:cs typeface="Arial"/>
              </a:rPr>
              <a:t>Measures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5384291" y="2276855"/>
            <a:ext cx="3385185" cy="4175760"/>
          </a:xfrm>
          <a:custGeom>
            <a:avLst/>
            <a:gdLst/>
            <a:ahLst/>
            <a:cxnLst/>
            <a:rect l="l" t="t" r="r" b="b"/>
            <a:pathLst>
              <a:path w="3385184" h="4175760">
                <a:moveTo>
                  <a:pt x="0" y="564134"/>
                </a:moveTo>
                <a:lnTo>
                  <a:pt x="2070" y="515462"/>
                </a:lnTo>
                <a:lnTo>
                  <a:pt x="8170" y="467940"/>
                </a:lnTo>
                <a:lnTo>
                  <a:pt x="18130" y="421736"/>
                </a:lnTo>
                <a:lnTo>
                  <a:pt x="31779" y="377020"/>
                </a:lnTo>
                <a:lnTo>
                  <a:pt x="48950" y="333960"/>
                </a:lnTo>
                <a:lnTo>
                  <a:pt x="69471" y="292727"/>
                </a:lnTo>
                <a:lnTo>
                  <a:pt x="93175" y="253491"/>
                </a:lnTo>
                <a:lnTo>
                  <a:pt x="119891" y="216419"/>
                </a:lnTo>
                <a:lnTo>
                  <a:pt x="149450" y="181682"/>
                </a:lnTo>
                <a:lnTo>
                  <a:pt x="181682" y="149450"/>
                </a:lnTo>
                <a:lnTo>
                  <a:pt x="216419" y="119891"/>
                </a:lnTo>
                <a:lnTo>
                  <a:pt x="253491" y="93175"/>
                </a:lnTo>
                <a:lnTo>
                  <a:pt x="292727" y="69471"/>
                </a:lnTo>
                <a:lnTo>
                  <a:pt x="333960" y="48950"/>
                </a:lnTo>
                <a:lnTo>
                  <a:pt x="377020" y="31779"/>
                </a:lnTo>
                <a:lnTo>
                  <a:pt x="421736" y="18130"/>
                </a:lnTo>
                <a:lnTo>
                  <a:pt x="467940" y="8170"/>
                </a:lnTo>
                <a:lnTo>
                  <a:pt x="515462" y="2070"/>
                </a:lnTo>
                <a:lnTo>
                  <a:pt x="564134" y="0"/>
                </a:lnTo>
                <a:lnTo>
                  <a:pt x="2820669" y="0"/>
                </a:lnTo>
                <a:lnTo>
                  <a:pt x="2869341" y="2070"/>
                </a:lnTo>
                <a:lnTo>
                  <a:pt x="2916863" y="8170"/>
                </a:lnTo>
                <a:lnTo>
                  <a:pt x="2963067" y="18130"/>
                </a:lnTo>
                <a:lnTo>
                  <a:pt x="3007783" y="31779"/>
                </a:lnTo>
                <a:lnTo>
                  <a:pt x="3050843" y="48950"/>
                </a:lnTo>
                <a:lnTo>
                  <a:pt x="3092076" y="69471"/>
                </a:lnTo>
                <a:lnTo>
                  <a:pt x="3131312" y="93175"/>
                </a:lnTo>
                <a:lnTo>
                  <a:pt x="3168384" y="119891"/>
                </a:lnTo>
                <a:lnTo>
                  <a:pt x="3203121" y="149450"/>
                </a:lnTo>
                <a:lnTo>
                  <a:pt x="3235353" y="181682"/>
                </a:lnTo>
                <a:lnTo>
                  <a:pt x="3264912" y="216419"/>
                </a:lnTo>
                <a:lnTo>
                  <a:pt x="3291628" y="253491"/>
                </a:lnTo>
                <a:lnTo>
                  <a:pt x="3315332" y="292727"/>
                </a:lnTo>
                <a:lnTo>
                  <a:pt x="3335853" y="333960"/>
                </a:lnTo>
                <a:lnTo>
                  <a:pt x="3353024" y="377020"/>
                </a:lnTo>
                <a:lnTo>
                  <a:pt x="3366673" y="421736"/>
                </a:lnTo>
                <a:lnTo>
                  <a:pt x="3376633" y="467940"/>
                </a:lnTo>
                <a:lnTo>
                  <a:pt x="3382733" y="515462"/>
                </a:lnTo>
                <a:lnTo>
                  <a:pt x="3384804" y="564134"/>
                </a:lnTo>
                <a:lnTo>
                  <a:pt x="3384804" y="3611613"/>
                </a:lnTo>
                <a:lnTo>
                  <a:pt x="3382733" y="3660289"/>
                </a:lnTo>
                <a:lnTo>
                  <a:pt x="3376633" y="3707816"/>
                </a:lnTo>
                <a:lnTo>
                  <a:pt x="3366673" y="3754024"/>
                </a:lnTo>
                <a:lnTo>
                  <a:pt x="3353024" y="3798743"/>
                </a:lnTo>
                <a:lnTo>
                  <a:pt x="3335853" y="3841805"/>
                </a:lnTo>
                <a:lnTo>
                  <a:pt x="3315332" y="3883039"/>
                </a:lnTo>
                <a:lnTo>
                  <a:pt x="3291628" y="3922276"/>
                </a:lnTo>
                <a:lnTo>
                  <a:pt x="3264912" y="3959348"/>
                </a:lnTo>
                <a:lnTo>
                  <a:pt x="3235353" y="3994085"/>
                </a:lnTo>
                <a:lnTo>
                  <a:pt x="3203121" y="4026317"/>
                </a:lnTo>
                <a:lnTo>
                  <a:pt x="3168384" y="4055875"/>
                </a:lnTo>
                <a:lnTo>
                  <a:pt x="3131312" y="4082590"/>
                </a:lnTo>
                <a:lnTo>
                  <a:pt x="3092076" y="4106292"/>
                </a:lnTo>
                <a:lnTo>
                  <a:pt x="3050843" y="4126813"/>
                </a:lnTo>
                <a:lnTo>
                  <a:pt x="3007783" y="4143982"/>
                </a:lnTo>
                <a:lnTo>
                  <a:pt x="2963067" y="4157631"/>
                </a:lnTo>
                <a:lnTo>
                  <a:pt x="2916863" y="4167589"/>
                </a:lnTo>
                <a:lnTo>
                  <a:pt x="2869341" y="4173689"/>
                </a:lnTo>
                <a:lnTo>
                  <a:pt x="2820669" y="4175760"/>
                </a:lnTo>
                <a:lnTo>
                  <a:pt x="564134" y="4175760"/>
                </a:lnTo>
                <a:lnTo>
                  <a:pt x="515462" y="4173689"/>
                </a:lnTo>
                <a:lnTo>
                  <a:pt x="467940" y="4167589"/>
                </a:lnTo>
                <a:lnTo>
                  <a:pt x="421736" y="4157631"/>
                </a:lnTo>
                <a:lnTo>
                  <a:pt x="377020" y="4143982"/>
                </a:lnTo>
                <a:lnTo>
                  <a:pt x="333960" y="4126813"/>
                </a:lnTo>
                <a:lnTo>
                  <a:pt x="292727" y="4106292"/>
                </a:lnTo>
                <a:lnTo>
                  <a:pt x="253491" y="4082590"/>
                </a:lnTo>
                <a:lnTo>
                  <a:pt x="216419" y="4055875"/>
                </a:lnTo>
                <a:lnTo>
                  <a:pt x="181682" y="4026317"/>
                </a:lnTo>
                <a:lnTo>
                  <a:pt x="149450" y="3994085"/>
                </a:lnTo>
                <a:lnTo>
                  <a:pt x="119891" y="3959348"/>
                </a:lnTo>
                <a:lnTo>
                  <a:pt x="93175" y="3922276"/>
                </a:lnTo>
                <a:lnTo>
                  <a:pt x="69471" y="3883039"/>
                </a:lnTo>
                <a:lnTo>
                  <a:pt x="48950" y="3841805"/>
                </a:lnTo>
                <a:lnTo>
                  <a:pt x="31779" y="3798743"/>
                </a:lnTo>
                <a:lnTo>
                  <a:pt x="18130" y="3754024"/>
                </a:lnTo>
                <a:lnTo>
                  <a:pt x="8170" y="3707816"/>
                </a:lnTo>
                <a:lnTo>
                  <a:pt x="2070" y="3660289"/>
                </a:lnTo>
                <a:lnTo>
                  <a:pt x="0" y="3611613"/>
                </a:lnTo>
                <a:lnTo>
                  <a:pt x="0" y="564134"/>
                </a:lnTo>
                <a:close/>
              </a:path>
              <a:path w="3385184" h="4175760">
                <a:moveTo>
                  <a:pt x="216408" y="663702"/>
                </a:moveTo>
                <a:lnTo>
                  <a:pt x="220176" y="645003"/>
                </a:lnTo>
                <a:lnTo>
                  <a:pt x="230457" y="629745"/>
                </a:lnTo>
                <a:lnTo>
                  <a:pt x="245715" y="619464"/>
                </a:lnTo>
                <a:lnTo>
                  <a:pt x="264413" y="615696"/>
                </a:lnTo>
                <a:lnTo>
                  <a:pt x="3120390" y="615696"/>
                </a:lnTo>
                <a:lnTo>
                  <a:pt x="3139088" y="619464"/>
                </a:lnTo>
                <a:lnTo>
                  <a:pt x="3154346" y="629745"/>
                </a:lnTo>
                <a:lnTo>
                  <a:pt x="3164627" y="645003"/>
                </a:lnTo>
                <a:lnTo>
                  <a:pt x="3168396" y="663702"/>
                </a:lnTo>
                <a:lnTo>
                  <a:pt x="3168396" y="855726"/>
                </a:lnTo>
                <a:lnTo>
                  <a:pt x="3164627" y="874424"/>
                </a:lnTo>
                <a:lnTo>
                  <a:pt x="3154346" y="889682"/>
                </a:lnTo>
                <a:lnTo>
                  <a:pt x="3139088" y="899963"/>
                </a:lnTo>
                <a:lnTo>
                  <a:pt x="3120390" y="903732"/>
                </a:lnTo>
                <a:lnTo>
                  <a:pt x="264413" y="903732"/>
                </a:lnTo>
                <a:lnTo>
                  <a:pt x="245715" y="899963"/>
                </a:lnTo>
                <a:lnTo>
                  <a:pt x="230457" y="889682"/>
                </a:lnTo>
                <a:lnTo>
                  <a:pt x="220176" y="874424"/>
                </a:lnTo>
                <a:lnTo>
                  <a:pt x="216408" y="855726"/>
                </a:lnTo>
                <a:lnTo>
                  <a:pt x="216408" y="66370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155563" y="2930397"/>
            <a:ext cx="18440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Intellectual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Property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Rights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(IPR)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5600700" y="3300984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5"/>
                </a:moveTo>
                <a:lnTo>
                  <a:pt x="3768" y="29307"/>
                </a:lnTo>
                <a:lnTo>
                  <a:pt x="14049" y="14049"/>
                </a:lnTo>
                <a:lnTo>
                  <a:pt x="29307" y="3768"/>
                </a:lnTo>
                <a:lnTo>
                  <a:pt x="48005" y="0"/>
                </a:lnTo>
                <a:lnTo>
                  <a:pt x="2903981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5"/>
                </a:lnTo>
                <a:lnTo>
                  <a:pt x="2951988" y="240029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1" y="288036"/>
                </a:lnTo>
                <a:lnTo>
                  <a:pt x="48005" y="288036"/>
                </a:lnTo>
                <a:lnTo>
                  <a:pt x="29307" y="284267"/>
                </a:lnTo>
                <a:lnTo>
                  <a:pt x="14049" y="273986"/>
                </a:lnTo>
                <a:lnTo>
                  <a:pt x="3768" y="258728"/>
                </a:lnTo>
                <a:lnTo>
                  <a:pt x="0" y="240029"/>
                </a:lnTo>
                <a:lnTo>
                  <a:pt x="0" y="4800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626732" y="3338271"/>
            <a:ext cx="9010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Financial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goods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5600700" y="3721608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6"/>
                </a:moveTo>
                <a:lnTo>
                  <a:pt x="3768" y="29307"/>
                </a:lnTo>
                <a:lnTo>
                  <a:pt x="14049" y="14049"/>
                </a:lnTo>
                <a:lnTo>
                  <a:pt x="29307" y="3768"/>
                </a:lnTo>
                <a:lnTo>
                  <a:pt x="48005" y="0"/>
                </a:lnTo>
                <a:lnTo>
                  <a:pt x="2903981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6"/>
                </a:lnTo>
                <a:lnTo>
                  <a:pt x="2951988" y="240030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1" y="288036"/>
                </a:lnTo>
                <a:lnTo>
                  <a:pt x="48005" y="288036"/>
                </a:lnTo>
                <a:lnTo>
                  <a:pt x="29307" y="284267"/>
                </a:lnTo>
                <a:lnTo>
                  <a:pt x="14049" y="273986"/>
                </a:lnTo>
                <a:lnTo>
                  <a:pt x="3768" y="258728"/>
                </a:lnTo>
                <a:lnTo>
                  <a:pt x="0" y="240030"/>
                </a:lnTo>
                <a:lnTo>
                  <a:pt x="0" y="480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6594729" y="3758945"/>
            <a:ext cx="963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Confidential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5600700" y="4107179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6"/>
                </a:moveTo>
                <a:lnTo>
                  <a:pt x="3768" y="29307"/>
                </a:lnTo>
                <a:lnTo>
                  <a:pt x="14049" y="14049"/>
                </a:lnTo>
                <a:lnTo>
                  <a:pt x="29307" y="3768"/>
                </a:lnTo>
                <a:lnTo>
                  <a:pt x="48005" y="0"/>
                </a:lnTo>
                <a:lnTo>
                  <a:pt x="2903981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6"/>
                </a:lnTo>
                <a:lnTo>
                  <a:pt x="2951988" y="240030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1" y="288036"/>
                </a:lnTo>
                <a:lnTo>
                  <a:pt x="48005" y="288036"/>
                </a:lnTo>
                <a:lnTo>
                  <a:pt x="29307" y="284267"/>
                </a:lnTo>
                <a:lnTo>
                  <a:pt x="14049" y="273986"/>
                </a:lnTo>
                <a:lnTo>
                  <a:pt x="3768" y="258728"/>
                </a:lnTo>
                <a:lnTo>
                  <a:pt x="0" y="240030"/>
                </a:lnTo>
                <a:lnTo>
                  <a:pt x="0" y="480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6477380" y="4145660"/>
            <a:ext cx="1201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Controlled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processes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600700" y="4552188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6"/>
                </a:moveTo>
                <a:lnTo>
                  <a:pt x="3768" y="29307"/>
                </a:lnTo>
                <a:lnTo>
                  <a:pt x="14049" y="14049"/>
                </a:lnTo>
                <a:lnTo>
                  <a:pt x="29307" y="3768"/>
                </a:lnTo>
                <a:lnTo>
                  <a:pt x="48005" y="0"/>
                </a:lnTo>
                <a:lnTo>
                  <a:pt x="2903981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6"/>
                </a:lnTo>
                <a:lnTo>
                  <a:pt x="2951988" y="240030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1" y="288036"/>
                </a:lnTo>
                <a:lnTo>
                  <a:pt x="48005" y="288036"/>
                </a:lnTo>
                <a:lnTo>
                  <a:pt x="29307" y="284267"/>
                </a:lnTo>
                <a:lnTo>
                  <a:pt x="14049" y="273986"/>
                </a:lnTo>
                <a:lnTo>
                  <a:pt x="3768" y="258728"/>
                </a:lnTo>
                <a:lnTo>
                  <a:pt x="0" y="240030"/>
                </a:lnTo>
                <a:lnTo>
                  <a:pt x="0" y="480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6530720" y="4590669"/>
            <a:ext cx="1094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Cryptographic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keys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5600700" y="4997196"/>
            <a:ext cx="2952115" cy="288290"/>
          </a:xfrm>
          <a:custGeom>
            <a:avLst/>
            <a:gdLst/>
            <a:ahLst/>
            <a:cxnLst/>
            <a:rect l="l" t="t" r="r" b="b"/>
            <a:pathLst>
              <a:path w="2952115" h="288289">
                <a:moveTo>
                  <a:pt x="0" y="48005"/>
                </a:moveTo>
                <a:lnTo>
                  <a:pt x="3768" y="29307"/>
                </a:lnTo>
                <a:lnTo>
                  <a:pt x="14049" y="14049"/>
                </a:lnTo>
                <a:lnTo>
                  <a:pt x="29307" y="3768"/>
                </a:lnTo>
                <a:lnTo>
                  <a:pt x="48005" y="0"/>
                </a:lnTo>
                <a:lnTo>
                  <a:pt x="2903981" y="0"/>
                </a:lnTo>
                <a:lnTo>
                  <a:pt x="2922680" y="3768"/>
                </a:lnTo>
                <a:lnTo>
                  <a:pt x="2937938" y="14049"/>
                </a:lnTo>
                <a:lnTo>
                  <a:pt x="2948219" y="29307"/>
                </a:lnTo>
                <a:lnTo>
                  <a:pt x="2951988" y="48005"/>
                </a:lnTo>
                <a:lnTo>
                  <a:pt x="2951988" y="240029"/>
                </a:lnTo>
                <a:lnTo>
                  <a:pt x="2948219" y="258728"/>
                </a:lnTo>
                <a:lnTo>
                  <a:pt x="2937938" y="273986"/>
                </a:lnTo>
                <a:lnTo>
                  <a:pt x="2922680" y="284267"/>
                </a:lnTo>
                <a:lnTo>
                  <a:pt x="2903981" y="288035"/>
                </a:lnTo>
                <a:lnTo>
                  <a:pt x="48005" y="288035"/>
                </a:lnTo>
                <a:lnTo>
                  <a:pt x="29307" y="284267"/>
                </a:lnTo>
                <a:lnTo>
                  <a:pt x="14049" y="273986"/>
                </a:lnTo>
                <a:lnTo>
                  <a:pt x="3768" y="258728"/>
                </a:lnTo>
                <a:lnTo>
                  <a:pt x="0" y="240029"/>
                </a:lnTo>
                <a:lnTo>
                  <a:pt x="0" y="4800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760844" y="5035422"/>
            <a:ext cx="632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Reputation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760844" y="2451607"/>
            <a:ext cx="5721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55" b="1">
                <a:latin typeface="Arial"/>
                <a:cs typeface="Arial"/>
              </a:rPr>
              <a:t>Assets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4088891" y="3645408"/>
            <a:ext cx="1152525" cy="1135380"/>
          </a:xfrm>
          <a:custGeom>
            <a:avLst/>
            <a:gdLst/>
            <a:ahLst/>
            <a:cxnLst/>
            <a:rect l="l" t="t" r="r" b="b"/>
            <a:pathLst>
              <a:path w="1152525" h="1135379">
                <a:moveTo>
                  <a:pt x="584454" y="0"/>
                </a:moveTo>
                <a:lnTo>
                  <a:pt x="584454" y="283845"/>
                </a:lnTo>
                <a:lnTo>
                  <a:pt x="0" y="283845"/>
                </a:lnTo>
                <a:lnTo>
                  <a:pt x="0" y="851535"/>
                </a:lnTo>
                <a:lnTo>
                  <a:pt x="584454" y="851535"/>
                </a:lnTo>
                <a:lnTo>
                  <a:pt x="584454" y="1135380"/>
                </a:lnTo>
                <a:lnTo>
                  <a:pt x="1152144" y="567690"/>
                </a:lnTo>
                <a:lnTo>
                  <a:pt x="58445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214621" y="4059682"/>
            <a:ext cx="618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>
                <a:latin typeface="Arial MT"/>
                <a:cs typeface="Arial MT"/>
              </a:rPr>
              <a:t>Protect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839072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333230" cy="61150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set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policies,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processes,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procedures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including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responsibility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&amp;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resources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organization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uses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90">
                <a:latin typeface="Arial MT"/>
                <a:cs typeface="Arial MT"/>
              </a:rPr>
              <a:t>manage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and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40">
                <a:latin typeface="Arial MT"/>
                <a:cs typeface="Arial MT"/>
              </a:rPr>
              <a:t>protect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its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information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assets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cyber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threats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46367" y="281813"/>
            <a:ext cx="3062478" cy="15582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77083" y="2709672"/>
            <a:ext cx="4104640" cy="5029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algn="ctr" marL="1542415" marR="1535430">
              <a:lnSpc>
                <a:spcPct val="100000"/>
              </a:lnSpc>
              <a:spcBef>
                <a:spcPts val="25"/>
              </a:spcBef>
            </a:pPr>
            <a:r>
              <a:rPr dirty="0" sz="1600" spc="-145">
                <a:latin typeface="Arial MT"/>
                <a:cs typeface="Arial MT"/>
              </a:rPr>
              <a:t>Cybersecurity </a:t>
            </a:r>
            <a:r>
              <a:rPr dirty="0" sz="1600" spc="-10">
                <a:latin typeface="Arial MT"/>
                <a:cs typeface="Arial MT"/>
              </a:rPr>
              <a:t>policy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7868" y="3717035"/>
            <a:ext cx="2376170" cy="6477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rules</a:t>
            </a: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processes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41191" y="3717035"/>
            <a:ext cx="2376170" cy="6477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marL="678815">
              <a:lnSpc>
                <a:spcPct val="100000"/>
              </a:lnSpc>
              <a:spcBef>
                <a:spcPts val="595"/>
              </a:spcBef>
            </a:pPr>
            <a:r>
              <a:rPr dirty="0" sz="1600" spc="-65">
                <a:latin typeface="Arial MT"/>
                <a:cs typeface="Arial MT"/>
              </a:rPr>
              <a:t>Cybersecurity</a:t>
            </a:r>
            <a:endParaRPr sz="1600">
              <a:latin typeface="Arial MT"/>
              <a:cs typeface="Arial MT"/>
            </a:endParaRPr>
          </a:p>
          <a:p>
            <a:pPr marL="706120">
              <a:lnSpc>
                <a:spcPct val="100000"/>
              </a:lnSpc>
            </a:pPr>
            <a:r>
              <a:rPr dirty="0" sz="1600" spc="-60">
                <a:latin typeface="Arial MT"/>
                <a:cs typeface="Arial MT"/>
              </a:rPr>
              <a:t>responsibility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14515" y="3717035"/>
            <a:ext cx="2376170" cy="6477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595"/>
              </a:spcBef>
            </a:pPr>
            <a:r>
              <a:rPr dirty="0" sz="1600" spc="-65">
                <a:latin typeface="Arial MT"/>
                <a:cs typeface="Arial MT"/>
              </a:rPr>
              <a:t>Cybersecurity</a:t>
            </a:r>
            <a:endParaRPr sz="1600">
              <a:latin typeface="Arial MT"/>
              <a:cs typeface="Arial MT"/>
            </a:endParaRPr>
          </a:p>
          <a:p>
            <a:pPr algn="ctr" marL="1270">
              <a:lnSpc>
                <a:spcPct val="100000"/>
              </a:lnSpc>
            </a:pPr>
            <a:r>
              <a:rPr dirty="0" sz="1600" spc="-45">
                <a:latin typeface="Arial MT"/>
                <a:cs typeface="Arial MT"/>
              </a:rPr>
              <a:t>resources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624584" y="3212591"/>
            <a:ext cx="6022975" cy="511175"/>
          </a:xfrm>
          <a:custGeom>
            <a:avLst/>
            <a:gdLst/>
            <a:ahLst/>
            <a:cxnLst/>
            <a:rect l="l" t="t" r="r" b="b"/>
            <a:pathLst>
              <a:path w="6022975" h="511175">
                <a:moveTo>
                  <a:pt x="6022721" y="422148"/>
                </a:moveTo>
                <a:lnTo>
                  <a:pt x="5990971" y="422148"/>
                </a:lnTo>
                <a:lnTo>
                  <a:pt x="5990971" y="288798"/>
                </a:lnTo>
                <a:lnTo>
                  <a:pt x="5990971" y="282448"/>
                </a:lnTo>
                <a:lnTo>
                  <a:pt x="5990971" y="278892"/>
                </a:lnTo>
                <a:lnTo>
                  <a:pt x="5988177" y="276098"/>
                </a:lnTo>
                <a:lnTo>
                  <a:pt x="3010154" y="276098"/>
                </a:lnTo>
                <a:lnTo>
                  <a:pt x="3010154" y="0"/>
                </a:lnTo>
                <a:lnTo>
                  <a:pt x="2997454" y="0"/>
                </a:lnTo>
                <a:lnTo>
                  <a:pt x="2997454" y="276098"/>
                </a:lnTo>
                <a:lnTo>
                  <a:pt x="34531" y="276098"/>
                </a:lnTo>
                <a:lnTo>
                  <a:pt x="31737" y="278892"/>
                </a:lnTo>
                <a:lnTo>
                  <a:pt x="31737" y="434848"/>
                </a:lnTo>
                <a:lnTo>
                  <a:pt x="0" y="434848"/>
                </a:lnTo>
                <a:lnTo>
                  <a:pt x="38087" y="511048"/>
                </a:lnTo>
                <a:lnTo>
                  <a:pt x="69850" y="447548"/>
                </a:lnTo>
                <a:lnTo>
                  <a:pt x="76200" y="434848"/>
                </a:lnTo>
                <a:lnTo>
                  <a:pt x="44450" y="434848"/>
                </a:lnTo>
                <a:lnTo>
                  <a:pt x="44450" y="288798"/>
                </a:lnTo>
                <a:lnTo>
                  <a:pt x="2997454" y="288798"/>
                </a:lnTo>
                <a:lnTo>
                  <a:pt x="2997454" y="427863"/>
                </a:lnTo>
                <a:lnTo>
                  <a:pt x="2965704" y="427863"/>
                </a:lnTo>
                <a:lnTo>
                  <a:pt x="3003804" y="504063"/>
                </a:lnTo>
                <a:lnTo>
                  <a:pt x="3035554" y="440563"/>
                </a:lnTo>
                <a:lnTo>
                  <a:pt x="3041904" y="427863"/>
                </a:lnTo>
                <a:lnTo>
                  <a:pt x="3010154" y="427863"/>
                </a:lnTo>
                <a:lnTo>
                  <a:pt x="3010154" y="288798"/>
                </a:lnTo>
                <a:lnTo>
                  <a:pt x="5978271" y="288798"/>
                </a:lnTo>
                <a:lnTo>
                  <a:pt x="5978271" y="422148"/>
                </a:lnTo>
                <a:lnTo>
                  <a:pt x="5946521" y="422148"/>
                </a:lnTo>
                <a:lnTo>
                  <a:pt x="5984621" y="498348"/>
                </a:lnTo>
                <a:lnTo>
                  <a:pt x="6016371" y="434848"/>
                </a:lnTo>
                <a:lnTo>
                  <a:pt x="6022721" y="422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719452" y="3459860"/>
            <a:ext cx="735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0" b="1">
                <a:latin typeface="Arial"/>
                <a:cs typeface="Arial"/>
              </a:rPr>
              <a:t>enforced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90" b="1">
                <a:latin typeface="Arial"/>
                <a:cs typeface="Arial"/>
              </a:rPr>
              <a:t>by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08397" y="3459860"/>
            <a:ext cx="678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30" b="1">
                <a:latin typeface="Arial"/>
                <a:cs typeface="Arial"/>
              </a:rPr>
              <a:t>enabled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80" b="1">
                <a:latin typeface="Arial"/>
                <a:cs typeface="Arial"/>
              </a:rPr>
              <a:t>by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681341" y="3459860"/>
            <a:ext cx="678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30" b="1">
                <a:latin typeface="Arial"/>
                <a:cs typeface="Arial"/>
              </a:rPr>
              <a:t>enabled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80" b="1">
                <a:latin typeface="Arial"/>
                <a:cs typeface="Arial"/>
              </a:rPr>
              <a:t>by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209025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7078345" cy="15017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basis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implementation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ISO/SAE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21434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policy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includes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Acknowledgement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road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vehicle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risk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Executive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management’s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commitment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90">
                <a:latin typeface="Arial MT"/>
                <a:cs typeface="Arial MT"/>
              </a:rPr>
              <a:t>manage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corresponding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risks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77240" y="2564892"/>
            <a:ext cx="2304415" cy="576580"/>
          </a:xfrm>
          <a:custGeom>
            <a:avLst/>
            <a:gdLst/>
            <a:ahLst/>
            <a:cxnLst/>
            <a:rect l="l" t="t" r="r" b="b"/>
            <a:pathLst>
              <a:path w="2304415" h="576580">
                <a:moveTo>
                  <a:pt x="0" y="96012"/>
                </a:moveTo>
                <a:lnTo>
                  <a:pt x="7545" y="58614"/>
                </a:lnTo>
                <a:lnTo>
                  <a:pt x="28122" y="28098"/>
                </a:lnTo>
                <a:lnTo>
                  <a:pt x="58641" y="7536"/>
                </a:lnTo>
                <a:lnTo>
                  <a:pt x="96012" y="0"/>
                </a:lnTo>
                <a:lnTo>
                  <a:pt x="2208276" y="0"/>
                </a:lnTo>
                <a:lnTo>
                  <a:pt x="2245673" y="7536"/>
                </a:lnTo>
                <a:lnTo>
                  <a:pt x="2276189" y="28098"/>
                </a:lnTo>
                <a:lnTo>
                  <a:pt x="2296751" y="58614"/>
                </a:lnTo>
                <a:lnTo>
                  <a:pt x="2304288" y="96012"/>
                </a:lnTo>
                <a:lnTo>
                  <a:pt x="2304288" y="480060"/>
                </a:lnTo>
                <a:lnTo>
                  <a:pt x="2296751" y="517457"/>
                </a:lnTo>
                <a:lnTo>
                  <a:pt x="2276189" y="547973"/>
                </a:lnTo>
                <a:lnTo>
                  <a:pt x="2245673" y="568535"/>
                </a:lnTo>
                <a:lnTo>
                  <a:pt x="2208276" y="576072"/>
                </a:lnTo>
                <a:lnTo>
                  <a:pt x="96012" y="576072"/>
                </a:lnTo>
                <a:lnTo>
                  <a:pt x="58641" y="568535"/>
                </a:lnTo>
                <a:lnTo>
                  <a:pt x="28122" y="547973"/>
                </a:lnTo>
                <a:lnTo>
                  <a:pt x="7545" y="517457"/>
                </a:lnTo>
                <a:lnTo>
                  <a:pt x="0" y="480060"/>
                </a:lnTo>
                <a:lnTo>
                  <a:pt x="0" y="9601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26058" y="2698826"/>
            <a:ext cx="18065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80">
                <a:latin typeface="Arial MT"/>
                <a:cs typeface="Arial MT"/>
              </a:rPr>
              <a:t>General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55">
                <a:latin typeface="Arial MT"/>
                <a:cs typeface="Arial MT"/>
              </a:rPr>
              <a:t>Organization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153155" y="2596895"/>
            <a:ext cx="5400040" cy="5029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 marL="178435" indent="-87630">
              <a:lnSpc>
                <a:spcPct val="100000"/>
              </a:lnSpc>
              <a:spcBef>
                <a:spcPts val="1115"/>
              </a:spcBef>
              <a:buChar char="•"/>
              <a:tabLst>
                <a:tab pos="178435" algn="l"/>
              </a:tabLst>
            </a:pPr>
            <a:r>
              <a:rPr dirty="0" sz="1400" spc="-135">
                <a:latin typeface="Arial MT"/>
                <a:cs typeface="Arial MT"/>
              </a:rPr>
              <a:t>Support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45">
                <a:solidFill>
                  <a:srgbClr val="0000CC"/>
                </a:solidFill>
                <a:latin typeface="Arial MT"/>
                <a:cs typeface="Arial MT"/>
              </a:rPr>
              <a:t>awareness</a:t>
            </a:r>
            <a:r>
              <a:rPr dirty="0" sz="1400" spc="-3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road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vehicle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risks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77240" y="3396996"/>
            <a:ext cx="2304415" cy="576580"/>
          </a:xfrm>
          <a:custGeom>
            <a:avLst/>
            <a:gdLst/>
            <a:ahLst/>
            <a:cxnLst/>
            <a:rect l="l" t="t" r="r" b="b"/>
            <a:pathLst>
              <a:path w="2304415" h="576579">
                <a:moveTo>
                  <a:pt x="0" y="96012"/>
                </a:moveTo>
                <a:lnTo>
                  <a:pt x="7545" y="58614"/>
                </a:lnTo>
                <a:lnTo>
                  <a:pt x="28122" y="28098"/>
                </a:lnTo>
                <a:lnTo>
                  <a:pt x="58641" y="7536"/>
                </a:lnTo>
                <a:lnTo>
                  <a:pt x="96012" y="0"/>
                </a:lnTo>
                <a:lnTo>
                  <a:pt x="2208276" y="0"/>
                </a:lnTo>
                <a:lnTo>
                  <a:pt x="2245673" y="7536"/>
                </a:lnTo>
                <a:lnTo>
                  <a:pt x="2276189" y="28098"/>
                </a:lnTo>
                <a:lnTo>
                  <a:pt x="2296751" y="58614"/>
                </a:lnTo>
                <a:lnTo>
                  <a:pt x="2304288" y="96012"/>
                </a:lnTo>
                <a:lnTo>
                  <a:pt x="2304288" y="480059"/>
                </a:lnTo>
                <a:lnTo>
                  <a:pt x="2296751" y="517457"/>
                </a:lnTo>
                <a:lnTo>
                  <a:pt x="2276189" y="547973"/>
                </a:lnTo>
                <a:lnTo>
                  <a:pt x="2245673" y="568535"/>
                </a:lnTo>
                <a:lnTo>
                  <a:pt x="2208276" y="576071"/>
                </a:lnTo>
                <a:lnTo>
                  <a:pt x="96012" y="576071"/>
                </a:lnTo>
                <a:lnTo>
                  <a:pt x="58641" y="568535"/>
                </a:lnTo>
                <a:lnTo>
                  <a:pt x="28122" y="547973"/>
                </a:lnTo>
                <a:lnTo>
                  <a:pt x="7545" y="517457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31214" y="3532123"/>
            <a:ext cx="1593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4">
                <a:latin typeface="Arial MT"/>
                <a:cs typeface="Arial MT"/>
              </a:rPr>
              <a:t>OEM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 spc="-195">
                <a:latin typeface="Arial MT"/>
                <a:cs typeface="Arial MT"/>
              </a:rPr>
              <a:t>Management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153155" y="3429000"/>
            <a:ext cx="5400040" cy="50482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178435" indent="-87630">
              <a:lnSpc>
                <a:spcPct val="100000"/>
              </a:lnSpc>
              <a:spcBef>
                <a:spcPts val="280"/>
              </a:spcBef>
              <a:buChar char="•"/>
              <a:tabLst>
                <a:tab pos="178435" algn="l"/>
              </a:tabLst>
            </a:pPr>
            <a:r>
              <a:rPr dirty="0" sz="1400" spc="-150">
                <a:latin typeface="Arial MT"/>
                <a:cs typeface="Arial MT"/>
              </a:rPr>
              <a:t>Commitment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5">
                <a:solidFill>
                  <a:srgbClr val="0000CC"/>
                </a:solidFill>
                <a:latin typeface="Arial MT"/>
                <a:cs typeface="Arial MT"/>
              </a:rPr>
              <a:t>take</a:t>
            </a:r>
            <a:r>
              <a:rPr dirty="0" sz="1400" spc="-5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400" spc="-135">
                <a:solidFill>
                  <a:srgbClr val="0000CC"/>
                </a:solidFill>
                <a:latin typeface="Arial MT"/>
                <a:cs typeface="Arial MT"/>
              </a:rPr>
              <a:t>care</a:t>
            </a:r>
            <a:r>
              <a:rPr dirty="0" sz="1400" spc="-5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about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risks</a:t>
            </a:r>
            <a:endParaRPr sz="1400">
              <a:latin typeface="Arial MT"/>
              <a:cs typeface="Arial MT"/>
            </a:endParaRPr>
          </a:p>
          <a:p>
            <a:pPr marL="178435" indent="-87630">
              <a:lnSpc>
                <a:spcPct val="100000"/>
              </a:lnSpc>
              <a:buChar char="•"/>
              <a:tabLst>
                <a:tab pos="178435" algn="l"/>
              </a:tabLst>
            </a:pPr>
            <a:r>
              <a:rPr dirty="0" sz="1400" spc="-114">
                <a:latin typeface="Arial MT"/>
                <a:cs typeface="Arial MT"/>
              </a:rPr>
              <a:t>Definition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of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25">
                <a:solidFill>
                  <a:srgbClr val="0000CC"/>
                </a:solidFill>
                <a:latin typeface="Arial MT"/>
                <a:cs typeface="Arial MT"/>
              </a:rPr>
              <a:t>cybersecurity</a:t>
            </a:r>
            <a:r>
              <a:rPr dirty="0" sz="1400" spc="-3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400" spc="-155">
                <a:solidFill>
                  <a:srgbClr val="0000CC"/>
                </a:solidFill>
                <a:latin typeface="Arial MT"/>
                <a:cs typeface="Arial MT"/>
              </a:rPr>
              <a:t>management</a:t>
            </a:r>
            <a:r>
              <a:rPr dirty="0" sz="1400" spc="-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CC"/>
                </a:solidFill>
                <a:latin typeface="Arial MT"/>
                <a:cs typeface="Arial MT"/>
              </a:rPr>
              <a:t>scope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77240" y="4230623"/>
            <a:ext cx="2304415" cy="576580"/>
          </a:xfrm>
          <a:custGeom>
            <a:avLst/>
            <a:gdLst/>
            <a:ahLst/>
            <a:cxnLst/>
            <a:rect l="l" t="t" r="r" b="b"/>
            <a:pathLst>
              <a:path w="2304415" h="576579">
                <a:moveTo>
                  <a:pt x="0" y="96012"/>
                </a:moveTo>
                <a:lnTo>
                  <a:pt x="7545" y="58614"/>
                </a:lnTo>
                <a:lnTo>
                  <a:pt x="28122" y="28098"/>
                </a:lnTo>
                <a:lnTo>
                  <a:pt x="58641" y="7536"/>
                </a:lnTo>
                <a:lnTo>
                  <a:pt x="96012" y="0"/>
                </a:lnTo>
                <a:lnTo>
                  <a:pt x="2208276" y="0"/>
                </a:lnTo>
                <a:lnTo>
                  <a:pt x="2245673" y="7536"/>
                </a:lnTo>
                <a:lnTo>
                  <a:pt x="2276189" y="28098"/>
                </a:lnTo>
                <a:lnTo>
                  <a:pt x="2296751" y="58614"/>
                </a:lnTo>
                <a:lnTo>
                  <a:pt x="2304288" y="96012"/>
                </a:lnTo>
                <a:lnTo>
                  <a:pt x="2304288" y="480059"/>
                </a:lnTo>
                <a:lnTo>
                  <a:pt x="2296751" y="517457"/>
                </a:lnTo>
                <a:lnTo>
                  <a:pt x="2276189" y="547973"/>
                </a:lnTo>
                <a:lnTo>
                  <a:pt x="2245673" y="568535"/>
                </a:lnTo>
                <a:lnTo>
                  <a:pt x="2208276" y="576071"/>
                </a:lnTo>
                <a:lnTo>
                  <a:pt x="96012" y="576071"/>
                </a:lnTo>
                <a:lnTo>
                  <a:pt x="58641" y="568535"/>
                </a:lnTo>
                <a:lnTo>
                  <a:pt x="28122" y="547973"/>
                </a:lnTo>
                <a:lnTo>
                  <a:pt x="7545" y="517457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916330" y="4281042"/>
            <a:ext cx="2023110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latin typeface="Arial MT"/>
                <a:cs typeface="Arial MT"/>
              </a:rPr>
              <a:t>External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 spc="-85">
                <a:latin typeface="Arial MT"/>
                <a:cs typeface="Arial MT"/>
              </a:rPr>
              <a:t>stakeholders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100" spc="-85">
                <a:latin typeface="Arial MT"/>
                <a:cs typeface="Arial MT"/>
              </a:rPr>
              <a:t>(e.g.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third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party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supplier,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20">
                <a:latin typeface="Arial MT"/>
                <a:cs typeface="Arial MT"/>
              </a:rPr>
              <a:t>end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customer)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153155" y="4261103"/>
            <a:ext cx="5400040" cy="50482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42875" rIns="0" bIns="0" rtlCol="0" vert="horz">
            <a:spAutoFit/>
          </a:bodyPr>
          <a:lstStyle/>
          <a:p>
            <a:pPr marL="178435" indent="-87630">
              <a:lnSpc>
                <a:spcPct val="100000"/>
              </a:lnSpc>
              <a:spcBef>
                <a:spcPts val="1125"/>
              </a:spcBef>
              <a:buChar char="•"/>
              <a:tabLst>
                <a:tab pos="178435" algn="l"/>
              </a:tabLst>
            </a:pPr>
            <a:r>
              <a:rPr dirty="0" sz="1400" spc="-130">
                <a:latin typeface="Arial MT"/>
                <a:cs typeface="Arial MT"/>
              </a:rPr>
              <a:t>Support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40">
                <a:solidFill>
                  <a:srgbClr val="0000CC"/>
                </a:solidFill>
                <a:latin typeface="Arial MT"/>
                <a:cs typeface="Arial MT"/>
              </a:rPr>
              <a:t>harmonized</a:t>
            </a:r>
            <a:r>
              <a:rPr dirty="0" sz="1400" spc="-3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solidFill>
                  <a:srgbClr val="0000CC"/>
                </a:solidFill>
                <a:latin typeface="Arial MT"/>
                <a:cs typeface="Arial MT"/>
              </a:rPr>
              <a:t>interface</a:t>
            </a:r>
            <a:r>
              <a:rPr dirty="0" sz="1400" spc="-5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80">
                <a:latin typeface="Arial MT"/>
                <a:cs typeface="Arial MT"/>
              </a:rPr>
              <a:t>OEMs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policy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46367" y="281813"/>
            <a:ext cx="3062478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27115" y="2060448"/>
            <a:ext cx="8493760" cy="4618990"/>
            <a:chOff x="227115" y="2060448"/>
            <a:chExt cx="8493760" cy="46189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115" y="6416517"/>
              <a:ext cx="530273" cy="26269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831" y="2060448"/>
              <a:ext cx="8159496" cy="4376928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604" y="162305"/>
              <a:ext cx="1999500" cy="19824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51892" y="614526"/>
            <a:ext cx="6986905" cy="11328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interests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interact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existing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system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Adoption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existing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processes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throughout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complete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lifecycle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Concept,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product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development,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production,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operation,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maintenance,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decommissioning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12411" y="6412788"/>
            <a:ext cx="1322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LG</a:t>
            </a:r>
            <a:r>
              <a:rPr dirty="0" u="sng" sz="12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VS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CSMS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46367" y="281813"/>
            <a:ext cx="3062478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3004324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7821930" cy="119126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Clear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definition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roles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65">
                <a:latin typeface="Arial MT"/>
                <a:cs typeface="Arial MT"/>
              </a:rPr>
              <a:t>responsibilities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E.g.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Project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Manager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Manager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Vulnerability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Tester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Incident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Response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Manager</a:t>
            </a:r>
            <a:endParaRPr sz="1600">
              <a:latin typeface="Arial MT"/>
              <a:cs typeface="Arial MT"/>
            </a:endParaRPr>
          </a:p>
          <a:p>
            <a:pPr marL="643890">
              <a:lnSpc>
                <a:spcPct val="100000"/>
              </a:lnSpc>
              <a:spcBef>
                <a:spcPts val="1680"/>
              </a:spcBef>
            </a:pPr>
            <a:r>
              <a:rPr dirty="0" sz="1400" spc="-20">
                <a:latin typeface="Arial MT"/>
                <a:cs typeface="Arial MT"/>
              </a:rPr>
              <a:t>e.g)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771779" y="1835276"/>
          <a:ext cx="8583295" cy="2600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3155"/>
                <a:gridCol w="3895725"/>
                <a:gridCol w="1871345"/>
                <a:gridCol w="1616709"/>
              </a:tblGrid>
              <a:tr h="3803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600" spc="-8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Responsibility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600" spc="-1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Expertise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6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Remarks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2219960">
                <a:tc>
                  <a:txBody>
                    <a:bodyPr/>
                    <a:lstStyle/>
                    <a:p>
                      <a:pPr marL="91440" marR="1225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indent="-87630">
                        <a:lnSpc>
                          <a:spcPct val="100000"/>
                        </a:lnSpc>
                        <a:spcBef>
                          <a:spcPts val="295"/>
                        </a:spcBef>
                        <a:buChar char="•"/>
                        <a:tabLst>
                          <a:tab pos="217804" algn="l"/>
                        </a:tabLst>
                      </a:pPr>
                      <a:r>
                        <a:rPr dirty="0" sz="1400" spc="-140">
                          <a:latin typeface="Arial MT"/>
                          <a:cs typeface="Arial MT"/>
                        </a:rPr>
                        <a:t>Cyber</a:t>
                      </a:r>
                      <a:r>
                        <a:rPr dirty="0" sz="1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14">
                          <a:latin typeface="Arial MT"/>
                          <a:cs typeface="Arial MT"/>
                        </a:rPr>
                        <a:t>security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14"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management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7804" indent="-87630">
                        <a:lnSpc>
                          <a:spcPct val="100000"/>
                        </a:lnSpc>
                        <a:buChar char="•"/>
                        <a:tabLst>
                          <a:tab pos="217804" algn="l"/>
                        </a:tabLst>
                      </a:pPr>
                      <a:r>
                        <a:rPr dirty="0" sz="1400" spc="-120">
                          <a:latin typeface="Arial MT"/>
                          <a:cs typeface="Arial MT"/>
                        </a:rPr>
                        <a:t>Establish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55">
                          <a:latin typeface="Arial MT"/>
                          <a:cs typeface="Arial MT"/>
                        </a:rPr>
                        <a:t>manage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policy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7804" indent="-87630">
                        <a:lnSpc>
                          <a:spcPct val="100000"/>
                        </a:lnSpc>
                        <a:buChar char="•"/>
                        <a:tabLst>
                          <a:tab pos="217804" algn="l"/>
                        </a:tabLst>
                      </a:pPr>
                      <a:r>
                        <a:rPr dirty="0" sz="1400" spc="-140">
                          <a:latin typeface="Arial MT"/>
                          <a:cs typeface="Arial MT"/>
                        </a:rPr>
                        <a:t>Create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55">
                          <a:latin typeface="Arial MT"/>
                          <a:cs typeface="Arial MT"/>
                        </a:rPr>
                        <a:t>manage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plans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7170" marR="252729" indent="-87630">
                        <a:lnSpc>
                          <a:spcPct val="100000"/>
                        </a:lnSpc>
                        <a:buChar char="•"/>
                        <a:tabLst>
                          <a:tab pos="218440" algn="l"/>
                        </a:tabLst>
                      </a:pPr>
                      <a:r>
                        <a:rPr dirty="0" sz="1400" spc="-125">
                          <a:latin typeface="Arial MT"/>
                          <a:cs typeface="Arial MT"/>
                        </a:rPr>
                        <a:t>Monitoring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coordinating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14">
                          <a:latin typeface="Arial MT"/>
                          <a:cs typeface="Arial MT"/>
                        </a:rPr>
                        <a:t>status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risk/issue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7804" indent="-87630">
                        <a:lnSpc>
                          <a:spcPct val="100000"/>
                        </a:lnSpc>
                        <a:buChar char="•"/>
                        <a:tabLst>
                          <a:tab pos="217804" algn="l"/>
                        </a:tabLst>
                      </a:pPr>
                      <a:r>
                        <a:rPr dirty="0" sz="1400" spc="-130">
                          <a:latin typeface="Arial MT"/>
                          <a:cs typeface="Arial MT"/>
                        </a:rPr>
                        <a:t>Report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escalation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0">
                          <a:latin typeface="Arial MT"/>
                          <a:cs typeface="Arial MT"/>
                        </a:rPr>
                        <a:t>key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issues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0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risk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7804" indent="-87630">
                        <a:lnSpc>
                          <a:spcPct val="100000"/>
                        </a:lnSpc>
                        <a:buChar char="•"/>
                        <a:tabLst>
                          <a:tab pos="217804" algn="l"/>
                        </a:tabLst>
                      </a:pPr>
                      <a:r>
                        <a:rPr dirty="0" sz="1400" spc="-135">
                          <a:latin typeface="Arial MT"/>
                          <a:cs typeface="Arial MT"/>
                        </a:rPr>
                        <a:t>Support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5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coordination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30">
                          <a:latin typeface="Arial MT"/>
                          <a:cs typeface="Arial MT"/>
                        </a:rPr>
                        <a:t>issues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with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8440">
                        <a:lnSpc>
                          <a:spcPct val="100000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Buyer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7804" indent="-8763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17804" algn="l"/>
                        </a:tabLst>
                      </a:pPr>
                      <a:r>
                        <a:rPr dirty="0" sz="1400" spc="-135"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30">
                          <a:latin typeface="Arial MT"/>
                          <a:cs typeface="Arial MT"/>
                        </a:rPr>
                        <a:t>prepare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audit/assessment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17804" indent="-87630">
                        <a:lnSpc>
                          <a:spcPct val="100000"/>
                        </a:lnSpc>
                        <a:buChar char="•"/>
                        <a:tabLst>
                          <a:tab pos="217804" algn="l"/>
                        </a:tabLst>
                      </a:pPr>
                      <a:r>
                        <a:rPr dirty="0" sz="1400" spc="-160">
                          <a:latin typeface="Arial MT"/>
                          <a:cs typeface="Arial MT"/>
                        </a:rPr>
                        <a:t>Manage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case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2575" marR="191770" indent="-87630">
                        <a:lnSpc>
                          <a:spcPct val="100000"/>
                        </a:lnSpc>
                        <a:spcBef>
                          <a:spcPts val="295"/>
                        </a:spcBef>
                        <a:buChar char="•"/>
                        <a:tabLst>
                          <a:tab pos="283845" algn="l"/>
                        </a:tabLst>
                      </a:pPr>
                      <a:r>
                        <a:rPr dirty="0" sz="1400" spc="-145"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35">
                          <a:latin typeface="Arial MT"/>
                          <a:cs typeface="Arial MT"/>
                        </a:rPr>
                        <a:t>years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35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cybersecurity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 marR="328930" indent="-87630">
                        <a:lnSpc>
                          <a:spcPct val="100000"/>
                        </a:lnSpc>
                        <a:spcBef>
                          <a:spcPts val="295"/>
                        </a:spcBef>
                        <a:buChar char="•"/>
                        <a:tabLst>
                          <a:tab pos="248920" algn="l"/>
                        </a:tabLst>
                      </a:pPr>
                      <a:r>
                        <a:rPr dirty="0" sz="1400" spc="-140">
                          <a:latin typeface="Arial MT"/>
                          <a:cs typeface="Arial MT"/>
                        </a:rPr>
                        <a:t>Should</a:t>
                      </a:r>
                      <a:r>
                        <a:rPr dirty="0" sz="1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5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a 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400" spc="-110">
                          <a:latin typeface="Arial MT"/>
                          <a:cs typeface="Arial MT"/>
                        </a:rPr>
                        <a:t>different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5">
                          <a:latin typeface="Arial MT"/>
                          <a:cs typeface="Arial MT"/>
                        </a:rPr>
                        <a:t>person </a:t>
                      </a:r>
                      <a:r>
                        <a:rPr dirty="0" sz="1400" spc="-105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Functional 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Safety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151892" y="4740300"/>
            <a:ext cx="8923020" cy="1816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20000"/>
              </a:lnSpc>
              <a:spcBef>
                <a:spcPts val="1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Personnel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assigned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security-</a:t>
            </a:r>
            <a:r>
              <a:rPr dirty="0" sz="1600" spc="-140">
                <a:latin typeface="Arial MT"/>
                <a:cs typeface="Arial MT"/>
              </a:rPr>
              <a:t>related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processes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shall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hold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relevant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competence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being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gained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training,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experience, </a:t>
            </a:r>
            <a:r>
              <a:rPr dirty="0" sz="1600" spc="-150">
                <a:latin typeface="Arial MT"/>
                <a:cs typeface="Arial MT"/>
              </a:rPr>
              <a:t>seminars,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conferences,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certifications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Unexperienced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personnel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needs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45">
                <a:latin typeface="Arial MT"/>
                <a:cs typeface="Arial MT"/>
              </a:rPr>
              <a:t> supervised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176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Resources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should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with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appropriate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tools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E.g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35">
                <a:latin typeface="Arial MT"/>
                <a:cs typeface="Arial MT"/>
              </a:rPr>
              <a:t>MS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Project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90">
                <a:latin typeface="Arial MT"/>
                <a:cs typeface="Arial MT"/>
              </a:rPr>
              <a:t>WBS,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..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46367" y="281813"/>
            <a:ext cx="3062478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343772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8362315" cy="7645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Organization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foster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maintain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strong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culture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culture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generates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common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understanding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about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what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90">
                <a:latin typeface="Arial MT"/>
                <a:cs typeface="Arial MT"/>
              </a:rPr>
              <a:t>means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within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company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6128" y="1873120"/>
            <a:ext cx="6163298" cy="1251079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3156204" y="4698491"/>
            <a:ext cx="1728470" cy="1286510"/>
            <a:chOff x="3156204" y="4698491"/>
            <a:chExt cx="1728470" cy="1286510"/>
          </a:xfrm>
        </p:grpSpPr>
        <p:sp>
          <p:nvSpPr>
            <p:cNvPr id="11" name="object 11" descr=""/>
            <p:cNvSpPr/>
            <p:nvPr/>
          </p:nvSpPr>
          <p:spPr>
            <a:xfrm>
              <a:off x="3156204" y="5192267"/>
              <a:ext cx="1728470" cy="792480"/>
            </a:xfrm>
            <a:custGeom>
              <a:avLst/>
              <a:gdLst/>
              <a:ahLst/>
              <a:cxnLst/>
              <a:rect l="l" t="t" r="r" b="b"/>
              <a:pathLst>
                <a:path w="1728470" h="792479">
                  <a:moveTo>
                    <a:pt x="864107" y="0"/>
                  </a:moveTo>
                  <a:lnTo>
                    <a:pt x="799614" y="1086"/>
                  </a:lnTo>
                  <a:lnTo>
                    <a:pt x="736409" y="4296"/>
                  </a:lnTo>
                  <a:lnTo>
                    <a:pt x="674658" y="9552"/>
                  </a:lnTo>
                  <a:lnTo>
                    <a:pt x="614530" y="16777"/>
                  </a:lnTo>
                  <a:lnTo>
                    <a:pt x="556191" y="25895"/>
                  </a:lnTo>
                  <a:lnTo>
                    <a:pt x="499807" y="36830"/>
                  </a:lnTo>
                  <a:lnTo>
                    <a:pt x="445547" y="49504"/>
                  </a:lnTo>
                  <a:lnTo>
                    <a:pt x="393577" y="63840"/>
                  </a:lnTo>
                  <a:lnTo>
                    <a:pt x="344065" y="79763"/>
                  </a:lnTo>
                  <a:lnTo>
                    <a:pt x="297176" y="97196"/>
                  </a:lnTo>
                  <a:lnTo>
                    <a:pt x="253079" y="116062"/>
                  </a:lnTo>
                  <a:lnTo>
                    <a:pt x="211940" y="136284"/>
                  </a:lnTo>
                  <a:lnTo>
                    <a:pt x="173926" y="157785"/>
                  </a:lnTo>
                  <a:lnTo>
                    <a:pt x="139204" y="180490"/>
                  </a:lnTo>
                  <a:lnTo>
                    <a:pt x="107942" y="204321"/>
                  </a:lnTo>
                  <a:lnTo>
                    <a:pt x="56464" y="255056"/>
                  </a:lnTo>
                  <a:lnTo>
                    <a:pt x="20828" y="309376"/>
                  </a:lnTo>
                  <a:lnTo>
                    <a:pt x="2369" y="366670"/>
                  </a:lnTo>
                  <a:lnTo>
                    <a:pt x="0" y="396239"/>
                  </a:lnTo>
                  <a:lnTo>
                    <a:pt x="2369" y="425811"/>
                  </a:lnTo>
                  <a:lnTo>
                    <a:pt x="20828" y="483107"/>
                  </a:lnTo>
                  <a:lnTo>
                    <a:pt x="56464" y="537428"/>
                  </a:lnTo>
                  <a:lnTo>
                    <a:pt x="107942" y="588164"/>
                  </a:lnTo>
                  <a:lnTo>
                    <a:pt x="139204" y="611995"/>
                  </a:lnTo>
                  <a:lnTo>
                    <a:pt x="173926" y="634699"/>
                  </a:lnTo>
                  <a:lnTo>
                    <a:pt x="211940" y="656201"/>
                  </a:lnTo>
                  <a:lnTo>
                    <a:pt x="253079" y="676422"/>
                  </a:lnTo>
                  <a:lnTo>
                    <a:pt x="297176" y="695287"/>
                  </a:lnTo>
                  <a:lnTo>
                    <a:pt x="344065" y="712719"/>
                  </a:lnTo>
                  <a:lnTo>
                    <a:pt x="393577" y="728642"/>
                  </a:lnTo>
                  <a:lnTo>
                    <a:pt x="445547" y="742978"/>
                  </a:lnTo>
                  <a:lnTo>
                    <a:pt x="499807" y="755651"/>
                  </a:lnTo>
                  <a:lnTo>
                    <a:pt x="556191" y="766585"/>
                  </a:lnTo>
                  <a:lnTo>
                    <a:pt x="614530" y="775703"/>
                  </a:lnTo>
                  <a:lnTo>
                    <a:pt x="674658" y="782928"/>
                  </a:lnTo>
                  <a:lnTo>
                    <a:pt x="736409" y="788183"/>
                  </a:lnTo>
                  <a:lnTo>
                    <a:pt x="799614" y="791393"/>
                  </a:lnTo>
                  <a:lnTo>
                    <a:pt x="864107" y="792479"/>
                  </a:lnTo>
                  <a:lnTo>
                    <a:pt x="928601" y="791393"/>
                  </a:lnTo>
                  <a:lnTo>
                    <a:pt x="991806" y="788183"/>
                  </a:lnTo>
                  <a:lnTo>
                    <a:pt x="1053557" y="782928"/>
                  </a:lnTo>
                  <a:lnTo>
                    <a:pt x="1113685" y="775703"/>
                  </a:lnTo>
                  <a:lnTo>
                    <a:pt x="1172024" y="766585"/>
                  </a:lnTo>
                  <a:lnTo>
                    <a:pt x="1228408" y="755651"/>
                  </a:lnTo>
                  <a:lnTo>
                    <a:pt x="1282668" y="742978"/>
                  </a:lnTo>
                  <a:lnTo>
                    <a:pt x="1334638" y="728642"/>
                  </a:lnTo>
                  <a:lnTo>
                    <a:pt x="1384150" y="712719"/>
                  </a:lnTo>
                  <a:lnTo>
                    <a:pt x="1431039" y="695287"/>
                  </a:lnTo>
                  <a:lnTo>
                    <a:pt x="1475136" y="676422"/>
                  </a:lnTo>
                  <a:lnTo>
                    <a:pt x="1516275" y="656201"/>
                  </a:lnTo>
                  <a:lnTo>
                    <a:pt x="1554289" y="634699"/>
                  </a:lnTo>
                  <a:lnTo>
                    <a:pt x="1589011" y="611995"/>
                  </a:lnTo>
                  <a:lnTo>
                    <a:pt x="1620273" y="588164"/>
                  </a:lnTo>
                  <a:lnTo>
                    <a:pt x="1671751" y="537428"/>
                  </a:lnTo>
                  <a:lnTo>
                    <a:pt x="1707387" y="483107"/>
                  </a:lnTo>
                  <a:lnTo>
                    <a:pt x="1725846" y="425811"/>
                  </a:lnTo>
                  <a:lnTo>
                    <a:pt x="1728216" y="396239"/>
                  </a:lnTo>
                  <a:lnTo>
                    <a:pt x="1725846" y="366670"/>
                  </a:lnTo>
                  <a:lnTo>
                    <a:pt x="1707387" y="309376"/>
                  </a:lnTo>
                  <a:lnTo>
                    <a:pt x="1671751" y="255056"/>
                  </a:lnTo>
                  <a:lnTo>
                    <a:pt x="1620273" y="204321"/>
                  </a:lnTo>
                  <a:lnTo>
                    <a:pt x="1589011" y="180490"/>
                  </a:lnTo>
                  <a:lnTo>
                    <a:pt x="1554289" y="157785"/>
                  </a:lnTo>
                  <a:lnTo>
                    <a:pt x="1516275" y="136284"/>
                  </a:lnTo>
                  <a:lnTo>
                    <a:pt x="1475136" y="116062"/>
                  </a:lnTo>
                  <a:lnTo>
                    <a:pt x="1431039" y="97196"/>
                  </a:lnTo>
                  <a:lnTo>
                    <a:pt x="1384150" y="79763"/>
                  </a:lnTo>
                  <a:lnTo>
                    <a:pt x="1334638" y="63840"/>
                  </a:lnTo>
                  <a:lnTo>
                    <a:pt x="1282668" y="49504"/>
                  </a:lnTo>
                  <a:lnTo>
                    <a:pt x="1228408" y="36830"/>
                  </a:lnTo>
                  <a:lnTo>
                    <a:pt x="1172024" y="25895"/>
                  </a:lnTo>
                  <a:lnTo>
                    <a:pt x="1113685" y="16777"/>
                  </a:lnTo>
                  <a:lnTo>
                    <a:pt x="1053557" y="9552"/>
                  </a:lnTo>
                  <a:lnTo>
                    <a:pt x="991806" y="4296"/>
                  </a:lnTo>
                  <a:lnTo>
                    <a:pt x="928601" y="1086"/>
                  </a:lnTo>
                  <a:lnTo>
                    <a:pt x="864107" y="0"/>
                  </a:lnTo>
                  <a:close/>
                </a:path>
              </a:pathLst>
            </a:custGeom>
            <a:solidFill>
              <a:srgbClr val="D2D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69564" y="4698491"/>
              <a:ext cx="1295400" cy="306705"/>
            </a:xfrm>
            <a:custGeom>
              <a:avLst/>
              <a:gdLst/>
              <a:ahLst/>
              <a:cxnLst/>
              <a:rect l="l" t="t" r="r" b="b"/>
              <a:pathLst>
                <a:path w="1295400" h="306704">
                  <a:moveTo>
                    <a:pt x="647700" y="0"/>
                  </a:moveTo>
                  <a:lnTo>
                    <a:pt x="577118" y="898"/>
                  </a:lnTo>
                  <a:lnTo>
                    <a:pt x="508739" y="3532"/>
                  </a:lnTo>
                  <a:lnTo>
                    <a:pt x="442959" y="7808"/>
                  </a:lnTo>
                  <a:lnTo>
                    <a:pt x="380172" y="13633"/>
                  </a:lnTo>
                  <a:lnTo>
                    <a:pt x="320773" y="20912"/>
                  </a:lnTo>
                  <a:lnTo>
                    <a:pt x="265157" y="29553"/>
                  </a:lnTo>
                  <a:lnTo>
                    <a:pt x="213719" y="39462"/>
                  </a:lnTo>
                  <a:lnTo>
                    <a:pt x="166853" y="50545"/>
                  </a:lnTo>
                  <a:lnTo>
                    <a:pt x="124955" y="62709"/>
                  </a:lnTo>
                  <a:lnTo>
                    <a:pt x="88420" y="75861"/>
                  </a:lnTo>
                  <a:lnTo>
                    <a:pt x="33015" y="104753"/>
                  </a:lnTo>
                  <a:lnTo>
                    <a:pt x="3800" y="136474"/>
                  </a:lnTo>
                  <a:lnTo>
                    <a:pt x="0" y="153161"/>
                  </a:lnTo>
                  <a:lnTo>
                    <a:pt x="3800" y="169849"/>
                  </a:lnTo>
                  <a:lnTo>
                    <a:pt x="33015" y="201570"/>
                  </a:lnTo>
                  <a:lnTo>
                    <a:pt x="88420" y="230462"/>
                  </a:lnTo>
                  <a:lnTo>
                    <a:pt x="124955" y="243614"/>
                  </a:lnTo>
                  <a:lnTo>
                    <a:pt x="166853" y="255778"/>
                  </a:lnTo>
                  <a:lnTo>
                    <a:pt x="213719" y="266861"/>
                  </a:lnTo>
                  <a:lnTo>
                    <a:pt x="265157" y="276770"/>
                  </a:lnTo>
                  <a:lnTo>
                    <a:pt x="320773" y="285411"/>
                  </a:lnTo>
                  <a:lnTo>
                    <a:pt x="380172" y="292690"/>
                  </a:lnTo>
                  <a:lnTo>
                    <a:pt x="442959" y="298515"/>
                  </a:lnTo>
                  <a:lnTo>
                    <a:pt x="508739" y="302791"/>
                  </a:lnTo>
                  <a:lnTo>
                    <a:pt x="577118" y="305425"/>
                  </a:lnTo>
                  <a:lnTo>
                    <a:pt x="647700" y="306323"/>
                  </a:lnTo>
                  <a:lnTo>
                    <a:pt x="718281" y="305425"/>
                  </a:lnTo>
                  <a:lnTo>
                    <a:pt x="786660" y="302791"/>
                  </a:lnTo>
                  <a:lnTo>
                    <a:pt x="852440" y="298515"/>
                  </a:lnTo>
                  <a:lnTo>
                    <a:pt x="915227" y="292690"/>
                  </a:lnTo>
                  <a:lnTo>
                    <a:pt x="974626" y="285411"/>
                  </a:lnTo>
                  <a:lnTo>
                    <a:pt x="1030242" y="276770"/>
                  </a:lnTo>
                  <a:lnTo>
                    <a:pt x="1081680" y="266861"/>
                  </a:lnTo>
                  <a:lnTo>
                    <a:pt x="1128546" y="255778"/>
                  </a:lnTo>
                  <a:lnTo>
                    <a:pt x="1170444" y="243614"/>
                  </a:lnTo>
                  <a:lnTo>
                    <a:pt x="1206979" y="230462"/>
                  </a:lnTo>
                  <a:lnTo>
                    <a:pt x="1262384" y="201570"/>
                  </a:lnTo>
                  <a:lnTo>
                    <a:pt x="1291599" y="169849"/>
                  </a:lnTo>
                  <a:lnTo>
                    <a:pt x="1295400" y="153161"/>
                  </a:lnTo>
                  <a:lnTo>
                    <a:pt x="1291599" y="136474"/>
                  </a:lnTo>
                  <a:lnTo>
                    <a:pt x="1262384" y="104753"/>
                  </a:lnTo>
                  <a:lnTo>
                    <a:pt x="1206979" y="75861"/>
                  </a:lnTo>
                  <a:lnTo>
                    <a:pt x="1170444" y="62709"/>
                  </a:lnTo>
                  <a:lnTo>
                    <a:pt x="1128546" y="50545"/>
                  </a:lnTo>
                  <a:lnTo>
                    <a:pt x="1081680" y="39462"/>
                  </a:lnTo>
                  <a:lnTo>
                    <a:pt x="1030242" y="29553"/>
                  </a:lnTo>
                  <a:lnTo>
                    <a:pt x="974626" y="20912"/>
                  </a:lnTo>
                  <a:lnTo>
                    <a:pt x="915227" y="13633"/>
                  </a:lnTo>
                  <a:lnTo>
                    <a:pt x="852440" y="7808"/>
                  </a:lnTo>
                  <a:lnTo>
                    <a:pt x="786660" y="3532"/>
                  </a:lnTo>
                  <a:lnTo>
                    <a:pt x="718281" y="89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D2D2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1892" y="3492271"/>
            <a:ext cx="9516745" cy="231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20100"/>
              </a:lnSpc>
              <a:spcBef>
                <a:spcPts val="1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5">
                <a:latin typeface="Arial MT"/>
                <a:cs typeface="Arial MT"/>
              </a:rPr>
              <a:t>Awareness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culture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achieved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training,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internal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project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reviews,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lessens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learned,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lifecycle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assessment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external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internal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auditor,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peer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assessment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0">
                <a:latin typeface="Arial MT"/>
                <a:cs typeface="Arial MT"/>
              </a:rPr>
              <a:t>Evidence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provided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records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trainings,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reports,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audit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reports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600">
              <a:latin typeface="Arial MT"/>
              <a:cs typeface="Arial MT"/>
            </a:endParaRPr>
          </a:p>
          <a:p>
            <a:pPr algn="ctr" marR="1779905">
              <a:lnSpc>
                <a:spcPct val="100000"/>
              </a:lnSpc>
            </a:pPr>
            <a:r>
              <a:rPr dirty="0" sz="1100" spc="-25">
                <a:latin typeface="Arial MT"/>
                <a:cs typeface="Arial MT"/>
              </a:rPr>
              <a:t>Competence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100">
              <a:latin typeface="Arial MT"/>
              <a:cs typeface="Arial MT"/>
            </a:endParaRPr>
          </a:p>
          <a:p>
            <a:pPr algn="ctr" marL="3422015" marR="5194935">
              <a:lnSpc>
                <a:spcPct val="100000"/>
              </a:lnSpc>
            </a:pPr>
            <a:r>
              <a:rPr dirty="0" sz="1400" spc="-125">
                <a:latin typeface="Arial MT"/>
                <a:cs typeface="Arial MT"/>
              </a:rPr>
              <a:t>Cybersecurity </a:t>
            </a:r>
            <a:r>
              <a:rPr dirty="0" sz="1400" spc="-10">
                <a:latin typeface="Arial MT"/>
                <a:cs typeface="Arial MT"/>
              </a:rPr>
              <a:t>culture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448555" y="6074664"/>
            <a:ext cx="1297305" cy="306705"/>
          </a:xfrm>
          <a:custGeom>
            <a:avLst/>
            <a:gdLst/>
            <a:ahLst/>
            <a:cxnLst/>
            <a:rect l="l" t="t" r="r" b="b"/>
            <a:pathLst>
              <a:path w="1297304" h="306704">
                <a:moveTo>
                  <a:pt x="648462" y="0"/>
                </a:moveTo>
                <a:lnTo>
                  <a:pt x="577804" y="898"/>
                </a:lnTo>
                <a:lnTo>
                  <a:pt x="509350" y="3532"/>
                </a:lnTo>
                <a:lnTo>
                  <a:pt x="443496" y="7807"/>
                </a:lnTo>
                <a:lnTo>
                  <a:pt x="380637" y="13631"/>
                </a:lnTo>
                <a:lnTo>
                  <a:pt x="321168" y="20909"/>
                </a:lnTo>
                <a:lnTo>
                  <a:pt x="265486" y="29549"/>
                </a:lnTo>
                <a:lnTo>
                  <a:pt x="213986" y="39457"/>
                </a:lnTo>
                <a:lnTo>
                  <a:pt x="167064" y="50540"/>
                </a:lnTo>
                <a:lnTo>
                  <a:pt x="125114" y="62704"/>
                </a:lnTo>
                <a:lnTo>
                  <a:pt x="88533" y="75855"/>
                </a:lnTo>
                <a:lnTo>
                  <a:pt x="33058" y="104748"/>
                </a:lnTo>
                <a:lnTo>
                  <a:pt x="3805" y="136472"/>
                </a:lnTo>
                <a:lnTo>
                  <a:pt x="0" y="153162"/>
                </a:lnTo>
                <a:lnTo>
                  <a:pt x="3805" y="169851"/>
                </a:lnTo>
                <a:lnTo>
                  <a:pt x="33058" y="201575"/>
                </a:lnTo>
                <a:lnTo>
                  <a:pt x="88533" y="230468"/>
                </a:lnTo>
                <a:lnTo>
                  <a:pt x="125114" y="243619"/>
                </a:lnTo>
                <a:lnTo>
                  <a:pt x="167064" y="255783"/>
                </a:lnTo>
                <a:lnTo>
                  <a:pt x="213986" y="266866"/>
                </a:lnTo>
                <a:lnTo>
                  <a:pt x="265486" y="276774"/>
                </a:lnTo>
                <a:lnTo>
                  <a:pt x="321168" y="285414"/>
                </a:lnTo>
                <a:lnTo>
                  <a:pt x="380637" y="292692"/>
                </a:lnTo>
                <a:lnTo>
                  <a:pt x="443496" y="298516"/>
                </a:lnTo>
                <a:lnTo>
                  <a:pt x="509350" y="302791"/>
                </a:lnTo>
                <a:lnTo>
                  <a:pt x="577804" y="305425"/>
                </a:lnTo>
                <a:lnTo>
                  <a:pt x="648462" y="306324"/>
                </a:lnTo>
                <a:lnTo>
                  <a:pt x="719119" y="305425"/>
                </a:lnTo>
                <a:lnTo>
                  <a:pt x="787573" y="302791"/>
                </a:lnTo>
                <a:lnTo>
                  <a:pt x="853427" y="298516"/>
                </a:lnTo>
                <a:lnTo>
                  <a:pt x="916286" y="292692"/>
                </a:lnTo>
                <a:lnTo>
                  <a:pt x="975755" y="285414"/>
                </a:lnTo>
                <a:lnTo>
                  <a:pt x="1031437" y="276774"/>
                </a:lnTo>
                <a:lnTo>
                  <a:pt x="1082937" y="266866"/>
                </a:lnTo>
                <a:lnTo>
                  <a:pt x="1129859" y="255783"/>
                </a:lnTo>
                <a:lnTo>
                  <a:pt x="1171809" y="243619"/>
                </a:lnTo>
                <a:lnTo>
                  <a:pt x="1208390" y="230468"/>
                </a:lnTo>
                <a:lnTo>
                  <a:pt x="1263865" y="201575"/>
                </a:lnTo>
                <a:lnTo>
                  <a:pt x="1293118" y="169851"/>
                </a:lnTo>
                <a:lnTo>
                  <a:pt x="1296924" y="153162"/>
                </a:lnTo>
                <a:lnTo>
                  <a:pt x="1293118" y="136472"/>
                </a:lnTo>
                <a:lnTo>
                  <a:pt x="1263865" y="104748"/>
                </a:lnTo>
                <a:lnTo>
                  <a:pt x="1208390" y="75855"/>
                </a:lnTo>
                <a:lnTo>
                  <a:pt x="1171809" y="62704"/>
                </a:lnTo>
                <a:lnTo>
                  <a:pt x="1129859" y="50540"/>
                </a:lnTo>
                <a:lnTo>
                  <a:pt x="1082937" y="39457"/>
                </a:lnTo>
                <a:lnTo>
                  <a:pt x="1031437" y="29549"/>
                </a:lnTo>
                <a:lnTo>
                  <a:pt x="975755" y="20909"/>
                </a:lnTo>
                <a:lnTo>
                  <a:pt x="916286" y="13631"/>
                </a:lnTo>
                <a:lnTo>
                  <a:pt x="853427" y="7807"/>
                </a:lnTo>
                <a:lnTo>
                  <a:pt x="787573" y="3532"/>
                </a:lnTo>
                <a:lnTo>
                  <a:pt x="719119" y="898"/>
                </a:lnTo>
                <a:lnTo>
                  <a:pt x="64846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751959" y="6046419"/>
            <a:ext cx="68961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0640">
              <a:lnSpc>
                <a:spcPct val="100000"/>
              </a:lnSpc>
              <a:spcBef>
                <a:spcPts val="100"/>
              </a:spcBef>
            </a:pPr>
            <a:r>
              <a:rPr dirty="0" sz="1100" spc="-80">
                <a:latin typeface="Arial MT"/>
                <a:cs typeface="Arial MT"/>
              </a:rPr>
              <a:t>Continuous </a:t>
            </a:r>
            <a:r>
              <a:rPr dirty="0" sz="1100" spc="-114">
                <a:latin typeface="Arial MT"/>
                <a:cs typeface="Arial MT"/>
              </a:rPr>
              <a:t>improvement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217420" y="6074664"/>
            <a:ext cx="1295400" cy="306705"/>
          </a:xfrm>
          <a:custGeom>
            <a:avLst/>
            <a:gdLst/>
            <a:ahLst/>
            <a:cxnLst/>
            <a:rect l="l" t="t" r="r" b="b"/>
            <a:pathLst>
              <a:path w="1295400" h="306704">
                <a:moveTo>
                  <a:pt x="647700" y="0"/>
                </a:moveTo>
                <a:lnTo>
                  <a:pt x="577118" y="898"/>
                </a:lnTo>
                <a:lnTo>
                  <a:pt x="508739" y="3532"/>
                </a:lnTo>
                <a:lnTo>
                  <a:pt x="442959" y="7807"/>
                </a:lnTo>
                <a:lnTo>
                  <a:pt x="380172" y="13631"/>
                </a:lnTo>
                <a:lnTo>
                  <a:pt x="320773" y="20909"/>
                </a:lnTo>
                <a:lnTo>
                  <a:pt x="265157" y="29549"/>
                </a:lnTo>
                <a:lnTo>
                  <a:pt x="213719" y="39457"/>
                </a:lnTo>
                <a:lnTo>
                  <a:pt x="166853" y="50540"/>
                </a:lnTo>
                <a:lnTo>
                  <a:pt x="124955" y="62704"/>
                </a:lnTo>
                <a:lnTo>
                  <a:pt x="88420" y="75855"/>
                </a:lnTo>
                <a:lnTo>
                  <a:pt x="33015" y="104748"/>
                </a:lnTo>
                <a:lnTo>
                  <a:pt x="3800" y="136472"/>
                </a:lnTo>
                <a:lnTo>
                  <a:pt x="0" y="153162"/>
                </a:lnTo>
                <a:lnTo>
                  <a:pt x="3800" y="169851"/>
                </a:lnTo>
                <a:lnTo>
                  <a:pt x="33015" y="201575"/>
                </a:lnTo>
                <a:lnTo>
                  <a:pt x="88420" y="230468"/>
                </a:lnTo>
                <a:lnTo>
                  <a:pt x="124955" y="243619"/>
                </a:lnTo>
                <a:lnTo>
                  <a:pt x="166853" y="255783"/>
                </a:lnTo>
                <a:lnTo>
                  <a:pt x="213719" y="266866"/>
                </a:lnTo>
                <a:lnTo>
                  <a:pt x="265157" y="276774"/>
                </a:lnTo>
                <a:lnTo>
                  <a:pt x="320773" y="285414"/>
                </a:lnTo>
                <a:lnTo>
                  <a:pt x="380172" y="292692"/>
                </a:lnTo>
                <a:lnTo>
                  <a:pt x="442959" y="298516"/>
                </a:lnTo>
                <a:lnTo>
                  <a:pt x="508739" y="302791"/>
                </a:lnTo>
                <a:lnTo>
                  <a:pt x="577118" y="305425"/>
                </a:lnTo>
                <a:lnTo>
                  <a:pt x="647700" y="306324"/>
                </a:lnTo>
                <a:lnTo>
                  <a:pt x="718281" y="305425"/>
                </a:lnTo>
                <a:lnTo>
                  <a:pt x="786660" y="302791"/>
                </a:lnTo>
                <a:lnTo>
                  <a:pt x="852440" y="298516"/>
                </a:lnTo>
                <a:lnTo>
                  <a:pt x="915227" y="292692"/>
                </a:lnTo>
                <a:lnTo>
                  <a:pt x="974626" y="285414"/>
                </a:lnTo>
                <a:lnTo>
                  <a:pt x="1030242" y="276774"/>
                </a:lnTo>
                <a:lnTo>
                  <a:pt x="1081680" y="266866"/>
                </a:lnTo>
                <a:lnTo>
                  <a:pt x="1128546" y="255783"/>
                </a:lnTo>
                <a:lnTo>
                  <a:pt x="1170444" y="243619"/>
                </a:lnTo>
                <a:lnTo>
                  <a:pt x="1206979" y="230468"/>
                </a:lnTo>
                <a:lnTo>
                  <a:pt x="1262384" y="201575"/>
                </a:lnTo>
                <a:lnTo>
                  <a:pt x="1291599" y="169851"/>
                </a:lnTo>
                <a:lnTo>
                  <a:pt x="1295400" y="153162"/>
                </a:lnTo>
                <a:lnTo>
                  <a:pt x="1291599" y="136472"/>
                </a:lnTo>
                <a:lnTo>
                  <a:pt x="1262384" y="104748"/>
                </a:lnTo>
                <a:lnTo>
                  <a:pt x="1206979" y="75855"/>
                </a:lnTo>
                <a:lnTo>
                  <a:pt x="1170444" y="62704"/>
                </a:lnTo>
                <a:lnTo>
                  <a:pt x="1128546" y="50540"/>
                </a:lnTo>
                <a:lnTo>
                  <a:pt x="1081680" y="39457"/>
                </a:lnTo>
                <a:lnTo>
                  <a:pt x="1030242" y="29549"/>
                </a:lnTo>
                <a:lnTo>
                  <a:pt x="974626" y="20909"/>
                </a:lnTo>
                <a:lnTo>
                  <a:pt x="915227" y="13631"/>
                </a:lnTo>
                <a:lnTo>
                  <a:pt x="852440" y="7807"/>
                </a:lnTo>
                <a:lnTo>
                  <a:pt x="786660" y="3532"/>
                </a:lnTo>
                <a:lnTo>
                  <a:pt x="718281" y="898"/>
                </a:lnTo>
                <a:lnTo>
                  <a:pt x="6477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568067" y="6130239"/>
            <a:ext cx="5937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latin typeface="Arial MT"/>
                <a:cs typeface="Arial MT"/>
              </a:rPr>
              <a:t>Awareness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095815" y="5026152"/>
            <a:ext cx="1812289" cy="1049020"/>
            <a:chOff x="3095815" y="5026152"/>
            <a:chExt cx="1812289" cy="1049020"/>
          </a:xfrm>
        </p:grpSpPr>
        <p:sp>
          <p:nvSpPr>
            <p:cNvPr id="19" name="object 19" descr=""/>
            <p:cNvSpPr/>
            <p:nvPr/>
          </p:nvSpPr>
          <p:spPr>
            <a:xfrm>
              <a:off x="3872483" y="5026152"/>
              <a:ext cx="279400" cy="147955"/>
            </a:xfrm>
            <a:custGeom>
              <a:avLst/>
              <a:gdLst/>
              <a:ahLst/>
              <a:cxnLst/>
              <a:rect l="l" t="t" r="r" b="b"/>
              <a:pathLst>
                <a:path w="279400" h="147954">
                  <a:moveTo>
                    <a:pt x="139445" y="0"/>
                  </a:moveTo>
                  <a:lnTo>
                    <a:pt x="0" y="73914"/>
                  </a:lnTo>
                  <a:lnTo>
                    <a:pt x="69723" y="73914"/>
                  </a:lnTo>
                  <a:lnTo>
                    <a:pt x="69723" y="147828"/>
                  </a:lnTo>
                  <a:lnTo>
                    <a:pt x="209168" y="147828"/>
                  </a:lnTo>
                  <a:lnTo>
                    <a:pt x="209168" y="73914"/>
                  </a:lnTo>
                  <a:lnTo>
                    <a:pt x="278891" y="73914"/>
                  </a:lnTo>
                  <a:lnTo>
                    <a:pt x="139445" y="0"/>
                  </a:lnTo>
                  <a:close/>
                </a:path>
              </a:pathLst>
            </a:custGeom>
            <a:solidFill>
              <a:srgbClr val="5FC8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5815" y="5831903"/>
              <a:ext cx="238887" cy="24315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71250" y="5816269"/>
              <a:ext cx="236347" cy="237921"/>
            </a:xfrm>
            <a:prstGeom prst="rect">
              <a:avLst/>
            </a:prstGeom>
          </p:spPr>
        </p:pic>
      </p:grpSp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46367" y="281813"/>
            <a:ext cx="3062478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2134628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6239510" cy="334645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“Need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know”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base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24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share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information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on: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0">
                <a:latin typeface="Arial MT"/>
                <a:cs typeface="Arial MT"/>
              </a:rPr>
              <a:t>Types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information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shared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Approval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processes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sharing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redacting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information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Rules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source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attribution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0">
                <a:latin typeface="Arial MT"/>
                <a:cs typeface="Arial MT"/>
              </a:rPr>
              <a:t>Types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communications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specific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parties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Vulnerability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disclosure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procedure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receiving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party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handling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highly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sensitive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information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95401" y="4612385"/>
            <a:ext cx="713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Information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89204" y="4930140"/>
            <a:ext cx="1903730" cy="792480"/>
          </a:xfrm>
          <a:custGeom>
            <a:avLst/>
            <a:gdLst/>
            <a:ahLst/>
            <a:cxnLst/>
            <a:rect l="l" t="t" r="r" b="b"/>
            <a:pathLst>
              <a:path w="1903730" h="792479">
                <a:moveTo>
                  <a:pt x="0" y="132080"/>
                </a:moveTo>
                <a:lnTo>
                  <a:pt x="6733" y="90350"/>
                </a:lnTo>
                <a:lnTo>
                  <a:pt x="25482" y="54095"/>
                </a:lnTo>
                <a:lnTo>
                  <a:pt x="54073" y="25497"/>
                </a:lnTo>
                <a:lnTo>
                  <a:pt x="90331" y="6738"/>
                </a:lnTo>
                <a:lnTo>
                  <a:pt x="132079" y="0"/>
                </a:lnTo>
                <a:lnTo>
                  <a:pt x="1771395" y="0"/>
                </a:lnTo>
                <a:lnTo>
                  <a:pt x="1813125" y="6738"/>
                </a:lnTo>
                <a:lnTo>
                  <a:pt x="1849380" y="25497"/>
                </a:lnTo>
                <a:lnTo>
                  <a:pt x="1877978" y="54095"/>
                </a:lnTo>
                <a:lnTo>
                  <a:pt x="1896737" y="90350"/>
                </a:lnTo>
                <a:lnTo>
                  <a:pt x="1903476" y="132080"/>
                </a:lnTo>
                <a:lnTo>
                  <a:pt x="1903476" y="660400"/>
                </a:lnTo>
                <a:lnTo>
                  <a:pt x="1896737" y="702148"/>
                </a:lnTo>
                <a:lnTo>
                  <a:pt x="1877978" y="738406"/>
                </a:lnTo>
                <a:lnTo>
                  <a:pt x="1849380" y="766997"/>
                </a:lnTo>
                <a:lnTo>
                  <a:pt x="1813125" y="785746"/>
                </a:lnTo>
                <a:lnTo>
                  <a:pt x="1771395" y="792480"/>
                </a:lnTo>
                <a:lnTo>
                  <a:pt x="132079" y="792480"/>
                </a:lnTo>
                <a:lnTo>
                  <a:pt x="90331" y="785746"/>
                </a:lnTo>
                <a:lnTo>
                  <a:pt x="54073" y="766997"/>
                </a:lnTo>
                <a:lnTo>
                  <a:pt x="25482" y="738406"/>
                </a:lnTo>
                <a:lnTo>
                  <a:pt x="6733" y="702148"/>
                </a:lnTo>
                <a:lnTo>
                  <a:pt x="0" y="660400"/>
                </a:lnTo>
                <a:lnTo>
                  <a:pt x="0" y="1320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06044" y="4974412"/>
            <a:ext cx="1157605" cy="697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5">
                <a:latin typeface="Arial MT"/>
                <a:cs typeface="Arial MT"/>
              </a:rPr>
              <a:t>Documents</a:t>
            </a:r>
            <a:endParaRPr sz="14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Char char="•"/>
              <a:tabLst>
                <a:tab pos="184785" algn="l"/>
              </a:tabLst>
            </a:pPr>
            <a:r>
              <a:rPr dirty="0" sz="1000" spc="-10">
                <a:latin typeface="Arial MT"/>
                <a:cs typeface="Arial MT"/>
              </a:rPr>
              <a:t>Templates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90">
                <a:latin typeface="Arial MT"/>
                <a:cs typeface="Arial MT"/>
              </a:rPr>
              <a:t>Mail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communication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100">
                <a:latin typeface="Arial MT"/>
                <a:cs typeface="Arial MT"/>
              </a:rPr>
              <a:t>Process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descriptions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577083" y="4930140"/>
            <a:ext cx="1903730" cy="792480"/>
          </a:xfrm>
          <a:custGeom>
            <a:avLst/>
            <a:gdLst/>
            <a:ahLst/>
            <a:cxnLst/>
            <a:rect l="l" t="t" r="r" b="b"/>
            <a:pathLst>
              <a:path w="1903729" h="792479">
                <a:moveTo>
                  <a:pt x="0" y="132080"/>
                </a:moveTo>
                <a:lnTo>
                  <a:pt x="6738" y="90350"/>
                </a:lnTo>
                <a:lnTo>
                  <a:pt x="25497" y="54095"/>
                </a:lnTo>
                <a:lnTo>
                  <a:pt x="54095" y="25497"/>
                </a:lnTo>
                <a:lnTo>
                  <a:pt x="90350" y="6738"/>
                </a:lnTo>
                <a:lnTo>
                  <a:pt x="132080" y="0"/>
                </a:lnTo>
                <a:lnTo>
                  <a:pt x="1771395" y="0"/>
                </a:lnTo>
                <a:lnTo>
                  <a:pt x="1813125" y="6738"/>
                </a:lnTo>
                <a:lnTo>
                  <a:pt x="1849380" y="25497"/>
                </a:lnTo>
                <a:lnTo>
                  <a:pt x="1877978" y="54095"/>
                </a:lnTo>
                <a:lnTo>
                  <a:pt x="1896737" y="90350"/>
                </a:lnTo>
                <a:lnTo>
                  <a:pt x="1903476" y="132080"/>
                </a:lnTo>
                <a:lnTo>
                  <a:pt x="1903476" y="660400"/>
                </a:lnTo>
                <a:lnTo>
                  <a:pt x="1896737" y="702148"/>
                </a:lnTo>
                <a:lnTo>
                  <a:pt x="1877978" y="738406"/>
                </a:lnTo>
                <a:lnTo>
                  <a:pt x="1849380" y="766997"/>
                </a:lnTo>
                <a:lnTo>
                  <a:pt x="1813125" y="785746"/>
                </a:lnTo>
                <a:lnTo>
                  <a:pt x="1771395" y="792480"/>
                </a:lnTo>
                <a:lnTo>
                  <a:pt x="132080" y="792480"/>
                </a:lnTo>
                <a:lnTo>
                  <a:pt x="90350" y="785746"/>
                </a:lnTo>
                <a:lnTo>
                  <a:pt x="54095" y="766997"/>
                </a:lnTo>
                <a:lnTo>
                  <a:pt x="25497" y="738406"/>
                </a:lnTo>
                <a:lnTo>
                  <a:pt x="6738" y="702148"/>
                </a:lnTo>
                <a:lnTo>
                  <a:pt x="0" y="660400"/>
                </a:lnTo>
                <a:lnTo>
                  <a:pt x="0" y="1320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694558" y="4898212"/>
            <a:ext cx="918844" cy="8502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20">
                <a:latin typeface="Arial MT"/>
                <a:cs typeface="Arial MT"/>
              </a:rPr>
              <a:t>Project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Char char="•"/>
              <a:tabLst>
                <a:tab pos="184785" algn="l"/>
              </a:tabLst>
            </a:pPr>
            <a:r>
              <a:rPr dirty="0" sz="1000" spc="-160">
                <a:latin typeface="Arial MT"/>
                <a:cs typeface="Arial MT"/>
              </a:rPr>
              <a:t>HW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25">
                <a:latin typeface="Arial MT"/>
                <a:cs typeface="Arial MT"/>
              </a:rPr>
              <a:t>&amp;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60">
                <a:latin typeface="Arial MT"/>
                <a:cs typeface="Arial MT"/>
              </a:rPr>
              <a:t>SW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IPRs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114">
                <a:latin typeface="Arial MT"/>
                <a:cs typeface="Arial MT"/>
              </a:rPr>
              <a:t>Change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history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100">
                <a:latin typeface="Arial MT"/>
                <a:cs typeface="Arial MT"/>
              </a:rPr>
              <a:t>Personal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95">
                <a:latin typeface="Arial MT"/>
                <a:cs typeface="Arial MT"/>
              </a:rPr>
              <a:t>Test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results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645152" y="4930140"/>
            <a:ext cx="1905000" cy="792480"/>
          </a:xfrm>
          <a:custGeom>
            <a:avLst/>
            <a:gdLst/>
            <a:ahLst/>
            <a:cxnLst/>
            <a:rect l="l" t="t" r="r" b="b"/>
            <a:pathLst>
              <a:path w="1905000" h="792479">
                <a:moveTo>
                  <a:pt x="0" y="132080"/>
                </a:moveTo>
                <a:lnTo>
                  <a:pt x="6738" y="90350"/>
                </a:lnTo>
                <a:lnTo>
                  <a:pt x="25497" y="54095"/>
                </a:lnTo>
                <a:lnTo>
                  <a:pt x="54095" y="25497"/>
                </a:lnTo>
                <a:lnTo>
                  <a:pt x="90350" y="6738"/>
                </a:lnTo>
                <a:lnTo>
                  <a:pt x="132080" y="0"/>
                </a:lnTo>
                <a:lnTo>
                  <a:pt x="1772920" y="0"/>
                </a:lnTo>
                <a:lnTo>
                  <a:pt x="1814649" y="6738"/>
                </a:lnTo>
                <a:lnTo>
                  <a:pt x="1850904" y="25497"/>
                </a:lnTo>
                <a:lnTo>
                  <a:pt x="1879502" y="54095"/>
                </a:lnTo>
                <a:lnTo>
                  <a:pt x="1898261" y="90350"/>
                </a:lnTo>
                <a:lnTo>
                  <a:pt x="1905000" y="132080"/>
                </a:lnTo>
                <a:lnTo>
                  <a:pt x="1905000" y="660400"/>
                </a:lnTo>
                <a:lnTo>
                  <a:pt x="1898261" y="702148"/>
                </a:lnTo>
                <a:lnTo>
                  <a:pt x="1879502" y="738406"/>
                </a:lnTo>
                <a:lnTo>
                  <a:pt x="1850904" y="766997"/>
                </a:lnTo>
                <a:lnTo>
                  <a:pt x="1814649" y="785746"/>
                </a:lnTo>
                <a:lnTo>
                  <a:pt x="1772920" y="792480"/>
                </a:lnTo>
                <a:lnTo>
                  <a:pt x="132080" y="792480"/>
                </a:lnTo>
                <a:lnTo>
                  <a:pt x="90350" y="785746"/>
                </a:lnTo>
                <a:lnTo>
                  <a:pt x="54095" y="766997"/>
                </a:lnTo>
                <a:lnTo>
                  <a:pt x="25497" y="738406"/>
                </a:lnTo>
                <a:lnTo>
                  <a:pt x="6738" y="702148"/>
                </a:lnTo>
                <a:lnTo>
                  <a:pt x="0" y="660400"/>
                </a:lnTo>
                <a:lnTo>
                  <a:pt x="0" y="1320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763515" y="4898212"/>
            <a:ext cx="1006475" cy="8502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30">
                <a:latin typeface="Arial MT"/>
                <a:cs typeface="Arial MT"/>
              </a:rPr>
              <a:t>Documentation</a:t>
            </a:r>
            <a:endParaRPr sz="14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Char char="•"/>
              <a:tabLst>
                <a:tab pos="184785" algn="l"/>
              </a:tabLst>
            </a:pPr>
            <a:r>
              <a:rPr dirty="0" sz="1000" spc="-10">
                <a:latin typeface="Arial MT"/>
                <a:cs typeface="Arial MT"/>
              </a:rPr>
              <a:t>Internal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10">
                <a:latin typeface="Arial MT"/>
                <a:cs typeface="Arial MT"/>
              </a:rPr>
              <a:t>External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100">
                <a:latin typeface="Arial MT"/>
                <a:cs typeface="Arial MT"/>
              </a:rPr>
              <a:t>Press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release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90">
                <a:latin typeface="Arial MT"/>
                <a:cs typeface="Arial MT"/>
              </a:rPr>
              <a:t>Authority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related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713219" y="4930140"/>
            <a:ext cx="1905000" cy="792480"/>
          </a:xfrm>
          <a:custGeom>
            <a:avLst/>
            <a:gdLst/>
            <a:ahLst/>
            <a:cxnLst/>
            <a:rect l="l" t="t" r="r" b="b"/>
            <a:pathLst>
              <a:path w="1905000" h="792479">
                <a:moveTo>
                  <a:pt x="0" y="132080"/>
                </a:moveTo>
                <a:lnTo>
                  <a:pt x="6738" y="90350"/>
                </a:lnTo>
                <a:lnTo>
                  <a:pt x="25497" y="54095"/>
                </a:lnTo>
                <a:lnTo>
                  <a:pt x="54095" y="25497"/>
                </a:lnTo>
                <a:lnTo>
                  <a:pt x="90350" y="6738"/>
                </a:lnTo>
                <a:lnTo>
                  <a:pt x="132079" y="0"/>
                </a:lnTo>
                <a:lnTo>
                  <a:pt x="1772920" y="0"/>
                </a:lnTo>
                <a:lnTo>
                  <a:pt x="1814649" y="6738"/>
                </a:lnTo>
                <a:lnTo>
                  <a:pt x="1850904" y="25497"/>
                </a:lnTo>
                <a:lnTo>
                  <a:pt x="1879502" y="54095"/>
                </a:lnTo>
                <a:lnTo>
                  <a:pt x="1898261" y="90350"/>
                </a:lnTo>
                <a:lnTo>
                  <a:pt x="1905000" y="132080"/>
                </a:lnTo>
                <a:lnTo>
                  <a:pt x="1905000" y="660400"/>
                </a:lnTo>
                <a:lnTo>
                  <a:pt x="1898261" y="702148"/>
                </a:lnTo>
                <a:lnTo>
                  <a:pt x="1879502" y="738406"/>
                </a:lnTo>
                <a:lnTo>
                  <a:pt x="1850904" y="766997"/>
                </a:lnTo>
                <a:lnTo>
                  <a:pt x="1814649" y="785746"/>
                </a:lnTo>
                <a:lnTo>
                  <a:pt x="1772920" y="792480"/>
                </a:lnTo>
                <a:lnTo>
                  <a:pt x="132079" y="792480"/>
                </a:lnTo>
                <a:lnTo>
                  <a:pt x="90350" y="785746"/>
                </a:lnTo>
                <a:lnTo>
                  <a:pt x="54095" y="766997"/>
                </a:lnTo>
                <a:lnTo>
                  <a:pt x="25497" y="738406"/>
                </a:lnTo>
                <a:lnTo>
                  <a:pt x="6738" y="702148"/>
                </a:lnTo>
                <a:lnTo>
                  <a:pt x="0" y="660400"/>
                </a:lnTo>
                <a:lnTo>
                  <a:pt x="0" y="1320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832218" y="4974412"/>
            <a:ext cx="994410" cy="697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 MT"/>
                <a:cs typeface="Arial MT"/>
              </a:rPr>
              <a:t>Market</a:t>
            </a:r>
            <a:endParaRPr sz="14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Char char="•"/>
              <a:tabLst>
                <a:tab pos="184785" algn="l"/>
              </a:tabLst>
            </a:pPr>
            <a:r>
              <a:rPr dirty="0" sz="1000" spc="-105">
                <a:latin typeface="Arial MT"/>
                <a:cs typeface="Arial MT"/>
              </a:rPr>
              <a:t>Research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results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100">
                <a:latin typeface="Arial MT"/>
                <a:cs typeface="Arial MT"/>
              </a:rPr>
              <a:t>Market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strategies</a:t>
            </a:r>
            <a:endParaRPr sz="10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dirty="0" sz="1000" spc="-110">
                <a:latin typeface="Arial MT"/>
                <a:cs typeface="Arial MT"/>
              </a:rPr>
              <a:t>Customer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46367" y="281813"/>
            <a:ext cx="3062478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219" y="162305"/>
              <a:ext cx="3756421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392285" cy="134937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audit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performed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independently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judge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whether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organizational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processes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achieve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ISO/SAE</a:t>
            </a:r>
            <a:r>
              <a:rPr dirty="0" sz="1600" spc="-30">
                <a:latin typeface="Arial MT"/>
                <a:cs typeface="Arial MT"/>
              </a:rPr>
              <a:t> 21434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20">
                <a:latin typeface="Arial MT"/>
                <a:cs typeface="Arial MT"/>
              </a:rPr>
              <a:t>(CSMS)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Persons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perform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audit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internal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external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organization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Performed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periodically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improve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process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04">
                <a:latin typeface="Arial MT"/>
                <a:cs typeface="Arial MT"/>
              </a:rPr>
              <a:t>(OEM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may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require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process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evidence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suppliers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supply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chain)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606" y="2288035"/>
            <a:ext cx="6488840" cy="382757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46367" y="281813"/>
            <a:ext cx="3062478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426" y="1966086"/>
            <a:ext cx="2224151" cy="49225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3263" y="2588386"/>
            <a:ext cx="4102989" cy="5064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552" y="3197986"/>
            <a:ext cx="3004566" cy="5064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93919" y="3216782"/>
            <a:ext cx="2868549" cy="4871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33616" y="155955"/>
              <a:ext cx="802005" cy="247015"/>
            </a:xfrm>
            <a:custGeom>
              <a:avLst/>
              <a:gdLst/>
              <a:ahLst/>
              <a:cxnLst/>
              <a:rect l="l" t="t" r="r" b="b"/>
              <a:pathLst>
                <a:path w="802005" h="247015">
                  <a:moveTo>
                    <a:pt x="371538" y="123063"/>
                  </a:moveTo>
                  <a:lnTo>
                    <a:pt x="352706" y="123063"/>
                  </a:lnTo>
                  <a:lnTo>
                    <a:pt x="346824" y="123571"/>
                  </a:lnTo>
                  <a:lnTo>
                    <a:pt x="340080" y="124587"/>
                  </a:lnTo>
                  <a:lnTo>
                    <a:pt x="333349" y="125729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12"/>
                  </a:lnTo>
                  <a:lnTo>
                    <a:pt x="313016" y="138302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44" y="170052"/>
                  </a:lnTo>
                  <a:lnTo>
                    <a:pt x="323028" y="199517"/>
                  </a:lnTo>
                  <a:lnTo>
                    <a:pt x="323184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60" y="192404"/>
                  </a:lnTo>
                  <a:lnTo>
                    <a:pt x="390804" y="188341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346392" y="183515"/>
                  </a:lnTo>
                  <a:lnTo>
                    <a:pt x="341117" y="181991"/>
                  </a:lnTo>
                  <a:lnTo>
                    <a:pt x="340804" y="181991"/>
                  </a:lnTo>
                  <a:lnTo>
                    <a:pt x="337502" y="178689"/>
                  </a:lnTo>
                  <a:lnTo>
                    <a:pt x="334327" y="175387"/>
                  </a:lnTo>
                  <a:lnTo>
                    <a:pt x="332740" y="170052"/>
                  </a:lnTo>
                  <a:lnTo>
                    <a:pt x="332740" y="156210"/>
                  </a:lnTo>
                  <a:lnTo>
                    <a:pt x="334632" y="151384"/>
                  </a:lnTo>
                  <a:lnTo>
                    <a:pt x="338416" y="148209"/>
                  </a:lnTo>
                  <a:lnTo>
                    <a:pt x="342201" y="145161"/>
                  </a:lnTo>
                  <a:lnTo>
                    <a:pt x="349440" y="143637"/>
                  </a:lnTo>
                  <a:lnTo>
                    <a:pt x="412127" y="143637"/>
                  </a:lnTo>
                  <a:lnTo>
                    <a:pt x="412127" y="124205"/>
                  </a:lnTo>
                  <a:lnTo>
                    <a:pt x="386321" y="124205"/>
                  </a:lnTo>
                  <a:lnTo>
                    <a:pt x="383260" y="123951"/>
                  </a:lnTo>
                  <a:lnTo>
                    <a:pt x="379691" y="123571"/>
                  </a:lnTo>
                  <a:lnTo>
                    <a:pt x="371538" y="123063"/>
                  </a:lnTo>
                  <a:close/>
                </a:path>
                <a:path w="802005" h="247015">
                  <a:moveTo>
                    <a:pt x="424116" y="188341"/>
                  </a:moveTo>
                  <a:lnTo>
                    <a:pt x="390804" y="188341"/>
                  </a:lnTo>
                  <a:lnTo>
                    <a:pt x="391909" y="192404"/>
                  </a:lnTo>
                  <a:lnTo>
                    <a:pt x="394258" y="195707"/>
                  </a:lnTo>
                  <a:lnTo>
                    <a:pt x="401584" y="201422"/>
                  </a:lnTo>
                  <a:lnTo>
                    <a:pt x="401954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709" y="201757"/>
                  </a:lnTo>
                  <a:lnTo>
                    <a:pt x="424116" y="201757"/>
                  </a:lnTo>
                  <a:lnTo>
                    <a:pt x="424116" y="188341"/>
                  </a:lnTo>
                  <a:close/>
                </a:path>
                <a:path w="802005" h="247015">
                  <a:moveTo>
                    <a:pt x="412127" y="143637"/>
                  </a:moveTo>
                  <a:lnTo>
                    <a:pt x="370192" y="143637"/>
                  </a:lnTo>
                  <a:lnTo>
                    <a:pt x="378968" y="144145"/>
                  </a:lnTo>
                  <a:lnTo>
                    <a:pt x="386321" y="144652"/>
                  </a:lnTo>
                  <a:lnTo>
                    <a:pt x="386321" y="171323"/>
                  </a:lnTo>
                  <a:lnTo>
                    <a:pt x="383793" y="173354"/>
                  </a:lnTo>
                  <a:lnTo>
                    <a:pt x="382152" y="174625"/>
                  </a:lnTo>
                  <a:lnTo>
                    <a:pt x="377558" y="177292"/>
                  </a:lnTo>
                  <a:lnTo>
                    <a:pt x="371868" y="179704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424116" y="183515"/>
                  </a:lnTo>
                  <a:lnTo>
                    <a:pt x="424116" y="181991"/>
                  </a:lnTo>
                  <a:lnTo>
                    <a:pt x="419112" y="181991"/>
                  </a:lnTo>
                  <a:lnTo>
                    <a:pt x="415861" y="181101"/>
                  </a:lnTo>
                  <a:lnTo>
                    <a:pt x="412877" y="177292"/>
                  </a:lnTo>
                  <a:lnTo>
                    <a:pt x="412127" y="173354"/>
                  </a:lnTo>
                  <a:lnTo>
                    <a:pt x="412127" y="143637"/>
                  </a:lnTo>
                  <a:close/>
                </a:path>
                <a:path w="802005" h="247015">
                  <a:moveTo>
                    <a:pt x="407876" y="89408"/>
                  </a:moveTo>
                  <a:lnTo>
                    <a:pt x="364070" y="89408"/>
                  </a:lnTo>
                  <a:lnTo>
                    <a:pt x="368706" y="89916"/>
                  </a:lnTo>
                  <a:lnTo>
                    <a:pt x="372313" y="90932"/>
                  </a:lnTo>
                  <a:lnTo>
                    <a:pt x="386321" y="114046"/>
                  </a:lnTo>
                  <a:lnTo>
                    <a:pt x="386321" y="124205"/>
                  </a:lnTo>
                  <a:lnTo>
                    <a:pt x="412127" y="124205"/>
                  </a:lnTo>
                  <a:lnTo>
                    <a:pt x="412127" y="112141"/>
                  </a:lnTo>
                  <a:lnTo>
                    <a:pt x="411472" y="105155"/>
                  </a:lnTo>
                  <a:lnTo>
                    <a:pt x="411353" y="103886"/>
                  </a:lnTo>
                  <a:lnTo>
                    <a:pt x="408270" y="90297"/>
                  </a:lnTo>
                  <a:lnTo>
                    <a:pt x="408119" y="89916"/>
                  </a:lnTo>
                  <a:lnTo>
                    <a:pt x="407876" y="89408"/>
                  </a:lnTo>
                  <a:close/>
                </a:path>
                <a:path w="802005" h="247015">
                  <a:moveTo>
                    <a:pt x="372960" y="67945"/>
                  </a:moveTo>
                  <a:lnTo>
                    <a:pt x="363893" y="67945"/>
                  </a:lnTo>
                  <a:lnTo>
                    <a:pt x="356389" y="68181"/>
                  </a:lnTo>
                  <a:lnTo>
                    <a:pt x="348361" y="68961"/>
                  </a:lnTo>
                  <a:lnTo>
                    <a:pt x="348702" y="68961"/>
                  </a:lnTo>
                  <a:lnTo>
                    <a:pt x="342260" y="70034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1"/>
                  </a:lnTo>
                  <a:lnTo>
                    <a:pt x="323977" y="96393"/>
                  </a:lnTo>
                  <a:lnTo>
                    <a:pt x="330606" y="94234"/>
                  </a:lnTo>
                  <a:lnTo>
                    <a:pt x="337591" y="92328"/>
                  </a:lnTo>
                  <a:lnTo>
                    <a:pt x="344563" y="90297"/>
                  </a:lnTo>
                  <a:lnTo>
                    <a:pt x="351510" y="89408"/>
                  </a:lnTo>
                  <a:lnTo>
                    <a:pt x="407876" y="89408"/>
                  </a:lnTo>
                  <a:lnTo>
                    <a:pt x="405561" y="84582"/>
                  </a:lnTo>
                  <a:lnTo>
                    <a:pt x="380593" y="68961"/>
                  </a:lnTo>
                  <a:lnTo>
                    <a:pt x="372960" y="67945"/>
                  </a:lnTo>
                  <a:close/>
                </a:path>
                <a:path w="802005" h="247015">
                  <a:moveTo>
                    <a:pt x="748398" y="67945"/>
                  </a:moveTo>
                  <a:lnTo>
                    <a:pt x="711327" y="77321"/>
                  </a:lnTo>
                  <a:lnTo>
                    <a:pt x="689098" y="119461"/>
                  </a:lnTo>
                  <a:lnTo>
                    <a:pt x="688174" y="135509"/>
                  </a:lnTo>
                  <a:lnTo>
                    <a:pt x="688367" y="143892"/>
                  </a:lnTo>
                  <a:lnTo>
                    <a:pt x="696772" y="181483"/>
                  </a:lnTo>
                  <a:lnTo>
                    <a:pt x="733385" y="203549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0"/>
                  </a:lnTo>
                  <a:lnTo>
                    <a:pt x="797032" y="183261"/>
                  </a:lnTo>
                  <a:lnTo>
                    <a:pt x="741883" y="183261"/>
                  </a:lnTo>
                  <a:lnTo>
                    <a:pt x="734009" y="181483"/>
                  </a:lnTo>
                  <a:lnTo>
                    <a:pt x="714730" y="149478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54" y="122554"/>
                  </a:lnTo>
                  <a:lnTo>
                    <a:pt x="715022" y="122047"/>
                  </a:lnTo>
                  <a:lnTo>
                    <a:pt x="715232" y="119461"/>
                  </a:lnTo>
                  <a:lnTo>
                    <a:pt x="715352" y="117983"/>
                  </a:lnTo>
                  <a:lnTo>
                    <a:pt x="738517" y="88646"/>
                  </a:lnTo>
                  <a:lnTo>
                    <a:pt x="793121" y="88646"/>
                  </a:lnTo>
                  <a:lnTo>
                    <a:pt x="791565" y="86360"/>
                  </a:lnTo>
                  <a:lnTo>
                    <a:pt x="756170" y="68254"/>
                  </a:lnTo>
                  <a:lnTo>
                    <a:pt x="748398" y="67945"/>
                  </a:lnTo>
                  <a:close/>
                </a:path>
                <a:path w="802005" h="247015">
                  <a:moveTo>
                    <a:pt x="793153" y="172847"/>
                  </a:moveTo>
                  <a:lnTo>
                    <a:pt x="787450" y="175514"/>
                  </a:lnTo>
                  <a:lnTo>
                    <a:pt x="780944" y="178053"/>
                  </a:lnTo>
                  <a:lnTo>
                    <a:pt x="768235" y="182245"/>
                  </a:lnTo>
                  <a:lnTo>
                    <a:pt x="760603" y="183261"/>
                  </a:lnTo>
                  <a:lnTo>
                    <a:pt x="797032" y="183261"/>
                  </a:lnTo>
                  <a:lnTo>
                    <a:pt x="793153" y="172847"/>
                  </a:lnTo>
                  <a:close/>
                </a:path>
                <a:path w="802005" h="247015">
                  <a:moveTo>
                    <a:pt x="793121" y="88646"/>
                  </a:moveTo>
                  <a:lnTo>
                    <a:pt x="756602" y="88646"/>
                  </a:lnTo>
                  <a:lnTo>
                    <a:pt x="763104" y="91313"/>
                  </a:lnTo>
                  <a:lnTo>
                    <a:pt x="767892" y="96520"/>
                  </a:lnTo>
                  <a:lnTo>
                    <a:pt x="771026" y="101230"/>
                  </a:lnTo>
                  <a:lnTo>
                    <a:pt x="773264" y="107346"/>
                  </a:lnTo>
                  <a:lnTo>
                    <a:pt x="774510" y="114300"/>
                  </a:lnTo>
                  <a:lnTo>
                    <a:pt x="774607" y="114843"/>
                  </a:lnTo>
                  <a:lnTo>
                    <a:pt x="774972" y="122047"/>
                  </a:lnTo>
                  <a:lnTo>
                    <a:pt x="775055" y="123698"/>
                  </a:lnTo>
                  <a:lnTo>
                    <a:pt x="801624" y="123698"/>
                  </a:lnTo>
                  <a:lnTo>
                    <a:pt x="801581" y="122047"/>
                  </a:lnTo>
                  <a:lnTo>
                    <a:pt x="801366" y="119461"/>
                  </a:lnTo>
                  <a:lnTo>
                    <a:pt x="801244" y="117983"/>
                  </a:lnTo>
                  <a:lnTo>
                    <a:pt x="801117" y="116459"/>
                  </a:lnTo>
                  <a:lnTo>
                    <a:pt x="801001" y="115062"/>
                  </a:lnTo>
                  <a:lnTo>
                    <a:pt x="800938" y="114300"/>
                  </a:lnTo>
                  <a:lnTo>
                    <a:pt x="798230" y="99060"/>
                  </a:lnTo>
                  <a:lnTo>
                    <a:pt x="797251" y="96520"/>
                  </a:lnTo>
                  <a:lnTo>
                    <a:pt x="795540" y="92201"/>
                  </a:lnTo>
                  <a:lnTo>
                    <a:pt x="793121" y="88646"/>
                  </a:lnTo>
                  <a:close/>
                </a:path>
                <a:path w="802005" h="247015">
                  <a:moveTo>
                    <a:pt x="465988" y="70993"/>
                  </a:moveTo>
                  <a:lnTo>
                    <a:pt x="440436" y="70993"/>
                  </a:lnTo>
                  <a:lnTo>
                    <a:pt x="440436" y="162178"/>
                  </a:lnTo>
                  <a:lnTo>
                    <a:pt x="456412" y="199136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1"/>
                  </a:lnTo>
                  <a:lnTo>
                    <a:pt x="525792" y="190626"/>
                  </a:lnTo>
                  <a:lnTo>
                    <a:pt x="550507" y="190626"/>
                  </a:lnTo>
                  <a:lnTo>
                    <a:pt x="550064" y="182752"/>
                  </a:lnTo>
                  <a:lnTo>
                    <a:pt x="484085" y="182752"/>
                  </a:lnTo>
                  <a:lnTo>
                    <a:pt x="480072" y="181991"/>
                  </a:lnTo>
                  <a:lnTo>
                    <a:pt x="477164" y="180594"/>
                  </a:lnTo>
                  <a:lnTo>
                    <a:pt x="474243" y="179070"/>
                  </a:lnTo>
                  <a:lnTo>
                    <a:pt x="471919" y="177038"/>
                  </a:lnTo>
                  <a:lnTo>
                    <a:pt x="470217" y="174244"/>
                  </a:lnTo>
                  <a:lnTo>
                    <a:pt x="468503" y="171576"/>
                  </a:lnTo>
                  <a:lnTo>
                    <a:pt x="467372" y="168021"/>
                  </a:lnTo>
                  <a:lnTo>
                    <a:pt x="466813" y="163957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close/>
                </a:path>
                <a:path w="802005" h="247015">
                  <a:moveTo>
                    <a:pt x="550507" y="190626"/>
                  </a:moveTo>
                  <a:lnTo>
                    <a:pt x="525792" y="190626"/>
                  </a:lnTo>
                  <a:lnTo>
                    <a:pt x="526785" y="201295"/>
                  </a:lnTo>
                  <a:lnTo>
                    <a:pt x="526821" y="201676"/>
                  </a:lnTo>
                  <a:lnTo>
                    <a:pt x="551129" y="201676"/>
                  </a:lnTo>
                  <a:lnTo>
                    <a:pt x="550507" y="190626"/>
                  </a:lnTo>
                  <a:close/>
                </a:path>
                <a:path w="802005" h="247015">
                  <a:moveTo>
                    <a:pt x="549135" y="70993"/>
                  </a:moveTo>
                  <a:lnTo>
                    <a:pt x="523316" y="70993"/>
                  </a:lnTo>
                  <a:lnTo>
                    <a:pt x="523316" y="171069"/>
                  </a:lnTo>
                  <a:lnTo>
                    <a:pt x="520191" y="172974"/>
                  </a:lnTo>
                  <a:lnTo>
                    <a:pt x="516813" y="174878"/>
                  </a:lnTo>
                  <a:lnTo>
                    <a:pt x="510095" y="178435"/>
                  </a:lnTo>
                  <a:lnTo>
                    <a:pt x="506425" y="179832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2"/>
                  </a:lnTo>
                  <a:lnTo>
                    <a:pt x="550064" y="182752"/>
                  </a:lnTo>
                  <a:lnTo>
                    <a:pt x="549942" y="180594"/>
                  </a:lnTo>
                  <a:lnTo>
                    <a:pt x="549821" y="178435"/>
                  </a:lnTo>
                  <a:lnTo>
                    <a:pt x="549742" y="177038"/>
                  </a:lnTo>
                  <a:lnTo>
                    <a:pt x="549621" y="174878"/>
                  </a:lnTo>
                  <a:lnTo>
                    <a:pt x="549514" y="172974"/>
                  </a:lnTo>
                  <a:lnTo>
                    <a:pt x="549406" y="171069"/>
                  </a:lnTo>
                  <a:lnTo>
                    <a:pt x="549306" y="169291"/>
                  </a:lnTo>
                  <a:lnTo>
                    <a:pt x="549235" y="168021"/>
                  </a:lnTo>
                  <a:lnTo>
                    <a:pt x="549135" y="70993"/>
                  </a:lnTo>
                  <a:close/>
                </a:path>
                <a:path w="802005" h="247015">
                  <a:moveTo>
                    <a:pt x="578866" y="175005"/>
                  </a:moveTo>
                  <a:lnTo>
                    <a:pt x="570852" y="194691"/>
                  </a:lnTo>
                  <a:lnTo>
                    <a:pt x="577481" y="198120"/>
                  </a:lnTo>
                  <a:lnTo>
                    <a:pt x="584796" y="200660"/>
                  </a:lnTo>
                  <a:lnTo>
                    <a:pt x="593335" y="202295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5"/>
                  </a:lnTo>
                  <a:lnTo>
                    <a:pt x="669402" y="183308"/>
                  </a:lnTo>
                  <a:lnTo>
                    <a:pt x="610817" y="183308"/>
                  </a:lnTo>
                  <a:lnTo>
                    <a:pt x="603377" y="182625"/>
                  </a:lnTo>
                  <a:lnTo>
                    <a:pt x="590753" y="179832"/>
                  </a:lnTo>
                  <a:lnTo>
                    <a:pt x="584682" y="177800"/>
                  </a:lnTo>
                  <a:lnTo>
                    <a:pt x="578866" y="175005"/>
                  </a:lnTo>
                  <a:close/>
                </a:path>
                <a:path w="802005" h="247015">
                  <a:moveTo>
                    <a:pt x="635977" y="67945"/>
                  </a:moveTo>
                  <a:lnTo>
                    <a:pt x="620229" y="67945"/>
                  </a:lnTo>
                  <a:lnTo>
                    <a:pt x="614019" y="68579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1"/>
                  </a:lnTo>
                  <a:lnTo>
                    <a:pt x="590321" y="76073"/>
                  </a:lnTo>
                  <a:lnTo>
                    <a:pt x="585101" y="78867"/>
                  </a:lnTo>
                  <a:lnTo>
                    <a:pt x="580898" y="82930"/>
                  </a:lnTo>
                  <a:lnTo>
                    <a:pt x="574459" y="92837"/>
                  </a:lnTo>
                  <a:lnTo>
                    <a:pt x="572846" y="99060"/>
                  </a:lnTo>
                  <a:lnTo>
                    <a:pt x="572846" y="115443"/>
                  </a:lnTo>
                  <a:lnTo>
                    <a:pt x="596722" y="138302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8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0"/>
                  </a:lnTo>
                  <a:lnTo>
                    <a:pt x="647255" y="170688"/>
                  </a:lnTo>
                  <a:lnTo>
                    <a:pt x="646506" y="173482"/>
                  </a:lnTo>
                  <a:lnTo>
                    <a:pt x="624279" y="183308"/>
                  </a:lnTo>
                  <a:lnTo>
                    <a:pt x="669402" y="183308"/>
                  </a:lnTo>
                  <a:lnTo>
                    <a:pt x="672020" y="175641"/>
                  </a:lnTo>
                  <a:lnTo>
                    <a:pt x="672147" y="175269"/>
                  </a:lnTo>
                  <a:lnTo>
                    <a:pt x="673061" y="165862"/>
                  </a:lnTo>
                  <a:lnTo>
                    <a:pt x="673061" y="156337"/>
                  </a:lnTo>
                  <a:lnTo>
                    <a:pt x="670560" y="149098"/>
                  </a:lnTo>
                  <a:lnTo>
                    <a:pt x="634123" y="127380"/>
                  </a:lnTo>
                  <a:lnTo>
                    <a:pt x="620801" y="123063"/>
                  </a:lnTo>
                  <a:lnTo>
                    <a:pt x="615353" y="120776"/>
                  </a:lnTo>
                  <a:lnTo>
                    <a:pt x="611124" y="118364"/>
                  </a:lnTo>
                  <a:lnTo>
                    <a:pt x="606323" y="116332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09"/>
                  </a:lnTo>
                  <a:lnTo>
                    <a:pt x="598411" y="107188"/>
                  </a:lnTo>
                  <a:lnTo>
                    <a:pt x="598411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65926" y="88900"/>
                  </a:lnTo>
                  <a:lnTo>
                    <a:pt x="670814" y="76580"/>
                  </a:lnTo>
                  <a:lnTo>
                    <a:pt x="664972" y="74041"/>
                  </a:lnTo>
                  <a:lnTo>
                    <a:pt x="658507" y="72009"/>
                  </a:lnTo>
                  <a:lnTo>
                    <a:pt x="651421" y="70485"/>
                  </a:lnTo>
                  <a:lnTo>
                    <a:pt x="644347" y="68834"/>
                  </a:lnTo>
                  <a:lnTo>
                    <a:pt x="635977" y="67945"/>
                  </a:lnTo>
                  <a:close/>
                </a:path>
                <a:path w="802005" h="247015">
                  <a:moveTo>
                    <a:pt x="665926" y="88900"/>
                  </a:moveTo>
                  <a:lnTo>
                    <a:pt x="632790" y="88900"/>
                  </a:lnTo>
                  <a:lnTo>
                    <a:pt x="639254" y="89535"/>
                  </a:lnTo>
                  <a:lnTo>
                    <a:pt x="650697" y="92075"/>
                  </a:lnTo>
                  <a:lnTo>
                    <a:pt x="656755" y="93852"/>
                  </a:lnTo>
                  <a:lnTo>
                    <a:pt x="663155" y="95885"/>
                  </a:lnTo>
                  <a:lnTo>
                    <a:pt x="665926" y="88900"/>
                  </a:lnTo>
                  <a:close/>
                </a:path>
                <a:path w="802005" h="247015">
                  <a:moveTo>
                    <a:pt x="172656" y="12953"/>
                  </a:moveTo>
                  <a:lnTo>
                    <a:pt x="162535" y="13333"/>
                  </a:lnTo>
                  <a:lnTo>
                    <a:pt x="162968" y="13333"/>
                  </a:lnTo>
                  <a:lnTo>
                    <a:pt x="153354" y="14462"/>
                  </a:lnTo>
                  <a:lnTo>
                    <a:pt x="153700" y="14462"/>
                  </a:lnTo>
                  <a:lnTo>
                    <a:pt x="145635" y="16115"/>
                  </a:lnTo>
                  <a:lnTo>
                    <a:pt x="137579" y="18542"/>
                  </a:lnTo>
                  <a:lnTo>
                    <a:pt x="105732" y="42229"/>
                  </a:lnTo>
                  <a:lnTo>
                    <a:pt x="89895" y="85534"/>
                  </a:lnTo>
                  <a:lnTo>
                    <a:pt x="88468" y="108712"/>
                  </a:lnTo>
                  <a:lnTo>
                    <a:pt x="89670" y="130974"/>
                  </a:lnTo>
                  <a:lnTo>
                    <a:pt x="107708" y="180213"/>
                  </a:lnTo>
                  <a:lnTo>
                    <a:pt x="149458" y="203001"/>
                  </a:lnTo>
                  <a:lnTo>
                    <a:pt x="169113" y="204597"/>
                  </a:lnTo>
                  <a:lnTo>
                    <a:pt x="177964" y="204358"/>
                  </a:lnTo>
                  <a:lnTo>
                    <a:pt x="218465" y="196437"/>
                  </a:lnTo>
                  <a:lnTo>
                    <a:pt x="231381" y="191135"/>
                  </a:lnTo>
                  <a:lnTo>
                    <a:pt x="228341" y="181737"/>
                  </a:lnTo>
                  <a:lnTo>
                    <a:pt x="169913" y="181737"/>
                  </a:lnTo>
                  <a:lnTo>
                    <a:pt x="156597" y="180615"/>
                  </a:lnTo>
                  <a:lnTo>
                    <a:pt x="122781" y="153652"/>
                  </a:lnTo>
                  <a:lnTo>
                    <a:pt x="115531" y="111378"/>
                  </a:lnTo>
                  <a:lnTo>
                    <a:pt x="116391" y="93755"/>
                  </a:lnTo>
                  <a:lnTo>
                    <a:pt x="129273" y="54483"/>
                  </a:lnTo>
                  <a:lnTo>
                    <a:pt x="173151" y="35178"/>
                  </a:lnTo>
                  <a:lnTo>
                    <a:pt x="228884" y="35178"/>
                  </a:lnTo>
                  <a:lnTo>
                    <a:pt x="226087" y="31906"/>
                  </a:lnTo>
                  <a:lnTo>
                    <a:pt x="189933" y="14462"/>
                  </a:lnTo>
                  <a:lnTo>
                    <a:pt x="181443" y="13333"/>
                  </a:lnTo>
                  <a:lnTo>
                    <a:pt x="172656" y="12953"/>
                  </a:lnTo>
                  <a:close/>
                </a:path>
                <a:path w="802005" h="247015">
                  <a:moveTo>
                    <a:pt x="224891" y="171069"/>
                  </a:moveTo>
                  <a:lnTo>
                    <a:pt x="186521" y="180943"/>
                  </a:lnTo>
                  <a:lnTo>
                    <a:pt x="169913" y="181737"/>
                  </a:lnTo>
                  <a:lnTo>
                    <a:pt x="228341" y="181737"/>
                  </a:lnTo>
                  <a:lnTo>
                    <a:pt x="224891" y="171069"/>
                  </a:lnTo>
                  <a:close/>
                </a:path>
                <a:path w="802005" h="247015">
                  <a:moveTo>
                    <a:pt x="228884" y="35178"/>
                  </a:moveTo>
                  <a:lnTo>
                    <a:pt x="182892" y="35178"/>
                  </a:lnTo>
                  <a:lnTo>
                    <a:pt x="190944" y="36702"/>
                  </a:lnTo>
                  <a:lnTo>
                    <a:pt x="197294" y="39624"/>
                  </a:lnTo>
                  <a:lnTo>
                    <a:pt x="203644" y="42672"/>
                  </a:lnTo>
                  <a:lnTo>
                    <a:pt x="209880" y="47117"/>
                  </a:lnTo>
                  <a:lnTo>
                    <a:pt x="216001" y="52832"/>
                  </a:lnTo>
                  <a:lnTo>
                    <a:pt x="231381" y="38100"/>
                  </a:lnTo>
                  <a:lnTo>
                    <a:pt x="228884" y="35178"/>
                  </a:lnTo>
                  <a:close/>
                </a:path>
                <a:path w="802005" h="247015">
                  <a:moveTo>
                    <a:pt x="281559" y="6350"/>
                  </a:moveTo>
                  <a:lnTo>
                    <a:pt x="255752" y="10033"/>
                  </a:lnTo>
                  <a:lnTo>
                    <a:pt x="255752" y="167132"/>
                  </a:lnTo>
                  <a:lnTo>
                    <a:pt x="256061" y="173736"/>
                  </a:lnTo>
                  <a:lnTo>
                    <a:pt x="256131" y="175228"/>
                  </a:lnTo>
                  <a:lnTo>
                    <a:pt x="257086" y="181228"/>
                  </a:lnTo>
                  <a:lnTo>
                    <a:pt x="257208" y="181991"/>
                  </a:lnTo>
                  <a:lnTo>
                    <a:pt x="257268" y="182372"/>
                  </a:lnTo>
                  <a:lnTo>
                    <a:pt x="259165" y="188563"/>
                  </a:lnTo>
                  <a:lnTo>
                    <a:pt x="261823" y="193801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lnTo>
                    <a:pt x="288505" y="181991"/>
                  </a:lnTo>
                  <a:lnTo>
                    <a:pt x="285038" y="181228"/>
                  </a:lnTo>
                  <a:lnTo>
                    <a:pt x="283641" y="179577"/>
                  </a:lnTo>
                  <a:lnTo>
                    <a:pt x="282257" y="178053"/>
                  </a:lnTo>
                  <a:lnTo>
                    <a:pt x="281559" y="173736"/>
                  </a:lnTo>
                  <a:lnTo>
                    <a:pt x="281559" y="6350"/>
                  </a:lnTo>
                  <a:close/>
                </a:path>
                <a:path w="802005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6760" y="155955"/>
              <a:ext cx="221344" cy="24688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452244" y="171830"/>
              <a:ext cx="773430" cy="244475"/>
            </a:xfrm>
            <a:custGeom>
              <a:avLst/>
              <a:gdLst/>
              <a:ahLst/>
              <a:cxnLst/>
              <a:rect l="l" t="t" r="r" b="b"/>
              <a:pathLst>
                <a:path w="773430" h="244475">
                  <a:moveTo>
                    <a:pt x="494411" y="52070"/>
                  </a:moveTo>
                  <a:lnTo>
                    <a:pt x="457406" y="61446"/>
                  </a:lnTo>
                  <a:lnTo>
                    <a:pt x="435141" y="103586"/>
                  </a:lnTo>
                  <a:lnTo>
                    <a:pt x="434213" y="119634"/>
                  </a:lnTo>
                  <a:lnTo>
                    <a:pt x="434403" y="128017"/>
                  </a:lnTo>
                  <a:lnTo>
                    <a:pt x="442849" y="165608"/>
                  </a:lnTo>
                  <a:lnTo>
                    <a:pt x="479425" y="187674"/>
                  </a:lnTo>
                  <a:lnTo>
                    <a:pt x="494919" y="188722"/>
                  </a:lnTo>
                  <a:lnTo>
                    <a:pt x="499872" y="188722"/>
                  </a:lnTo>
                  <a:lnTo>
                    <a:pt x="539496" y="179070"/>
                  </a:lnTo>
                  <a:lnTo>
                    <a:pt x="545973" y="175005"/>
                  </a:lnTo>
                  <a:lnTo>
                    <a:pt x="543128" y="167386"/>
                  </a:lnTo>
                  <a:lnTo>
                    <a:pt x="487934" y="167386"/>
                  </a:lnTo>
                  <a:lnTo>
                    <a:pt x="480060" y="165608"/>
                  </a:lnTo>
                  <a:lnTo>
                    <a:pt x="460756" y="133603"/>
                  </a:lnTo>
                  <a:lnTo>
                    <a:pt x="460756" y="128270"/>
                  </a:lnTo>
                  <a:lnTo>
                    <a:pt x="547624" y="128270"/>
                  </a:lnTo>
                  <a:lnTo>
                    <a:pt x="547624" y="107823"/>
                  </a:lnTo>
                  <a:lnTo>
                    <a:pt x="460756" y="107823"/>
                  </a:lnTo>
                  <a:lnTo>
                    <a:pt x="461024" y="106679"/>
                  </a:lnTo>
                  <a:lnTo>
                    <a:pt x="461137" y="106172"/>
                  </a:lnTo>
                  <a:lnTo>
                    <a:pt x="461263" y="104140"/>
                  </a:lnTo>
                  <a:lnTo>
                    <a:pt x="461298" y="103586"/>
                  </a:lnTo>
                  <a:lnTo>
                    <a:pt x="461391" y="102108"/>
                  </a:lnTo>
                  <a:lnTo>
                    <a:pt x="484631" y="72771"/>
                  </a:lnTo>
                  <a:lnTo>
                    <a:pt x="539181" y="72771"/>
                  </a:lnTo>
                  <a:lnTo>
                    <a:pt x="533654" y="64770"/>
                  </a:lnTo>
                  <a:lnTo>
                    <a:pt x="502223" y="52379"/>
                  </a:lnTo>
                  <a:lnTo>
                    <a:pt x="494411" y="52070"/>
                  </a:lnTo>
                  <a:close/>
                </a:path>
                <a:path w="773430" h="244475">
                  <a:moveTo>
                    <a:pt x="539242" y="156972"/>
                  </a:moveTo>
                  <a:lnTo>
                    <a:pt x="533527" y="159639"/>
                  </a:lnTo>
                  <a:lnTo>
                    <a:pt x="527042" y="162178"/>
                  </a:lnTo>
                  <a:lnTo>
                    <a:pt x="514350" y="166370"/>
                  </a:lnTo>
                  <a:lnTo>
                    <a:pt x="506730" y="167386"/>
                  </a:lnTo>
                  <a:lnTo>
                    <a:pt x="543128" y="167386"/>
                  </a:lnTo>
                  <a:lnTo>
                    <a:pt x="539242" y="156972"/>
                  </a:lnTo>
                  <a:close/>
                </a:path>
                <a:path w="773430" h="244475">
                  <a:moveTo>
                    <a:pt x="539181" y="72771"/>
                  </a:moveTo>
                  <a:lnTo>
                    <a:pt x="502666" y="72771"/>
                  </a:lnTo>
                  <a:lnTo>
                    <a:pt x="509143" y="75438"/>
                  </a:lnTo>
                  <a:lnTo>
                    <a:pt x="513969" y="80645"/>
                  </a:lnTo>
                  <a:lnTo>
                    <a:pt x="521000" y="106172"/>
                  </a:lnTo>
                  <a:lnTo>
                    <a:pt x="521081" y="107823"/>
                  </a:lnTo>
                  <a:lnTo>
                    <a:pt x="547624" y="107823"/>
                  </a:lnTo>
                  <a:lnTo>
                    <a:pt x="547584" y="106172"/>
                  </a:lnTo>
                  <a:lnTo>
                    <a:pt x="547047" y="99187"/>
                  </a:lnTo>
                  <a:lnTo>
                    <a:pt x="546988" y="98425"/>
                  </a:lnTo>
                  <a:lnTo>
                    <a:pt x="545592" y="90677"/>
                  </a:lnTo>
                  <a:lnTo>
                    <a:pt x="544343" y="83185"/>
                  </a:lnTo>
                  <a:lnTo>
                    <a:pt x="543365" y="80645"/>
                  </a:lnTo>
                  <a:lnTo>
                    <a:pt x="541655" y="76326"/>
                  </a:lnTo>
                  <a:lnTo>
                    <a:pt x="539181" y="72771"/>
                  </a:lnTo>
                  <a:close/>
                </a:path>
                <a:path w="773430" h="244475">
                  <a:moveTo>
                    <a:pt x="410463" y="55118"/>
                  </a:moveTo>
                  <a:lnTo>
                    <a:pt x="384302" y="55118"/>
                  </a:lnTo>
                  <a:lnTo>
                    <a:pt x="384302" y="200660"/>
                  </a:lnTo>
                  <a:lnTo>
                    <a:pt x="384048" y="205613"/>
                  </a:lnTo>
                  <a:lnTo>
                    <a:pt x="383667" y="209296"/>
                  </a:lnTo>
                  <a:lnTo>
                    <a:pt x="383159" y="212979"/>
                  </a:lnTo>
                  <a:lnTo>
                    <a:pt x="382143" y="215900"/>
                  </a:lnTo>
                  <a:lnTo>
                    <a:pt x="380746" y="217805"/>
                  </a:lnTo>
                  <a:lnTo>
                    <a:pt x="379349" y="219837"/>
                  </a:lnTo>
                  <a:lnTo>
                    <a:pt x="377444" y="221234"/>
                  </a:lnTo>
                  <a:lnTo>
                    <a:pt x="374904" y="221996"/>
                  </a:lnTo>
                  <a:lnTo>
                    <a:pt x="372491" y="222758"/>
                  </a:lnTo>
                  <a:lnTo>
                    <a:pt x="368935" y="223139"/>
                  </a:lnTo>
                  <a:lnTo>
                    <a:pt x="359918" y="223139"/>
                  </a:lnTo>
                  <a:lnTo>
                    <a:pt x="359918" y="244475"/>
                  </a:lnTo>
                  <a:lnTo>
                    <a:pt x="374650" y="244475"/>
                  </a:lnTo>
                  <a:lnTo>
                    <a:pt x="382397" y="243332"/>
                  </a:lnTo>
                  <a:lnTo>
                    <a:pt x="394462" y="238506"/>
                  </a:lnTo>
                  <a:lnTo>
                    <a:pt x="399161" y="234950"/>
                  </a:lnTo>
                  <a:lnTo>
                    <a:pt x="402336" y="230251"/>
                  </a:lnTo>
                  <a:lnTo>
                    <a:pt x="405638" y="225552"/>
                  </a:lnTo>
                  <a:lnTo>
                    <a:pt x="407797" y="219837"/>
                  </a:lnTo>
                  <a:lnTo>
                    <a:pt x="409829" y="206121"/>
                  </a:lnTo>
                  <a:lnTo>
                    <a:pt x="410463" y="198247"/>
                  </a:lnTo>
                  <a:lnTo>
                    <a:pt x="410463" y="55118"/>
                  </a:lnTo>
                  <a:close/>
                </a:path>
                <a:path w="773430" h="244475">
                  <a:moveTo>
                    <a:pt x="301625" y="52070"/>
                  </a:moveTo>
                  <a:lnTo>
                    <a:pt x="261816" y="61499"/>
                  </a:lnTo>
                  <a:lnTo>
                    <a:pt x="238589" y="103731"/>
                  </a:lnTo>
                  <a:lnTo>
                    <a:pt x="237617" y="119761"/>
                  </a:lnTo>
                  <a:lnTo>
                    <a:pt x="237773" y="127126"/>
                  </a:lnTo>
                  <a:lnTo>
                    <a:pt x="249936" y="170179"/>
                  </a:lnTo>
                  <a:lnTo>
                    <a:pt x="254381" y="176275"/>
                  </a:lnTo>
                  <a:lnTo>
                    <a:pt x="295910" y="188722"/>
                  </a:lnTo>
                  <a:lnTo>
                    <a:pt x="311314" y="187696"/>
                  </a:lnTo>
                  <a:lnTo>
                    <a:pt x="324564" y="184610"/>
                  </a:lnTo>
                  <a:lnTo>
                    <a:pt x="335647" y="179452"/>
                  </a:lnTo>
                  <a:lnTo>
                    <a:pt x="344550" y="172212"/>
                  </a:lnTo>
                  <a:lnTo>
                    <a:pt x="347882" y="167640"/>
                  </a:lnTo>
                  <a:lnTo>
                    <a:pt x="289306" y="167640"/>
                  </a:lnTo>
                  <a:lnTo>
                    <a:pt x="283972" y="166624"/>
                  </a:lnTo>
                  <a:lnTo>
                    <a:pt x="279907" y="164338"/>
                  </a:lnTo>
                  <a:lnTo>
                    <a:pt x="275844" y="162178"/>
                  </a:lnTo>
                  <a:lnTo>
                    <a:pt x="272669" y="159130"/>
                  </a:lnTo>
                  <a:lnTo>
                    <a:pt x="270382" y="155067"/>
                  </a:lnTo>
                  <a:lnTo>
                    <a:pt x="267998" y="151050"/>
                  </a:lnTo>
                  <a:lnTo>
                    <a:pt x="266319" y="146176"/>
                  </a:lnTo>
                  <a:lnTo>
                    <a:pt x="265430" y="140589"/>
                  </a:lnTo>
                  <a:lnTo>
                    <a:pt x="264419" y="135032"/>
                  </a:lnTo>
                  <a:lnTo>
                    <a:pt x="263906" y="128777"/>
                  </a:lnTo>
                  <a:lnTo>
                    <a:pt x="269240" y="89153"/>
                  </a:lnTo>
                  <a:lnTo>
                    <a:pt x="287988" y="73914"/>
                  </a:lnTo>
                  <a:lnTo>
                    <a:pt x="287543" y="73914"/>
                  </a:lnTo>
                  <a:lnTo>
                    <a:pt x="294259" y="72771"/>
                  </a:lnTo>
                  <a:lnTo>
                    <a:pt x="349472" y="72771"/>
                  </a:lnTo>
                  <a:lnTo>
                    <a:pt x="347853" y="70612"/>
                  </a:lnTo>
                  <a:lnTo>
                    <a:pt x="309526" y="52377"/>
                  </a:lnTo>
                  <a:lnTo>
                    <a:pt x="301625" y="52070"/>
                  </a:lnTo>
                  <a:close/>
                </a:path>
                <a:path w="773430" h="244475">
                  <a:moveTo>
                    <a:pt x="349472" y="72771"/>
                  </a:moveTo>
                  <a:lnTo>
                    <a:pt x="308102" y="72771"/>
                  </a:lnTo>
                  <a:lnTo>
                    <a:pt x="313436" y="73914"/>
                  </a:lnTo>
                  <a:lnTo>
                    <a:pt x="317500" y="76200"/>
                  </a:lnTo>
                  <a:lnTo>
                    <a:pt x="333756" y="112522"/>
                  </a:lnTo>
                  <a:lnTo>
                    <a:pt x="333712" y="127623"/>
                  </a:lnTo>
                  <a:lnTo>
                    <a:pt x="318781" y="162732"/>
                  </a:lnTo>
                  <a:lnTo>
                    <a:pt x="314071" y="164592"/>
                  </a:lnTo>
                  <a:lnTo>
                    <a:pt x="309244" y="166624"/>
                  </a:lnTo>
                  <a:lnTo>
                    <a:pt x="303149" y="167640"/>
                  </a:lnTo>
                  <a:lnTo>
                    <a:pt x="347882" y="167640"/>
                  </a:lnTo>
                  <a:lnTo>
                    <a:pt x="351458" y="162732"/>
                  </a:lnTo>
                  <a:lnTo>
                    <a:pt x="356377" y="151050"/>
                  </a:lnTo>
                  <a:lnTo>
                    <a:pt x="359320" y="137154"/>
                  </a:lnTo>
                  <a:lnTo>
                    <a:pt x="360299" y="121030"/>
                  </a:lnTo>
                  <a:lnTo>
                    <a:pt x="360137" y="113665"/>
                  </a:lnTo>
                  <a:lnTo>
                    <a:pt x="360074" y="112522"/>
                  </a:lnTo>
                  <a:lnTo>
                    <a:pt x="359647" y="106425"/>
                  </a:lnTo>
                  <a:lnTo>
                    <a:pt x="359616" y="105981"/>
                  </a:lnTo>
                  <a:lnTo>
                    <a:pt x="358745" y="99028"/>
                  </a:lnTo>
                  <a:lnTo>
                    <a:pt x="357505" y="92455"/>
                  </a:lnTo>
                  <a:lnTo>
                    <a:pt x="355600" y="83947"/>
                  </a:lnTo>
                  <a:lnTo>
                    <a:pt x="352425" y="76708"/>
                  </a:lnTo>
                  <a:lnTo>
                    <a:pt x="349472" y="72771"/>
                  </a:lnTo>
                  <a:close/>
                </a:path>
                <a:path w="773430" h="244475">
                  <a:moveTo>
                    <a:pt x="638048" y="52070"/>
                  </a:moveTo>
                  <a:lnTo>
                    <a:pt x="629793" y="52070"/>
                  </a:lnTo>
                  <a:lnTo>
                    <a:pt x="614574" y="53189"/>
                  </a:lnTo>
                  <a:lnTo>
                    <a:pt x="573182" y="79902"/>
                  </a:lnTo>
                  <a:lnTo>
                    <a:pt x="563753" y="122300"/>
                  </a:lnTo>
                  <a:lnTo>
                    <a:pt x="564590" y="136144"/>
                  </a:lnTo>
                  <a:lnTo>
                    <a:pt x="564655" y="137229"/>
                  </a:lnTo>
                  <a:lnTo>
                    <a:pt x="586462" y="178970"/>
                  </a:lnTo>
                  <a:lnTo>
                    <a:pt x="610129" y="187706"/>
                  </a:lnTo>
                  <a:lnTo>
                    <a:pt x="610728" y="187706"/>
                  </a:lnTo>
                  <a:lnTo>
                    <a:pt x="624967" y="188722"/>
                  </a:lnTo>
                  <a:lnTo>
                    <a:pt x="633857" y="188722"/>
                  </a:lnTo>
                  <a:lnTo>
                    <a:pt x="642238" y="187706"/>
                  </a:lnTo>
                  <a:lnTo>
                    <a:pt x="649986" y="185420"/>
                  </a:lnTo>
                  <a:lnTo>
                    <a:pt x="657606" y="183261"/>
                  </a:lnTo>
                  <a:lnTo>
                    <a:pt x="663956" y="180467"/>
                  </a:lnTo>
                  <a:lnTo>
                    <a:pt x="669036" y="177165"/>
                  </a:lnTo>
                  <a:lnTo>
                    <a:pt x="666042" y="167640"/>
                  </a:lnTo>
                  <a:lnTo>
                    <a:pt x="620268" y="167640"/>
                  </a:lnTo>
                  <a:lnTo>
                    <a:pt x="614553" y="166624"/>
                  </a:lnTo>
                  <a:lnTo>
                    <a:pt x="590804" y="136144"/>
                  </a:lnTo>
                  <a:lnTo>
                    <a:pt x="590042" y="129921"/>
                  </a:lnTo>
                  <a:lnTo>
                    <a:pt x="590080" y="122300"/>
                  </a:lnTo>
                  <a:lnTo>
                    <a:pt x="599948" y="84836"/>
                  </a:lnTo>
                  <a:lnTo>
                    <a:pt x="629538" y="73025"/>
                  </a:lnTo>
                  <a:lnTo>
                    <a:pt x="667195" y="73025"/>
                  </a:lnTo>
                  <a:lnTo>
                    <a:pt x="670941" y="69342"/>
                  </a:lnTo>
                  <a:lnTo>
                    <a:pt x="666369" y="63500"/>
                  </a:lnTo>
                  <a:lnTo>
                    <a:pt x="660400" y="59182"/>
                  </a:lnTo>
                  <a:lnTo>
                    <a:pt x="653034" y="56261"/>
                  </a:lnTo>
                  <a:lnTo>
                    <a:pt x="645794" y="53467"/>
                  </a:lnTo>
                  <a:lnTo>
                    <a:pt x="638048" y="52070"/>
                  </a:lnTo>
                  <a:close/>
                </a:path>
                <a:path w="773430" h="244475">
                  <a:moveTo>
                    <a:pt x="663487" y="159512"/>
                  </a:moveTo>
                  <a:lnTo>
                    <a:pt x="663139" y="159512"/>
                  </a:lnTo>
                  <a:lnTo>
                    <a:pt x="656971" y="162051"/>
                  </a:lnTo>
                  <a:lnTo>
                    <a:pt x="651129" y="164084"/>
                  </a:lnTo>
                  <a:lnTo>
                    <a:pt x="645794" y="165480"/>
                  </a:lnTo>
                  <a:lnTo>
                    <a:pt x="640588" y="167004"/>
                  </a:lnTo>
                  <a:lnTo>
                    <a:pt x="634238" y="167640"/>
                  </a:lnTo>
                  <a:lnTo>
                    <a:pt x="666042" y="167640"/>
                  </a:lnTo>
                  <a:lnTo>
                    <a:pt x="663487" y="159512"/>
                  </a:lnTo>
                  <a:close/>
                </a:path>
                <a:path w="773430" h="244475">
                  <a:moveTo>
                    <a:pt x="667195" y="73025"/>
                  </a:moveTo>
                  <a:lnTo>
                    <a:pt x="634619" y="73025"/>
                  </a:lnTo>
                  <a:lnTo>
                    <a:pt x="639191" y="73914"/>
                  </a:lnTo>
                  <a:lnTo>
                    <a:pt x="643382" y="75819"/>
                  </a:lnTo>
                  <a:lnTo>
                    <a:pt x="647573" y="77597"/>
                  </a:lnTo>
                  <a:lnTo>
                    <a:pt x="651763" y="80391"/>
                  </a:lnTo>
                  <a:lnTo>
                    <a:pt x="655828" y="84200"/>
                  </a:lnTo>
                  <a:lnTo>
                    <a:pt x="667195" y="73025"/>
                  </a:lnTo>
                  <a:close/>
                </a:path>
                <a:path w="773430" h="244475">
                  <a:moveTo>
                    <a:pt x="170942" y="55118"/>
                  </a:moveTo>
                  <a:lnTo>
                    <a:pt x="147193" y="55118"/>
                  </a:lnTo>
                  <a:lnTo>
                    <a:pt x="150023" y="90932"/>
                  </a:lnTo>
                  <a:lnTo>
                    <a:pt x="150114" y="185674"/>
                  </a:lnTo>
                  <a:lnTo>
                    <a:pt x="176149" y="185674"/>
                  </a:lnTo>
                  <a:lnTo>
                    <a:pt x="176149" y="93218"/>
                  </a:lnTo>
                  <a:lnTo>
                    <a:pt x="178181" y="90932"/>
                  </a:lnTo>
                  <a:lnTo>
                    <a:pt x="180212" y="88900"/>
                  </a:lnTo>
                  <a:lnTo>
                    <a:pt x="182499" y="86868"/>
                  </a:lnTo>
                  <a:lnTo>
                    <a:pt x="184657" y="84836"/>
                  </a:lnTo>
                  <a:lnTo>
                    <a:pt x="187071" y="82930"/>
                  </a:lnTo>
                  <a:lnTo>
                    <a:pt x="189865" y="81025"/>
                  </a:lnTo>
                  <a:lnTo>
                    <a:pt x="196087" y="76962"/>
                  </a:lnTo>
                  <a:lnTo>
                    <a:pt x="202565" y="75057"/>
                  </a:lnTo>
                  <a:lnTo>
                    <a:pt x="226779" y="75057"/>
                  </a:lnTo>
                  <a:lnTo>
                    <a:pt x="227706" y="72136"/>
                  </a:lnTo>
                  <a:lnTo>
                    <a:pt x="172720" y="72136"/>
                  </a:lnTo>
                  <a:lnTo>
                    <a:pt x="171087" y="56515"/>
                  </a:lnTo>
                  <a:lnTo>
                    <a:pt x="170993" y="55606"/>
                  </a:lnTo>
                  <a:lnTo>
                    <a:pt x="170942" y="55118"/>
                  </a:lnTo>
                  <a:close/>
                </a:path>
                <a:path w="773430" h="244475">
                  <a:moveTo>
                    <a:pt x="226779" y="75057"/>
                  </a:moveTo>
                  <a:lnTo>
                    <a:pt x="214503" y="75057"/>
                  </a:lnTo>
                  <a:lnTo>
                    <a:pt x="219963" y="75946"/>
                  </a:lnTo>
                  <a:lnTo>
                    <a:pt x="225932" y="77724"/>
                  </a:lnTo>
                  <a:lnTo>
                    <a:pt x="226779" y="75057"/>
                  </a:lnTo>
                  <a:close/>
                </a:path>
                <a:path w="773430" h="244475">
                  <a:moveTo>
                    <a:pt x="220472" y="52070"/>
                  </a:moveTo>
                  <a:lnTo>
                    <a:pt x="213106" y="52070"/>
                  </a:lnTo>
                  <a:lnTo>
                    <a:pt x="206507" y="52470"/>
                  </a:lnTo>
                  <a:lnTo>
                    <a:pt x="172720" y="72136"/>
                  </a:lnTo>
                  <a:lnTo>
                    <a:pt x="227706" y="72136"/>
                  </a:lnTo>
                  <a:lnTo>
                    <a:pt x="232663" y="56515"/>
                  </a:lnTo>
                  <a:lnTo>
                    <a:pt x="227073" y="53657"/>
                  </a:lnTo>
                  <a:lnTo>
                    <a:pt x="227218" y="53657"/>
                  </a:lnTo>
                  <a:lnTo>
                    <a:pt x="220472" y="52070"/>
                  </a:lnTo>
                  <a:close/>
                </a:path>
                <a:path w="773430" h="244475">
                  <a:moveTo>
                    <a:pt x="722503" y="24892"/>
                  </a:moveTo>
                  <a:lnTo>
                    <a:pt x="696594" y="29337"/>
                  </a:lnTo>
                  <a:lnTo>
                    <a:pt x="696594" y="55499"/>
                  </a:lnTo>
                  <a:lnTo>
                    <a:pt x="675132" y="57658"/>
                  </a:lnTo>
                  <a:lnTo>
                    <a:pt x="675132" y="77089"/>
                  </a:lnTo>
                  <a:lnTo>
                    <a:pt x="696594" y="77089"/>
                  </a:lnTo>
                  <a:lnTo>
                    <a:pt x="696594" y="149478"/>
                  </a:lnTo>
                  <a:lnTo>
                    <a:pt x="696981" y="153924"/>
                  </a:lnTo>
                  <a:lnTo>
                    <a:pt x="697103" y="155321"/>
                  </a:lnTo>
                  <a:lnTo>
                    <a:pt x="698246" y="160782"/>
                  </a:lnTo>
                  <a:lnTo>
                    <a:pt x="729107" y="188722"/>
                  </a:lnTo>
                  <a:lnTo>
                    <a:pt x="743331" y="188722"/>
                  </a:lnTo>
                  <a:lnTo>
                    <a:pt x="749046" y="188214"/>
                  </a:lnTo>
                  <a:lnTo>
                    <a:pt x="760730" y="185928"/>
                  </a:lnTo>
                  <a:lnTo>
                    <a:pt x="766826" y="184023"/>
                  </a:lnTo>
                  <a:lnTo>
                    <a:pt x="773176" y="181228"/>
                  </a:lnTo>
                  <a:lnTo>
                    <a:pt x="769685" y="166877"/>
                  </a:lnTo>
                  <a:lnTo>
                    <a:pt x="738759" y="166877"/>
                  </a:lnTo>
                  <a:lnTo>
                    <a:pt x="735507" y="166370"/>
                  </a:lnTo>
                  <a:lnTo>
                    <a:pt x="735005" y="166370"/>
                  </a:lnTo>
                  <a:lnTo>
                    <a:pt x="731901" y="165100"/>
                  </a:lnTo>
                  <a:lnTo>
                    <a:pt x="729107" y="163829"/>
                  </a:lnTo>
                  <a:lnTo>
                    <a:pt x="727075" y="162051"/>
                  </a:lnTo>
                  <a:lnTo>
                    <a:pt x="725678" y="159512"/>
                  </a:lnTo>
                  <a:lnTo>
                    <a:pt x="724281" y="157099"/>
                  </a:lnTo>
                  <a:lnTo>
                    <a:pt x="723392" y="153924"/>
                  </a:lnTo>
                  <a:lnTo>
                    <a:pt x="722630" y="146176"/>
                  </a:lnTo>
                  <a:lnTo>
                    <a:pt x="722503" y="76580"/>
                  </a:lnTo>
                  <a:lnTo>
                    <a:pt x="769874" y="76580"/>
                  </a:lnTo>
                  <a:lnTo>
                    <a:pt x="769874" y="55118"/>
                  </a:lnTo>
                  <a:lnTo>
                    <a:pt x="722503" y="55118"/>
                  </a:lnTo>
                  <a:lnTo>
                    <a:pt x="722503" y="24892"/>
                  </a:lnTo>
                  <a:close/>
                </a:path>
                <a:path w="773430" h="244475">
                  <a:moveTo>
                    <a:pt x="768604" y="162433"/>
                  </a:moveTo>
                  <a:lnTo>
                    <a:pt x="759713" y="165353"/>
                  </a:lnTo>
                  <a:lnTo>
                    <a:pt x="751332" y="166877"/>
                  </a:lnTo>
                  <a:lnTo>
                    <a:pt x="769685" y="166877"/>
                  </a:lnTo>
                  <a:lnTo>
                    <a:pt x="768604" y="162433"/>
                  </a:lnTo>
                  <a:close/>
                </a:path>
                <a:path w="773430" h="244475">
                  <a:moveTo>
                    <a:pt x="63246" y="0"/>
                  </a:moveTo>
                  <a:lnTo>
                    <a:pt x="0" y="0"/>
                  </a:lnTo>
                  <a:lnTo>
                    <a:pt x="0" y="185674"/>
                  </a:lnTo>
                  <a:lnTo>
                    <a:pt x="26035" y="185674"/>
                  </a:lnTo>
                  <a:lnTo>
                    <a:pt x="26035" y="114935"/>
                  </a:lnTo>
                  <a:lnTo>
                    <a:pt x="76073" y="114935"/>
                  </a:lnTo>
                  <a:lnTo>
                    <a:pt x="109982" y="99441"/>
                  </a:lnTo>
                  <a:lnTo>
                    <a:pt x="115189" y="94234"/>
                  </a:lnTo>
                  <a:lnTo>
                    <a:pt x="116267" y="92583"/>
                  </a:lnTo>
                  <a:lnTo>
                    <a:pt x="26035" y="92583"/>
                  </a:lnTo>
                  <a:lnTo>
                    <a:pt x="26035" y="22860"/>
                  </a:lnTo>
                  <a:lnTo>
                    <a:pt x="117981" y="22860"/>
                  </a:lnTo>
                  <a:lnTo>
                    <a:pt x="117417" y="21778"/>
                  </a:lnTo>
                  <a:lnTo>
                    <a:pt x="110490" y="13970"/>
                  </a:lnTo>
                  <a:lnTo>
                    <a:pt x="101536" y="7822"/>
                  </a:lnTo>
                  <a:lnTo>
                    <a:pt x="90678" y="3460"/>
                  </a:lnTo>
                  <a:lnTo>
                    <a:pt x="77914" y="861"/>
                  </a:lnTo>
                  <a:lnTo>
                    <a:pt x="63246" y="0"/>
                  </a:lnTo>
                  <a:close/>
                </a:path>
                <a:path w="773430" h="244475">
                  <a:moveTo>
                    <a:pt x="117981" y="22860"/>
                  </a:moveTo>
                  <a:lnTo>
                    <a:pt x="69215" y="22860"/>
                  </a:lnTo>
                  <a:lnTo>
                    <a:pt x="73914" y="23495"/>
                  </a:lnTo>
                  <a:lnTo>
                    <a:pt x="78359" y="24765"/>
                  </a:lnTo>
                  <a:lnTo>
                    <a:pt x="97282" y="40767"/>
                  </a:lnTo>
                  <a:lnTo>
                    <a:pt x="99187" y="44830"/>
                  </a:lnTo>
                  <a:lnTo>
                    <a:pt x="100076" y="49784"/>
                  </a:lnTo>
                  <a:lnTo>
                    <a:pt x="100076" y="55499"/>
                  </a:lnTo>
                  <a:lnTo>
                    <a:pt x="78771" y="90392"/>
                  </a:lnTo>
                  <a:lnTo>
                    <a:pt x="64008" y="92583"/>
                  </a:lnTo>
                  <a:lnTo>
                    <a:pt x="116267" y="92583"/>
                  </a:lnTo>
                  <a:lnTo>
                    <a:pt x="126360" y="55499"/>
                  </a:lnTo>
                  <a:lnTo>
                    <a:pt x="125366" y="42491"/>
                  </a:lnTo>
                  <a:lnTo>
                    <a:pt x="122380" y="31289"/>
                  </a:lnTo>
                  <a:lnTo>
                    <a:pt x="117981" y="22860"/>
                  </a:lnTo>
                  <a:close/>
                </a:path>
                <a:path w="773430" h="244475">
                  <a:moveTo>
                    <a:pt x="410463" y="3048"/>
                  </a:moveTo>
                  <a:lnTo>
                    <a:pt x="384048" y="3048"/>
                  </a:lnTo>
                  <a:lnTo>
                    <a:pt x="384048" y="29972"/>
                  </a:lnTo>
                  <a:lnTo>
                    <a:pt x="410463" y="29972"/>
                  </a:lnTo>
                  <a:lnTo>
                    <a:pt x="410463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4829" y="162305"/>
              <a:ext cx="4302760" cy="25400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51892" y="614526"/>
            <a:ext cx="6671945" cy="260858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0">
                <a:latin typeface="Arial MT"/>
                <a:cs typeface="Arial MT"/>
              </a:rPr>
              <a:t>Regarding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90">
                <a:latin typeface="Arial MT"/>
                <a:cs typeface="Arial MT"/>
              </a:rPr>
              <a:t>management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development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specific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65">
                <a:latin typeface="Arial MT"/>
                <a:cs typeface="Arial MT"/>
              </a:rPr>
              <a:t>project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objectives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this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clause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Assign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responsibilities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regarding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project’s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activities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Plan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activities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Create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case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Perform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assessment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Release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post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development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4514" y="3381607"/>
            <a:ext cx="5650103" cy="32876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504300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740486"/>
            <a:ext cx="7198359" cy="5433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planning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integrated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synchronized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existing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project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75">
                <a:latin typeface="Arial MT"/>
                <a:cs typeface="Arial MT"/>
              </a:rPr>
              <a:t>planning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Contents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plan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0">
                <a:latin typeface="Arial MT"/>
                <a:cs typeface="Arial MT"/>
              </a:rPr>
              <a:t>Defines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45">
                <a:latin typeface="Arial MT"/>
                <a:cs typeface="Arial MT"/>
              </a:rPr>
              <a:t>Objective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each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activity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65">
                <a:latin typeface="Arial MT"/>
                <a:cs typeface="Arial MT"/>
              </a:rPr>
              <a:t>Scope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dependencies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other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information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60">
                <a:latin typeface="Arial MT"/>
                <a:cs typeface="Arial MT"/>
              </a:rPr>
              <a:t>Tailored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activities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Assignment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personnel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responsibilities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roles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Required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resources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performing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activity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Starting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point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end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point,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expected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duration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activity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Development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implementation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Verification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(CAL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dependent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methods)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Identification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work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products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produced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Plus,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all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plan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product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05">
                <a:latin typeface="Arial MT"/>
                <a:cs typeface="Arial MT"/>
              </a:rPr>
              <a:t>life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cycle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5021440" cy="2540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1892" y="614526"/>
            <a:ext cx="6330315" cy="212725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each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responsible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person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must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assigned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responsible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person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must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competent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assigned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task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Persons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assigned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roles,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defined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organizational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management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Important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part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plan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6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dirty="0" sz="1400" spc="-20">
                <a:latin typeface="Arial MT"/>
                <a:cs typeface="Arial MT"/>
              </a:rPr>
              <a:t>e.g)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218871" y="2771394"/>
          <a:ext cx="8583295" cy="152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/>
                <a:gridCol w="1196975"/>
                <a:gridCol w="2460625"/>
                <a:gridCol w="2533650"/>
                <a:gridCol w="1479550"/>
              </a:tblGrid>
              <a:tr h="5880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 spc="-1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Company/Department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 spc="-1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Expertise,</a:t>
                      </a:r>
                      <a:r>
                        <a:rPr dirty="0" sz="16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9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Competences,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Remarks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Contact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XXX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035" marR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125">
                          <a:latin typeface="Arial MT"/>
                          <a:cs typeface="Arial MT"/>
                        </a:rPr>
                        <a:t>Cybersecurit </a:t>
                      </a:r>
                      <a:r>
                        <a:rPr dirty="0" sz="1400" spc="-135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1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 indent="-87630">
                        <a:lnSpc>
                          <a:spcPct val="100000"/>
                        </a:lnSpc>
                        <a:spcBef>
                          <a:spcPts val="295"/>
                        </a:spcBef>
                        <a:buChar char="•"/>
                        <a:tabLst>
                          <a:tab pos="185420" algn="l"/>
                        </a:tabLst>
                      </a:pPr>
                      <a:r>
                        <a:rPr dirty="0" sz="1400" spc="-140">
                          <a:latin typeface="Arial MT"/>
                          <a:cs typeface="Arial MT"/>
                        </a:rPr>
                        <a:t>Cyber</a:t>
                      </a:r>
                      <a:r>
                        <a:rPr dirty="0" sz="1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20">
                          <a:latin typeface="Arial MT"/>
                          <a:cs typeface="Arial MT"/>
                        </a:rPr>
                        <a:t>Security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55"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Unit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 marR="563245" indent="-87630">
                        <a:lnSpc>
                          <a:spcPct val="100000"/>
                        </a:lnSpc>
                        <a:spcBef>
                          <a:spcPts val="295"/>
                        </a:spcBef>
                        <a:buChar char="•"/>
                        <a:tabLst>
                          <a:tab pos="210185" algn="l"/>
                        </a:tabLst>
                      </a:pPr>
                      <a:r>
                        <a:rPr dirty="0" sz="1400" spc="-150">
                          <a:latin typeface="Arial MT"/>
                          <a:cs typeface="Arial MT"/>
                        </a:rPr>
                        <a:t>10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35">
                          <a:latin typeface="Arial MT"/>
                          <a:cs typeface="Arial MT"/>
                        </a:rPr>
                        <a:t>years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3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400" spc="-125">
                          <a:latin typeface="Arial MT"/>
                          <a:cs typeface="Arial MT"/>
                        </a:rPr>
                        <a:t>cybersecurity</a:t>
                      </a:r>
                      <a:r>
                        <a:rPr dirty="0" sz="14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management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08915" marR="200660" indent="-87630">
                        <a:lnSpc>
                          <a:spcPct val="100000"/>
                        </a:lnSpc>
                        <a:buChar char="•"/>
                        <a:tabLst>
                          <a:tab pos="210185" algn="l"/>
                        </a:tabLst>
                      </a:pPr>
                      <a:r>
                        <a:rPr dirty="0" sz="1400" spc="-150">
                          <a:latin typeface="Arial MT"/>
                          <a:cs typeface="Arial MT"/>
                        </a:rPr>
                        <a:t>ISO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45">
                          <a:latin typeface="Arial MT"/>
                          <a:cs typeface="Arial MT"/>
                        </a:rPr>
                        <a:t>21434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3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1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5">
                          <a:latin typeface="Arial MT"/>
                          <a:cs typeface="Arial MT"/>
                        </a:rPr>
                        <a:t>various </a:t>
                      </a:r>
                      <a:r>
                        <a:rPr dirty="0" sz="1400" spc="-105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project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•</a:t>
                      </a:r>
                      <a:r>
                        <a:rPr dirty="0" sz="1400" spc="-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55">
                          <a:latin typeface="Arial MT"/>
                          <a:cs typeface="Arial MT"/>
                        </a:rPr>
                        <a:t>+82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305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95910" indent="-87630">
                        <a:lnSpc>
                          <a:spcPct val="100000"/>
                        </a:lnSpc>
                        <a:buChar char="•"/>
                        <a:tabLst>
                          <a:tab pos="295910" algn="l"/>
                        </a:tabLst>
                      </a:pPr>
                      <a:r>
                        <a:rPr dirty="0" sz="1400" spc="-65">
                          <a:latin typeface="Arial MT"/>
                          <a:cs typeface="Arial MT"/>
                          <a:hlinkClick r:id="rId6"/>
                        </a:rPr>
                        <a:t>xxx#@lge.com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1" name="object 11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627" y="162305"/>
              <a:ext cx="3918381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7871459" cy="288480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Rationale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must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provided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each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tailoring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activity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has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been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omitted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or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activity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performed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different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manner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than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previously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described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125">
                <a:latin typeface="Arial MT"/>
                <a:cs typeface="Arial MT"/>
              </a:rPr>
              <a:t>*Activities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which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are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performed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another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entity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not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seen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tailored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Rationales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tailored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processes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also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work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products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(one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evidence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assessment)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600">
              <a:latin typeface="Arial MT"/>
              <a:cs typeface="Arial MT"/>
            </a:endParaRPr>
          </a:p>
          <a:p>
            <a:pPr marL="211454">
              <a:lnSpc>
                <a:spcPct val="100000"/>
              </a:lnSpc>
              <a:spcBef>
                <a:spcPts val="5"/>
              </a:spcBef>
            </a:pPr>
            <a:r>
              <a:rPr dirty="0" sz="1400" spc="-20">
                <a:latin typeface="Arial MT"/>
                <a:cs typeface="Arial MT"/>
              </a:rPr>
              <a:t>e.g)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6051" y="3645408"/>
            <a:ext cx="1702435" cy="647700"/>
          </a:xfrm>
          <a:custGeom>
            <a:avLst/>
            <a:gdLst/>
            <a:ahLst/>
            <a:cxnLst/>
            <a:rect l="l" t="t" r="r" b="b"/>
            <a:pathLst>
              <a:path w="1702435" h="647700">
                <a:moveTo>
                  <a:pt x="0" y="0"/>
                </a:moveTo>
                <a:lnTo>
                  <a:pt x="1378458" y="0"/>
                </a:lnTo>
                <a:lnTo>
                  <a:pt x="1702308" y="323850"/>
                </a:lnTo>
                <a:lnTo>
                  <a:pt x="137845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85317" y="3771392"/>
            <a:ext cx="12007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Definition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item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and </a:t>
            </a:r>
            <a:r>
              <a:rPr dirty="0" sz="1200" spc="-114">
                <a:latin typeface="Arial MT"/>
                <a:cs typeface="Arial MT"/>
              </a:rPr>
              <a:t>Cybersecurity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35">
                <a:latin typeface="Arial MT"/>
                <a:cs typeface="Arial MT"/>
              </a:rPr>
              <a:t>goals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218944" y="3645408"/>
            <a:ext cx="1702435" cy="647700"/>
          </a:xfrm>
          <a:custGeom>
            <a:avLst/>
            <a:gdLst/>
            <a:ahLst/>
            <a:cxnLst/>
            <a:rect l="l" t="t" r="r" b="b"/>
            <a:pathLst>
              <a:path w="1702435" h="647700">
                <a:moveTo>
                  <a:pt x="0" y="0"/>
                </a:moveTo>
                <a:lnTo>
                  <a:pt x="1378458" y="0"/>
                </a:lnTo>
                <a:lnTo>
                  <a:pt x="1702308" y="323850"/>
                </a:lnTo>
                <a:lnTo>
                  <a:pt x="137845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301367" y="3679952"/>
            <a:ext cx="13754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Specification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of </a:t>
            </a:r>
            <a:r>
              <a:rPr dirty="0" sz="1200" spc="-40">
                <a:latin typeface="Arial MT"/>
                <a:cs typeface="Arial MT"/>
              </a:rPr>
              <a:t>Cybersecurity </a:t>
            </a:r>
            <a:r>
              <a:rPr dirty="0" sz="1200" spc="-114">
                <a:latin typeface="Arial MT"/>
                <a:cs typeface="Arial MT"/>
              </a:rPr>
              <a:t>requirements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50">
                <a:latin typeface="Arial MT"/>
                <a:cs typeface="Arial MT"/>
              </a:rPr>
              <a:t>&amp;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Concept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026408" y="3645408"/>
            <a:ext cx="1704339" cy="647700"/>
          </a:xfrm>
          <a:custGeom>
            <a:avLst/>
            <a:gdLst/>
            <a:ahLst/>
            <a:cxnLst/>
            <a:rect l="l" t="t" r="r" b="b"/>
            <a:pathLst>
              <a:path w="1704339" h="647700">
                <a:moveTo>
                  <a:pt x="0" y="0"/>
                </a:moveTo>
                <a:lnTo>
                  <a:pt x="1379981" y="0"/>
                </a:lnTo>
                <a:lnTo>
                  <a:pt x="1703831" y="323850"/>
                </a:lnTo>
                <a:lnTo>
                  <a:pt x="1379981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242308" y="3771392"/>
            <a:ext cx="1109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Specification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of </a:t>
            </a:r>
            <a:r>
              <a:rPr dirty="0" sz="1200" spc="-100">
                <a:latin typeface="Arial MT"/>
                <a:cs typeface="Arial MT"/>
              </a:rPr>
              <a:t>architectural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design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835396" y="3645408"/>
            <a:ext cx="1702435" cy="647700"/>
          </a:xfrm>
          <a:custGeom>
            <a:avLst/>
            <a:gdLst/>
            <a:ahLst/>
            <a:cxnLst/>
            <a:rect l="l" t="t" r="r" b="b"/>
            <a:pathLst>
              <a:path w="1702434" h="647700">
                <a:moveTo>
                  <a:pt x="0" y="0"/>
                </a:moveTo>
                <a:lnTo>
                  <a:pt x="1378457" y="0"/>
                </a:lnTo>
                <a:lnTo>
                  <a:pt x="1702307" y="323850"/>
                </a:lnTo>
                <a:lnTo>
                  <a:pt x="1378457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942203" y="3862832"/>
            <a:ext cx="1327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5">
                <a:latin typeface="Arial MT"/>
                <a:cs typeface="Arial MT"/>
              </a:rPr>
              <a:t>Development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Design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642859" y="3645408"/>
            <a:ext cx="1702435" cy="647700"/>
          </a:xfrm>
          <a:custGeom>
            <a:avLst/>
            <a:gdLst/>
            <a:ahLst/>
            <a:cxnLst/>
            <a:rect l="l" t="t" r="r" b="b"/>
            <a:pathLst>
              <a:path w="1702434" h="647700">
                <a:moveTo>
                  <a:pt x="0" y="0"/>
                </a:moveTo>
                <a:lnTo>
                  <a:pt x="1378458" y="0"/>
                </a:lnTo>
                <a:lnTo>
                  <a:pt x="1702308" y="323850"/>
                </a:lnTo>
                <a:lnTo>
                  <a:pt x="137845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8094980" y="3862832"/>
            <a:ext cx="6388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Verification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95401" y="4468114"/>
            <a:ext cx="153733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95"/>
              </a:spcBef>
              <a:buChar char="•"/>
              <a:tabLst>
                <a:tab pos="99695" algn="l"/>
              </a:tabLst>
            </a:pPr>
            <a:r>
              <a:rPr dirty="0" sz="1000" spc="-85">
                <a:latin typeface="Arial MT"/>
                <a:cs typeface="Arial MT"/>
              </a:rPr>
              <a:t>Definition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Item</a:t>
            </a:r>
            <a:endParaRPr sz="1000">
              <a:latin typeface="Arial MT"/>
              <a:cs typeface="Arial MT"/>
            </a:endParaRPr>
          </a:p>
          <a:p>
            <a:pPr marL="99060" marR="5080" indent="-86995">
              <a:lnSpc>
                <a:spcPct val="100000"/>
              </a:lnSpc>
              <a:buChar char="•"/>
              <a:tabLst>
                <a:tab pos="100965" algn="l"/>
              </a:tabLst>
            </a:pPr>
            <a:r>
              <a:rPr dirty="0" sz="1000" spc="-95">
                <a:latin typeface="Arial MT"/>
                <a:cs typeface="Arial MT"/>
              </a:rPr>
              <a:t>Determination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Cybersecurity</a:t>
            </a:r>
            <a:r>
              <a:rPr dirty="0" sz="1000" spc="-20">
                <a:latin typeface="Arial MT"/>
                <a:cs typeface="Arial MT"/>
              </a:rPr>
              <a:t> 	Goals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298319" y="4468114"/>
            <a:ext cx="132397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95"/>
              </a:spcBef>
              <a:buChar char="•"/>
              <a:tabLst>
                <a:tab pos="99695" algn="l"/>
              </a:tabLst>
            </a:pPr>
            <a:r>
              <a:rPr dirty="0" sz="1000" spc="-110">
                <a:latin typeface="Arial MT"/>
                <a:cs typeface="Arial MT"/>
              </a:rPr>
              <a:t>High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Level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  <a:p>
            <a:pPr marL="99060" marR="5080" indent="-86995">
              <a:lnSpc>
                <a:spcPct val="100000"/>
              </a:lnSpc>
              <a:buChar char="•"/>
              <a:tabLst>
                <a:tab pos="100965" algn="l"/>
              </a:tabLst>
            </a:pPr>
            <a:r>
              <a:rPr dirty="0" sz="1000" spc="-85">
                <a:latin typeface="Arial MT"/>
                <a:cs typeface="Arial MT"/>
              </a:rPr>
              <a:t>Definition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Cybersecurity</a:t>
            </a:r>
            <a:r>
              <a:rPr dirty="0" sz="1000" spc="-10">
                <a:latin typeface="Arial MT"/>
                <a:cs typeface="Arial MT"/>
              </a:rPr>
              <a:t> 	Concept</a:t>
            </a:r>
            <a:endParaRPr sz="1000">
              <a:latin typeface="Arial MT"/>
              <a:cs typeface="Arial MT"/>
            </a:endParaRPr>
          </a:p>
          <a:p>
            <a:pPr marL="99695" indent="-86995">
              <a:lnSpc>
                <a:spcPct val="100000"/>
              </a:lnSpc>
              <a:buChar char="•"/>
              <a:tabLst>
                <a:tab pos="99695" algn="l"/>
              </a:tabLst>
            </a:pPr>
            <a:r>
              <a:rPr dirty="0" sz="1000" spc="-110">
                <a:latin typeface="Arial MT"/>
                <a:cs typeface="Arial MT"/>
              </a:rPr>
              <a:t>Hardware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  <a:p>
            <a:pPr marL="99695" indent="-86995">
              <a:lnSpc>
                <a:spcPct val="100000"/>
              </a:lnSpc>
              <a:buChar char="•"/>
              <a:tabLst>
                <a:tab pos="99695" algn="l"/>
              </a:tabLst>
            </a:pPr>
            <a:r>
              <a:rPr dirty="0" sz="1000" spc="-85">
                <a:latin typeface="Arial MT"/>
                <a:cs typeface="Arial MT"/>
              </a:rPr>
              <a:t>Definition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Interfaces</a:t>
            </a:r>
            <a:endParaRPr sz="1000">
              <a:latin typeface="Arial MT"/>
              <a:cs typeface="Arial MT"/>
            </a:endParaRPr>
          </a:p>
          <a:p>
            <a:pPr marL="99695" indent="-86995">
              <a:lnSpc>
                <a:spcPct val="100000"/>
              </a:lnSpc>
              <a:buChar char="•"/>
              <a:tabLst>
                <a:tab pos="99695" algn="l"/>
              </a:tabLst>
            </a:pPr>
            <a:r>
              <a:rPr dirty="0" sz="1000" spc="-100">
                <a:latin typeface="Arial MT"/>
                <a:cs typeface="Arial MT"/>
              </a:rPr>
              <a:t>Software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106417" y="4468114"/>
            <a:ext cx="11391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95"/>
              </a:spcBef>
              <a:buChar char="•"/>
              <a:tabLst>
                <a:tab pos="99695" algn="l"/>
              </a:tabLst>
            </a:pPr>
            <a:r>
              <a:rPr dirty="0" sz="1000" spc="-85">
                <a:solidFill>
                  <a:srgbClr val="FF0000"/>
                </a:solidFill>
                <a:latin typeface="Arial MT"/>
                <a:cs typeface="Arial MT"/>
              </a:rPr>
              <a:t>Definition</a:t>
            </a:r>
            <a:r>
              <a:rPr dirty="0" sz="10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000" spc="-75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0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000" spc="-90">
                <a:solidFill>
                  <a:srgbClr val="FF0000"/>
                </a:solidFill>
                <a:latin typeface="Arial MT"/>
                <a:cs typeface="Arial MT"/>
              </a:rPr>
              <a:t>Hardware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118483" y="4574285"/>
            <a:ext cx="1114425" cy="6350"/>
          </a:xfrm>
          <a:custGeom>
            <a:avLst/>
            <a:gdLst/>
            <a:ahLst/>
            <a:cxnLst/>
            <a:rect l="l" t="t" r="r" b="b"/>
            <a:pathLst>
              <a:path w="1114425" h="6350">
                <a:moveTo>
                  <a:pt x="1114043" y="0"/>
                </a:moveTo>
                <a:lnTo>
                  <a:pt x="0" y="0"/>
                </a:lnTo>
                <a:lnTo>
                  <a:pt x="0" y="6095"/>
                </a:lnTo>
                <a:lnTo>
                  <a:pt x="1114043" y="6095"/>
                </a:lnTo>
                <a:lnTo>
                  <a:pt x="1114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194809" y="4620514"/>
            <a:ext cx="579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FF0000"/>
                </a:solidFill>
                <a:latin typeface="Arial MT"/>
                <a:cs typeface="Arial MT"/>
              </a:rPr>
              <a:t>Architecture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4206875" y="4726685"/>
            <a:ext cx="554990" cy="6350"/>
          </a:xfrm>
          <a:custGeom>
            <a:avLst/>
            <a:gdLst/>
            <a:ahLst/>
            <a:cxnLst/>
            <a:rect l="l" t="t" r="r" b="b"/>
            <a:pathLst>
              <a:path w="554989" h="6350">
                <a:moveTo>
                  <a:pt x="554736" y="0"/>
                </a:moveTo>
                <a:lnTo>
                  <a:pt x="0" y="0"/>
                </a:lnTo>
                <a:lnTo>
                  <a:pt x="0" y="6095"/>
                </a:lnTo>
                <a:lnTo>
                  <a:pt x="554736" y="6095"/>
                </a:lnTo>
                <a:lnTo>
                  <a:pt x="5547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106417" y="4772914"/>
            <a:ext cx="10979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95"/>
              </a:spcBef>
              <a:buChar char="•"/>
              <a:tabLst>
                <a:tab pos="99695" algn="l"/>
              </a:tabLst>
            </a:pPr>
            <a:r>
              <a:rPr dirty="0" sz="1000" spc="-85">
                <a:latin typeface="Arial MT"/>
                <a:cs typeface="Arial MT"/>
              </a:rPr>
              <a:t>Definition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Software</a:t>
            </a:r>
            <a:endParaRPr sz="1000">
              <a:latin typeface="Arial MT"/>
              <a:cs typeface="Arial MT"/>
            </a:endParaRPr>
          </a:p>
          <a:p>
            <a:pPr marL="100965">
              <a:lnSpc>
                <a:spcPct val="100000"/>
              </a:lnSpc>
            </a:pPr>
            <a:r>
              <a:rPr dirty="0" sz="1000" spc="-10">
                <a:latin typeface="Arial MT"/>
                <a:cs typeface="Arial MT"/>
              </a:rPr>
              <a:t>Architecture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914771" y="4468114"/>
            <a:ext cx="137985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95"/>
              </a:spcBef>
              <a:buChar char="•"/>
              <a:tabLst>
                <a:tab pos="100965" algn="l"/>
              </a:tabLst>
            </a:pPr>
            <a:r>
              <a:rPr dirty="0" sz="1000" spc="-105">
                <a:latin typeface="Arial MT"/>
                <a:cs typeface="Arial MT"/>
              </a:rPr>
              <a:t>Development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/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Extension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of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 spc="-110">
                <a:latin typeface="Arial MT"/>
                <a:cs typeface="Arial MT"/>
              </a:rPr>
              <a:t>Hardware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  <a:p>
            <a:pPr marL="99695" indent="-86995">
              <a:lnSpc>
                <a:spcPct val="100000"/>
              </a:lnSpc>
              <a:buChar char="•"/>
              <a:tabLst>
                <a:tab pos="99695" algn="l"/>
              </a:tabLst>
            </a:pPr>
            <a:r>
              <a:rPr dirty="0" sz="1000" spc="-105">
                <a:latin typeface="Arial MT"/>
                <a:cs typeface="Arial MT"/>
              </a:rPr>
              <a:t>Development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Software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722869" y="4468114"/>
            <a:ext cx="105029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95"/>
              </a:spcBef>
              <a:buChar char="•"/>
              <a:tabLst>
                <a:tab pos="99695" algn="l"/>
              </a:tabLst>
            </a:pPr>
            <a:r>
              <a:rPr dirty="0" sz="1000" spc="-85">
                <a:latin typeface="Arial MT"/>
                <a:cs typeface="Arial MT"/>
              </a:rPr>
              <a:t>Vulnerability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Testing</a:t>
            </a:r>
            <a:endParaRPr sz="1000">
              <a:latin typeface="Arial MT"/>
              <a:cs typeface="Arial MT"/>
            </a:endParaRPr>
          </a:p>
          <a:p>
            <a:pPr marL="99695" indent="-86995">
              <a:lnSpc>
                <a:spcPct val="100000"/>
              </a:lnSpc>
              <a:buChar char="•"/>
              <a:tabLst>
                <a:tab pos="99695" algn="l"/>
              </a:tabLst>
            </a:pPr>
            <a:r>
              <a:rPr dirty="0" sz="1000" spc="-105">
                <a:latin typeface="Arial MT"/>
                <a:cs typeface="Arial MT"/>
              </a:rPr>
              <a:t>Fuzz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Test</a:t>
            </a:r>
            <a:endParaRPr sz="1000">
              <a:latin typeface="Arial MT"/>
              <a:cs typeface="Arial MT"/>
            </a:endParaRPr>
          </a:p>
          <a:p>
            <a:pPr marL="99695" indent="-86995">
              <a:lnSpc>
                <a:spcPct val="100000"/>
              </a:lnSpc>
              <a:buChar char="•"/>
              <a:tabLst>
                <a:tab pos="99695" algn="l"/>
              </a:tabLst>
            </a:pPr>
            <a:r>
              <a:rPr dirty="0" sz="1000" spc="-95">
                <a:latin typeface="Arial MT"/>
                <a:cs typeface="Arial MT"/>
              </a:rPr>
              <a:t>Penetration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Test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4305300" y="5445252"/>
            <a:ext cx="2016760" cy="719455"/>
          </a:xfrm>
          <a:custGeom>
            <a:avLst/>
            <a:gdLst/>
            <a:ahLst/>
            <a:cxnLst/>
            <a:rect l="l" t="t" r="r" b="b"/>
            <a:pathLst>
              <a:path w="2016760" h="719454">
                <a:moveTo>
                  <a:pt x="1896364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8"/>
                </a:lnTo>
                <a:lnTo>
                  <a:pt x="0" y="599440"/>
                </a:lnTo>
                <a:lnTo>
                  <a:pt x="9427" y="646102"/>
                </a:lnTo>
                <a:lnTo>
                  <a:pt x="35131" y="684210"/>
                </a:lnTo>
                <a:lnTo>
                  <a:pt x="73241" y="709905"/>
                </a:lnTo>
                <a:lnTo>
                  <a:pt x="119887" y="719328"/>
                </a:lnTo>
                <a:lnTo>
                  <a:pt x="1896364" y="719328"/>
                </a:lnTo>
                <a:lnTo>
                  <a:pt x="1943010" y="709905"/>
                </a:lnTo>
                <a:lnTo>
                  <a:pt x="1981120" y="684210"/>
                </a:lnTo>
                <a:lnTo>
                  <a:pt x="2006824" y="646102"/>
                </a:lnTo>
                <a:lnTo>
                  <a:pt x="2016252" y="599440"/>
                </a:lnTo>
                <a:lnTo>
                  <a:pt x="2016252" y="119888"/>
                </a:lnTo>
                <a:lnTo>
                  <a:pt x="2006824" y="73241"/>
                </a:lnTo>
                <a:lnTo>
                  <a:pt x="1981120" y="35131"/>
                </a:lnTo>
                <a:lnTo>
                  <a:pt x="1943010" y="9427"/>
                </a:lnTo>
                <a:lnTo>
                  <a:pt x="1896364" y="0"/>
                </a:lnTo>
                <a:close/>
              </a:path>
            </a:pathLst>
          </a:custGeom>
          <a:solidFill>
            <a:srgbClr val="C2F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4419346" y="5516676"/>
            <a:ext cx="17760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solidFill>
                  <a:srgbClr val="0000CC"/>
                </a:solidFill>
                <a:latin typeface="Arial MT"/>
                <a:cs typeface="Arial MT"/>
              </a:rPr>
              <a:t>Activity</a:t>
            </a:r>
            <a:r>
              <a:rPr dirty="0" sz="1200" spc="-6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200" spc="-85">
                <a:solidFill>
                  <a:srgbClr val="0000CC"/>
                </a:solidFill>
                <a:latin typeface="Arial MT"/>
                <a:cs typeface="Arial MT"/>
              </a:rPr>
              <a:t>is</a:t>
            </a:r>
            <a:r>
              <a:rPr dirty="0" sz="1200" spc="-4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000CC"/>
                </a:solidFill>
                <a:latin typeface="Arial MT"/>
                <a:cs typeface="Arial MT"/>
              </a:rPr>
              <a:t>omitted.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spc="-190">
                <a:latin typeface="Arial MT"/>
                <a:cs typeface="Arial MT"/>
              </a:rPr>
              <a:t>HW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architectural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design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not </a:t>
            </a:r>
            <a:r>
              <a:rPr dirty="0" sz="1200" spc="-120">
                <a:latin typeface="Arial MT"/>
                <a:cs typeface="Arial MT"/>
              </a:rPr>
              <a:t>necessary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due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simple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design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3925570" y="4574794"/>
            <a:ext cx="368935" cy="1202690"/>
          </a:xfrm>
          <a:custGeom>
            <a:avLst/>
            <a:gdLst/>
            <a:ahLst/>
            <a:cxnLst/>
            <a:rect l="l" t="t" r="r" b="b"/>
            <a:pathLst>
              <a:path w="368935" h="1202689">
                <a:moveTo>
                  <a:pt x="292607" y="1126477"/>
                </a:moveTo>
                <a:lnTo>
                  <a:pt x="292607" y="1202677"/>
                </a:lnTo>
                <a:lnTo>
                  <a:pt x="356107" y="1170927"/>
                </a:lnTo>
                <a:lnTo>
                  <a:pt x="305307" y="1170927"/>
                </a:lnTo>
                <a:lnTo>
                  <a:pt x="305307" y="1158227"/>
                </a:lnTo>
                <a:lnTo>
                  <a:pt x="356107" y="1158227"/>
                </a:lnTo>
                <a:lnTo>
                  <a:pt x="292607" y="1126477"/>
                </a:lnTo>
                <a:close/>
              </a:path>
              <a:path w="368935" h="1202689">
                <a:moveTo>
                  <a:pt x="234950" y="0"/>
                </a:moveTo>
                <a:lnTo>
                  <a:pt x="2793" y="0"/>
                </a:lnTo>
                <a:lnTo>
                  <a:pt x="0" y="2793"/>
                </a:lnTo>
                <a:lnTo>
                  <a:pt x="0" y="1168082"/>
                </a:lnTo>
                <a:lnTo>
                  <a:pt x="2793" y="1170927"/>
                </a:lnTo>
                <a:lnTo>
                  <a:pt x="292607" y="1170927"/>
                </a:lnTo>
                <a:lnTo>
                  <a:pt x="292607" y="1164577"/>
                </a:lnTo>
                <a:lnTo>
                  <a:pt x="12700" y="1164577"/>
                </a:lnTo>
                <a:lnTo>
                  <a:pt x="6350" y="1158227"/>
                </a:lnTo>
                <a:lnTo>
                  <a:pt x="12700" y="1158227"/>
                </a:lnTo>
                <a:lnTo>
                  <a:pt x="12700" y="12699"/>
                </a:lnTo>
                <a:lnTo>
                  <a:pt x="6350" y="12699"/>
                </a:lnTo>
                <a:lnTo>
                  <a:pt x="12700" y="6349"/>
                </a:lnTo>
                <a:lnTo>
                  <a:pt x="234950" y="6349"/>
                </a:lnTo>
                <a:lnTo>
                  <a:pt x="234950" y="0"/>
                </a:lnTo>
                <a:close/>
              </a:path>
              <a:path w="368935" h="1202689">
                <a:moveTo>
                  <a:pt x="356107" y="1158227"/>
                </a:moveTo>
                <a:lnTo>
                  <a:pt x="305307" y="1158227"/>
                </a:lnTo>
                <a:lnTo>
                  <a:pt x="305307" y="1170927"/>
                </a:lnTo>
                <a:lnTo>
                  <a:pt x="356107" y="1170927"/>
                </a:lnTo>
                <a:lnTo>
                  <a:pt x="368807" y="1164577"/>
                </a:lnTo>
                <a:lnTo>
                  <a:pt x="356107" y="1158227"/>
                </a:lnTo>
                <a:close/>
              </a:path>
              <a:path w="368935" h="1202689">
                <a:moveTo>
                  <a:pt x="12700" y="1158227"/>
                </a:moveTo>
                <a:lnTo>
                  <a:pt x="6350" y="1158227"/>
                </a:lnTo>
                <a:lnTo>
                  <a:pt x="12700" y="1164577"/>
                </a:lnTo>
                <a:lnTo>
                  <a:pt x="12700" y="1158227"/>
                </a:lnTo>
                <a:close/>
              </a:path>
              <a:path w="368935" h="1202689">
                <a:moveTo>
                  <a:pt x="292607" y="1158227"/>
                </a:moveTo>
                <a:lnTo>
                  <a:pt x="12700" y="1158227"/>
                </a:lnTo>
                <a:lnTo>
                  <a:pt x="12700" y="1164577"/>
                </a:lnTo>
                <a:lnTo>
                  <a:pt x="292607" y="1164577"/>
                </a:lnTo>
                <a:lnTo>
                  <a:pt x="292607" y="1158227"/>
                </a:lnTo>
                <a:close/>
              </a:path>
              <a:path w="368935" h="1202689">
                <a:moveTo>
                  <a:pt x="12700" y="6349"/>
                </a:moveTo>
                <a:lnTo>
                  <a:pt x="6350" y="12699"/>
                </a:lnTo>
                <a:lnTo>
                  <a:pt x="12700" y="12699"/>
                </a:lnTo>
                <a:lnTo>
                  <a:pt x="12700" y="6349"/>
                </a:lnTo>
                <a:close/>
              </a:path>
              <a:path w="368935" h="1202689">
                <a:moveTo>
                  <a:pt x="234950" y="6349"/>
                </a:moveTo>
                <a:lnTo>
                  <a:pt x="12700" y="6349"/>
                </a:lnTo>
                <a:lnTo>
                  <a:pt x="12700" y="12699"/>
                </a:lnTo>
                <a:lnTo>
                  <a:pt x="234950" y="12699"/>
                </a:lnTo>
                <a:lnTo>
                  <a:pt x="234950" y="6349"/>
                </a:lnTo>
                <a:close/>
              </a:path>
            </a:pathLst>
          </a:custGeom>
          <a:solidFill>
            <a:srgbClr val="00CC9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560"/>
              <a:ext cx="2478544" cy="25349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7089775" cy="11328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Reuse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here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usage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existing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respect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95">
                <a:latin typeface="Arial MT"/>
                <a:cs typeface="Arial MT"/>
              </a:rPr>
              <a:t>functionalities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85">
                <a:latin typeface="Arial MT"/>
                <a:cs typeface="Arial MT"/>
              </a:rPr>
              <a:t>What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definition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criteria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“Reuse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75">
                <a:latin typeface="Arial MT"/>
                <a:cs typeface="Arial MT"/>
              </a:rPr>
              <a:t>component”??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0">
                <a:latin typeface="Arial MT"/>
                <a:cs typeface="Arial MT"/>
              </a:rPr>
              <a:t>Criteria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50">
                <a:latin typeface="Arial MT"/>
                <a:cs typeface="Arial MT"/>
              </a:rPr>
              <a:t>SW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Change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should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under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10%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??,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95">
                <a:latin typeface="Arial MT"/>
                <a:cs typeface="Arial MT"/>
              </a:rPr>
              <a:t>No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operational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environment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change??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0" y="2276855"/>
          <a:ext cx="9982200" cy="71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1840"/>
                <a:gridCol w="751840"/>
                <a:gridCol w="924559"/>
                <a:gridCol w="1714500"/>
                <a:gridCol w="1882139"/>
                <a:gridCol w="2449829"/>
                <a:gridCol w="1421765"/>
              </a:tblGrid>
              <a:tr h="718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950" spc="-210" b="1">
                          <a:latin typeface="Malgun Gothic"/>
                          <a:cs typeface="Malgun Gothic"/>
                        </a:rPr>
                        <a:t>Component</a:t>
                      </a:r>
                      <a:r>
                        <a:rPr dirty="0" sz="95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Name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234315">
                        <a:lnSpc>
                          <a:spcPct val="124100"/>
                        </a:lnSpc>
                        <a:spcBef>
                          <a:spcPts val="540"/>
                        </a:spcBef>
                      </a:pPr>
                      <a:r>
                        <a:rPr dirty="0" sz="950" spc="-35" b="1">
                          <a:latin typeface="Malgun Gothic"/>
                          <a:cs typeface="Malgun Gothic"/>
                        </a:rPr>
                        <a:t>Related </a:t>
                      </a:r>
                      <a:r>
                        <a:rPr dirty="0" sz="950" spc="-190" b="1">
                          <a:latin typeface="Malgun Gothic"/>
                          <a:cs typeface="Malgun Gothic"/>
                        </a:rPr>
                        <a:t>Requirement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 (ID)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685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950" spc="-265" b="1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5" b="1">
                          <a:latin typeface="Malgun Gothic"/>
                          <a:cs typeface="Malgun Gothic"/>
                        </a:rPr>
                        <a:t>Modification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(Y/N)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Detail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65" b="1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dirty="0" sz="950" spc="-11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Change</a:t>
                      </a:r>
                      <a:r>
                        <a:rPr dirty="0" sz="950" spc="-11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5" b="1">
                          <a:latin typeface="Malgun Gothic"/>
                          <a:cs typeface="Malgun Gothic"/>
                        </a:rPr>
                        <a:t>(%)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13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0" b="1">
                          <a:latin typeface="Malgun Gothic"/>
                          <a:cs typeface="Malgun Gothic"/>
                        </a:rPr>
                        <a:t>Guide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5" b="1">
                          <a:latin typeface="Malgun Gothic"/>
                          <a:cs typeface="Malgun Gothic"/>
                        </a:rPr>
                        <a:t>Synchroniztion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0" b="1">
                          <a:latin typeface="Malgun Gothic"/>
                          <a:cs typeface="Malgun Gothic"/>
                        </a:rPr>
                        <a:t>rate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5" b="1">
                          <a:latin typeface="Malgun Gothic"/>
                          <a:cs typeface="Malgun Gothic"/>
                        </a:rPr>
                        <a:t>(over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90%)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950" spc="-175" b="1">
                          <a:latin typeface="Malgun Gothic"/>
                          <a:cs typeface="Malgun Gothic"/>
                        </a:rPr>
                        <a:t>Modification</a:t>
                      </a:r>
                      <a:r>
                        <a:rPr dirty="0" sz="95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4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5" b="1">
                          <a:latin typeface="Malgun Gothic"/>
                          <a:cs typeface="Malgun Gothic"/>
                        </a:rPr>
                        <a:t>Operational</a:t>
                      </a:r>
                      <a:r>
                        <a:rPr dirty="0" sz="950" spc="-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85" b="1">
                          <a:latin typeface="Malgun Gothic"/>
                          <a:cs typeface="Malgun Gothic"/>
                        </a:rPr>
                        <a:t>Environment</a:t>
                      </a:r>
                      <a:r>
                        <a:rPr dirty="0" sz="95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65" b="1">
                          <a:latin typeface="Malgun Gothic"/>
                          <a:cs typeface="Malgun Gothic"/>
                        </a:rPr>
                        <a:t>(Y/N)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Detail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5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5" b="1">
                          <a:latin typeface="Malgun Gothic"/>
                          <a:cs typeface="Malgun Gothic"/>
                        </a:rPr>
                        <a:t>Operational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85" b="1">
                          <a:latin typeface="Malgun Gothic"/>
                          <a:cs typeface="Malgun Gothic"/>
                        </a:rPr>
                        <a:t>Environement</a:t>
                      </a:r>
                      <a:r>
                        <a:rPr dirty="0" sz="950" spc="-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change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120" b="1">
                          <a:latin typeface="Malgun Gothic"/>
                          <a:cs typeface="Malgun Gothic"/>
                        </a:rPr>
                        <a:t>'-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15" b="1">
                          <a:latin typeface="Malgun Gothic"/>
                          <a:cs typeface="Malgun Gothic"/>
                        </a:rPr>
                        <a:t>OS</a:t>
                      </a:r>
                      <a:r>
                        <a:rPr dirty="0" sz="950" spc="-13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40" b="1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Chipset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40" b="1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90" b="1">
                          <a:latin typeface="Malgun Gothic"/>
                          <a:cs typeface="Malgun Gothic"/>
                        </a:rPr>
                        <a:t>NW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5" b="1">
                          <a:latin typeface="Malgun Gothic"/>
                          <a:cs typeface="Malgun Gothic"/>
                        </a:rPr>
                        <a:t>Interface</a:t>
                      </a:r>
                      <a:r>
                        <a:rPr dirty="0" sz="950" spc="-11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(Ethernet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5" b="1">
                          <a:latin typeface="Malgun Gothic"/>
                          <a:cs typeface="Malgun Gothic"/>
                        </a:rPr>
                        <a:t>to</a:t>
                      </a:r>
                      <a:r>
                        <a:rPr dirty="0" sz="950" spc="-11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CAN)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77470" indent="-61594">
                        <a:lnSpc>
                          <a:spcPct val="100000"/>
                        </a:lnSpc>
                        <a:spcBef>
                          <a:spcPts val="275"/>
                        </a:spcBef>
                        <a:buChar char="-"/>
                        <a:tabLst>
                          <a:tab pos="77470" algn="l"/>
                        </a:tabLst>
                      </a:pPr>
                      <a:r>
                        <a:rPr dirty="0" sz="950" spc="-190" b="1">
                          <a:latin typeface="Malgun Gothic"/>
                          <a:cs typeface="Malgun Gothic"/>
                        </a:rPr>
                        <a:t>Gas</a:t>
                      </a:r>
                      <a:r>
                        <a:rPr dirty="0" sz="950" spc="-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0" b="1">
                          <a:latin typeface="Malgun Gothic"/>
                          <a:cs typeface="Malgun Gothic"/>
                        </a:rPr>
                        <a:t>&lt;-</a:t>
                      </a:r>
                      <a:r>
                        <a:rPr dirty="0" sz="950" spc="-235" b="1">
                          <a:latin typeface="Malgun Gothic"/>
                          <a:cs typeface="Malgun Gothic"/>
                        </a:rPr>
                        <a:t>&gt;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45" b="1">
                          <a:latin typeface="Malgun Gothic"/>
                          <a:cs typeface="Malgun Gothic"/>
                        </a:rPr>
                        <a:t>Electric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5" b="1">
                          <a:latin typeface="Malgun Gothic"/>
                          <a:cs typeface="Malgun Gothic"/>
                        </a:rPr>
                        <a:t>Car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77470" indent="-61594">
                        <a:lnSpc>
                          <a:spcPct val="100000"/>
                        </a:lnSpc>
                        <a:spcBef>
                          <a:spcPts val="270"/>
                        </a:spcBef>
                        <a:buChar char="-"/>
                        <a:tabLst>
                          <a:tab pos="77470" algn="l"/>
                        </a:tabLst>
                      </a:pPr>
                      <a:r>
                        <a:rPr dirty="0" sz="950" spc="-25" b="1">
                          <a:latin typeface="Malgun Gothic"/>
                          <a:cs typeface="Malgun Gothic"/>
                        </a:rPr>
                        <a:t>Etc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Influence</a:t>
                      </a:r>
                      <a:r>
                        <a:rPr dirty="0" sz="950" spc="-12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4" b="1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other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0" b="1">
                          <a:latin typeface="Malgun Gothic"/>
                          <a:cs typeface="Malgun Gothic"/>
                        </a:rPr>
                        <a:t>modules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(Y/N)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505" y="3428995"/>
          <a:ext cx="9129395" cy="719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/>
                <a:gridCol w="1383030"/>
                <a:gridCol w="1285874"/>
                <a:gridCol w="1557020"/>
                <a:gridCol w="1356360"/>
                <a:gridCol w="1377949"/>
                <a:gridCol w="1231265"/>
              </a:tblGrid>
              <a:tr h="719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Asset</a:t>
                      </a:r>
                      <a:r>
                        <a:rPr dirty="0" sz="95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5" b="1">
                          <a:latin typeface="Malgun Gothic"/>
                          <a:cs typeface="Malgun Gothic"/>
                        </a:rPr>
                        <a:t>change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(Y/N)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Asset</a:t>
                      </a:r>
                      <a:r>
                        <a:rPr dirty="0" sz="950" spc="-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15" b="1">
                          <a:latin typeface="Malgun Gothic"/>
                          <a:cs typeface="Malgun Gothic"/>
                        </a:rPr>
                        <a:t>name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5" b="1">
                          <a:latin typeface="Malgun Gothic"/>
                          <a:cs typeface="Malgun Gothic"/>
                        </a:rPr>
                        <a:t>modifed</a:t>
                      </a:r>
                      <a:r>
                        <a:rPr dirty="0" sz="950" spc="-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30" b="1">
                          <a:latin typeface="Malgun Gothic"/>
                          <a:cs typeface="Malgun Gothic"/>
                        </a:rPr>
                        <a:t>(Add/delete)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Threat</a:t>
                      </a:r>
                      <a:r>
                        <a:rPr dirty="0" sz="950" spc="-5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scenario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changed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(Y/N)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 marR="254635">
                        <a:lnSpc>
                          <a:spcPct val="124300"/>
                        </a:lnSpc>
                      </a:pP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Details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Modifed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0" b="1">
                          <a:latin typeface="Malgun Gothic"/>
                          <a:cs typeface="Malgun Gothic"/>
                        </a:rPr>
                        <a:t>thrat</a:t>
                      </a:r>
                      <a:r>
                        <a:rPr dirty="0" sz="95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5" b="1">
                          <a:latin typeface="Malgun Gothic"/>
                          <a:cs typeface="Malgun Gothic"/>
                        </a:rPr>
                        <a:t>scenario</a:t>
                      </a:r>
                      <a:r>
                        <a:rPr dirty="0" sz="950" spc="5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(Before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40" b="1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 b="1">
                          <a:latin typeface="Malgun Gothic"/>
                          <a:cs typeface="Malgun Gothic"/>
                        </a:rPr>
                        <a:t>After)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950" spc="-220" b="1">
                          <a:latin typeface="Malgun Gothic"/>
                          <a:cs typeface="Malgun Gothic"/>
                        </a:rPr>
                        <a:t>Damage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scenario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changed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(Y/N)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302895">
                        <a:lnSpc>
                          <a:spcPct val="124300"/>
                        </a:lnSpc>
                        <a:spcBef>
                          <a:spcPts val="545"/>
                        </a:spcBef>
                      </a:pP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Details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Modifed</a:t>
                      </a:r>
                      <a:r>
                        <a:rPr dirty="0" sz="950" spc="-10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damage</a:t>
                      </a:r>
                      <a:r>
                        <a:rPr dirty="0" sz="950" spc="-45" b="1">
                          <a:latin typeface="Malgun Gothic"/>
                          <a:cs typeface="Malgun Gothic"/>
                        </a:rPr>
                        <a:t> scenario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(Before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40" b="1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 b="1">
                          <a:latin typeface="Malgun Gothic"/>
                          <a:cs typeface="Malgun Gothic"/>
                        </a:rPr>
                        <a:t>After)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692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415" marR="24130">
                        <a:lnSpc>
                          <a:spcPct val="124300"/>
                        </a:lnSpc>
                      </a:pPr>
                      <a:r>
                        <a:rPr dirty="0" sz="950" spc="-190" b="1">
                          <a:latin typeface="Malgun Gothic"/>
                          <a:cs typeface="Malgun Gothic"/>
                        </a:rPr>
                        <a:t>Review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0" b="1">
                          <a:latin typeface="Malgun Gothic"/>
                          <a:cs typeface="Malgun Gothic"/>
                        </a:rPr>
                        <a:t>result</a:t>
                      </a:r>
                      <a:r>
                        <a:rPr dirty="0" sz="95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0" b="1">
                          <a:latin typeface="Malgun Gothic"/>
                          <a:cs typeface="Malgun Gothic"/>
                        </a:rPr>
                        <a:t>in</a:t>
                      </a:r>
                      <a:r>
                        <a:rPr dirty="0" sz="950" spc="-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0" b="1">
                          <a:latin typeface="Malgun Gothic"/>
                          <a:cs typeface="Malgun Gothic"/>
                        </a:rPr>
                        <a:t>overall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impact</a:t>
                      </a:r>
                      <a:r>
                        <a:rPr dirty="0" sz="950" spc="-40" b="1">
                          <a:latin typeface="Malgun Gothic"/>
                          <a:cs typeface="Malgun Gothic"/>
                        </a:rPr>
                        <a:t> analysis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59647" y="4698837"/>
            <a:ext cx="3009529" cy="139911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3" y="4594859"/>
            <a:ext cx="3261360" cy="633983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560"/>
              <a:ext cx="3038716" cy="25349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522460" cy="61150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80">
                <a:latin typeface="Arial MT"/>
                <a:cs typeface="Arial MT"/>
              </a:rPr>
              <a:t>Component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Out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Context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usage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which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developed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without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specific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target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application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third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party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provides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features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55501" y="2755598"/>
            <a:ext cx="2036956" cy="1595215"/>
          </a:xfrm>
          <a:prstGeom prst="rect">
            <a:avLst/>
          </a:prstGeom>
        </p:spPr>
      </p:pic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83801" y="1850144"/>
          <a:ext cx="8185784" cy="364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745"/>
                <a:gridCol w="927100"/>
                <a:gridCol w="927100"/>
                <a:gridCol w="1718945"/>
                <a:gridCol w="1887219"/>
                <a:gridCol w="1887220"/>
              </a:tblGrid>
              <a:tr h="364490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950" spc="-204" b="1">
                          <a:latin typeface="Malgun Gothic"/>
                          <a:cs typeface="Malgun Gothic"/>
                        </a:rPr>
                        <a:t>Component</a:t>
                      </a:r>
                      <a:r>
                        <a:rPr dirty="0" sz="95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Name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066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Related</a:t>
                      </a:r>
                      <a:r>
                        <a:rPr dirty="0" sz="950" spc="-11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14" b="1">
                          <a:latin typeface="Malgun Gothic"/>
                          <a:cs typeface="Malgun Gothic"/>
                        </a:rPr>
                        <a:t>Requirement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(ID)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Vendor</a:t>
                      </a:r>
                      <a:r>
                        <a:rPr dirty="0" sz="95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" b="1">
                          <a:latin typeface="Malgun Gothic"/>
                          <a:cs typeface="Malgun Gothic"/>
                        </a:rPr>
                        <a:t>name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066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950" spc="-155" b="1">
                          <a:latin typeface="Malgun Gothic"/>
                          <a:cs typeface="Malgun Gothic"/>
                        </a:rPr>
                        <a:t>Details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80" b="1">
                          <a:latin typeface="Malgun Gothic"/>
                          <a:cs typeface="Malgun Gothic"/>
                        </a:rPr>
                        <a:t>assumptions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5" b="1">
                          <a:latin typeface="Malgun Gothic"/>
                          <a:cs typeface="Malgun Gothic"/>
                        </a:rPr>
                        <a:t>intended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use/context</a:t>
                      </a:r>
                      <a:r>
                        <a:rPr dirty="0" sz="950" spc="-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with</a:t>
                      </a:r>
                      <a:r>
                        <a:rPr dirty="0" sz="95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4" b="1">
                          <a:latin typeface="Malgun Gothic"/>
                          <a:cs typeface="Malgun Gothic"/>
                        </a:rPr>
                        <a:t>component</a:t>
                      </a:r>
                      <a:r>
                        <a:rPr dirty="0" sz="950" spc="-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 b="1">
                          <a:latin typeface="Malgun Gothic"/>
                          <a:cs typeface="Malgun Gothic"/>
                        </a:rPr>
                        <a:t>feature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950" spc="-16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related</a:t>
                      </a:r>
                      <a:r>
                        <a:rPr dirty="0" sz="950" spc="-11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work</a:t>
                      </a:r>
                      <a:r>
                        <a:rPr dirty="0" sz="950" spc="-10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products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066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950" spc="-17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Missing</a:t>
                      </a:r>
                      <a:r>
                        <a:rPr dirty="0" sz="950" spc="-12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work</a:t>
                      </a:r>
                      <a:r>
                        <a:rPr dirty="0" sz="950" spc="-114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8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product</a:t>
                      </a:r>
                      <a:r>
                        <a:rPr dirty="0" sz="950" spc="-8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3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dirty="0" sz="950" spc="-7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9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work</a:t>
                      </a:r>
                      <a:r>
                        <a:rPr dirty="0" sz="950" spc="-11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8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product</a:t>
                      </a:r>
                      <a:r>
                        <a:rPr dirty="0" sz="950" spc="-8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5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to</a:t>
                      </a:r>
                      <a:r>
                        <a:rPr dirty="0" sz="950" spc="-114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be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6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modified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83801" y="2645666"/>
          <a:ext cx="4624070" cy="362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845"/>
                <a:gridCol w="1736089"/>
                <a:gridCol w="1377949"/>
              </a:tblGrid>
              <a:tr h="362585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950" spc="-155" b="1">
                          <a:latin typeface="Malgun Gothic"/>
                          <a:cs typeface="Malgun Gothic"/>
                        </a:rPr>
                        <a:t>Details</a:t>
                      </a:r>
                      <a:r>
                        <a:rPr dirty="0" sz="95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cybersecurity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 b="1">
                          <a:latin typeface="Malgun Gothic"/>
                          <a:cs typeface="Malgun Gothic"/>
                        </a:rPr>
                        <a:t>claims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950" spc="-150" b="1">
                          <a:latin typeface="Malgun Gothic"/>
                          <a:cs typeface="Malgun Gothic"/>
                        </a:rPr>
                        <a:t>Dtails</a:t>
                      </a:r>
                      <a:r>
                        <a:rPr dirty="0" sz="95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5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85" b="1">
                          <a:latin typeface="Malgun Gothic"/>
                          <a:cs typeface="Malgun Gothic"/>
                        </a:rPr>
                        <a:t>impact</a:t>
                      </a:r>
                      <a:r>
                        <a:rPr dirty="0" sz="95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200" b="1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dirty="0" sz="95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the</a:t>
                      </a:r>
                      <a:r>
                        <a:rPr dirty="0" sz="950" spc="-10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65" b="1">
                          <a:latin typeface="Malgun Gothic"/>
                          <a:cs typeface="Malgun Gothic"/>
                        </a:rPr>
                        <a:t>function</a:t>
                      </a:r>
                      <a:r>
                        <a:rPr dirty="0" sz="950" spc="-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5" b="1">
                          <a:latin typeface="Malgun Gothic"/>
                          <a:cs typeface="Malgun Gothic"/>
                        </a:rPr>
                        <a:t>behavior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-170" b="1">
                          <a:latin typeface="Malgun Gothic"/>
                          <a:cs typeface="Malgun Gothic"/>
                        </a:rPr>
                        <a:t>Cybersecurity</a:t>
                      </a:r>
                      <a:r>
                        <a:rPr dirty="0" sz="950" spc="-1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40" b="1">
                          <a:latin typeface="Malgun Gothic"/>
                          <a:cs typeface="Malgun Gothic"/>
                        </a:rPr>
                        <a:t>Interface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195" b="1">
                          <a:latin typeface="Malgun Gothic"/>
                          <a:cs typeface="Malgun Gothic"/>
                        </a:rPr>
                        <a:t>Agreement</a:t>
                      </a:r>
                      <a:r>
                        <a:rPr dirty="0" sz="950" spc="-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 b="1">
                          <a:latin typeface="Malgun Gothic"/>
                          <a:cs typeface="Malgun Gothic"/>
                        </a:rPr>
                        <a:t>(Y/N)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pSp>
        <p:nvGrpSpPr>
          <p:cNvPr id="12" name="object 12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29209" y="162305"/>
              <a:ext cx="2833370" cy="254000"/>
            </a:xfrm>
            <a:custGeom>
              <a:avLst/>
              <a:gdLst/>
              <a:ahLst/>
              <a:cxnLst/>
              <a:rect l="l" t="t" r="r" b="b"/>
              <a:pathLst>
                <a:path w="2833370" h="254000">
                  <a:moveTo>
                    <a:pt x="157467" y="104394"/>
                  </a:moveTo>
                  <a:lnTo>
                    <a:pt x="153720" y="63246"/>
                  </a:lnTo>
                  <a:lnTo>
                    <a:pt x="137680" y="28575"/>
                  </a:lnTo>
                  <a:lnTo>
                    <a:pt x="130340" y="21285"/>
                  </a:lnTo>
                  <a:lnTo>
                    <a:pt x="130340" y="92405"/>
                  </a:lnTo>
                  <a:lnTo>
                    <a:pt x="130314" y="108889"/>
                  </a:lnTo>
                  <a:lnTo>
                    <a:pt x="129781" y="117576"/>
                  </a:lnTo>
                  <a:lnTo>
                    <a:pt x="128879" y="125755"/>
                  </a:lnTo>
                  <a:lnTo>
                    <a:pt x="127749" y="132575"/>
                  </a:lnTo>
                  <a:lnTo>
                    <a:pt x="127673" y="133096"/>
                  </a:lnTo>
                  <a:lnTo>
                    <a:pt x="108445" y="168021"/>
                  </a:lnTo>
                  <a:lnTo>
                    <a:pt x="74358" y="175895"/>
                  </a:lnTo>
                  <a:lnTo>
                    <a:pt x="65024" y="175895"/>
                  </a:lnTo>
                  <a:lnTo>
                    <a:pt x="36601" y="155702"/>
                  </a:lnTo>
                  <a:lnTo>
                    <a:pt x="32943" y="149479"/>
                  </a:lnTo>
                  <a:lnTo>
                    <a:pt x="26873" y="112382"/>
                  </a:lnTo>
                  <a:lnTo>
                    <a:pt x="26885" y="95250"/>
                  </a:lnTo>
                  <a:lnTo>
                    <a:pt x="27406" y="86677"/>
                  </a:lnTo>
                  <a:lnTo>
                    <a:pt x="28257" y="78892"/>
                  </a:lnTo>
                  <a:lnTo>
                    <a:pt x="29311" y="72390"/>
                  </a:lnTo>
                  <a:lnTo>
                    <a:pt x="29387" y="71894"/>
                  </a:lnTo>
                  <a:lnTo>
                    <a:pt x="48831" y="36703"/>
                  </a:lnTo>
                  <a:lnTo>
                    <a:pt x="82346" y="28575"/>
                  </a:lnTo>
                  <a:lnTo>
                    <a:pt x="91821" y="28575"/>
                  </a:lnTo>
                  <a:lnTo>
                    <a:pt x="124244" y="55626"/>
                  </a:lnTo>
                  <a:lnTo>
                    <a:pt x="128155" y="71247"/>
                  </a:lnTo>
                  <a:lnTo>
                    <a:pt x="128270" y="71894"/>
                  </a:lnTo>
                  <a:lnTo>
                    <a:pt x="129235" y="78549"/>
                  </a:lnTo>
                  <a:lnTo>
                    <a:pt x="129933" y="85394"/>
                  </a:lnTo>
                  <a:lnTo>
                    <a:pt x="130340" y="92405"/>
                  </a:lnTo>
                  <a:lnTo>
                    <a:pt x="130340" y="21285"/>
                  </a:lnTo>
                  <a:lnTo>
                    <a:pt x="91960" y="7035"/>
                  </a:lnTo>
                  <a:lnTo>
                    <a:pt x="81851" y="6604"/>
                  </a:lnTo>
                  <a:lnTo>
                    <a:pt x="62242" y="8077"/>
                  </a:lnTo>
                  <a:lnTo>
                    <a:pt x="19913" y="29972"/>
                  </a:lnTo>
                  <a:lnTo>
                    <a:pt x="1219" y="78549"/>
                  </a:lnTo>
                  <a:lnTo>
                    <a:pt x="0" y="99568"/>
                  </a:lnTo>
                  <a:lnTo>
                    <a:pt x="63" y="108889"/>
                  </a:lnTo>
                  <a:lnTo>
                    <a:pt x="5943" y="150355"/>
                  </a:lnTo>
                  <a:lnTo>
                    <a:pt x="26631" y="183349"/>
                  </a:lnTo>
                  <a:lnTo>
                    <a:pt x="65201" y="197840"/>
                  </a:lnTo>
                  <a:lnTo>
                    <a:pt x="75361" y="198247"/>
                  </a:lnTo>
                  <a:lnTo>
                    <a:pt x="95021" y="196799"/>
                  </a:lnTo>
                  <a:lnTo>
                    <a:pt x="111937" y="192430"/>
                  </a:lnTo>
                  <a:lnTo>
                    <a:pt x="126098" y="185127"/>
                  </a:lnTo>
                  <a:lnTo>
                    <a:pt x="136359" y="175895"/>
                  </a:lnTo>
                  <a:lnTo>
                    <a:pt x="137502" y="174879"/>
                  </a:lnTo>
                  <a:lnTo>
                    <a:pt x="146265" y="161620"/>
                  </a:lnTo>
                  <a:lnTo>
                    <a:pt x="152527" y="145249"/>
                  </a:lnTo>
                  <a:lnTo>
                    <a:pt x="156159" y="126390"/>
                  </a:lnTo>
                  <a:lnTo>
                    <a:pt x="156286" y="125755"/>
                  </a:lnTo>
                  <a:lnTo>
                    <a:pt x="157467" y="104394"/>
                  </a:lnTo>
                  <a:close/>
                </a:path>
                <a:path w="2833370" h="254000">
                  <a:moveTo>
                    <a:pt x="266915" y="5334"/>
                  </a:moveTo>
                  <a:lnTo>
                    <a:pt x="261772" y="3810"/>
                  </a:lnTo>
                  <a:lnTo>
                    <a:pt x="257390" y="2794"/>
                  </a:lnTo>
                  <a:lnTo>
                    <a:pt x="257517" y="2794"/>
                  </a:lnTo>
                  <a:lnTo>
                    <a:pt x="252107" y="1778"/>
                  </a:lnTo>
                  <a:lnTo>
                    <a:pt x="247383" y="762"/>
                  </a:lnTo>
                  <a:lnTo>
                    <a:pt x="242735" y="254"/>
                  </a:lnTo>
                  <a:lnTo>
                    <a:pt x="230949" y="254"/>
                  </a:lnTo>
                  <a:lnTo>
                    <a:pt x="224345" y="1143"/>
                  </a:lnTo>
                  <a:lnTo>
                    <a:pt x="193052" y="27305"/>
                  </a:lnTo>
                  <a:lnTo>
                    <a:pt x="190881" y="33528"/>
                  </a:lnTo>
                  <a:lnTo>
                    <a:pt x="190804" y="33782"/>
                  </a:lnTo>
                  <a:lnTo>
                    <a:pt x="189725" y="41529"/>
                  </a:lnTo>
                  <a:lnTo>
                    <a:pt x="189674" y="64643"/>
                  </a:lnTo>
                  <a:lnTo>
                    <a:pt x="171196" y="64643"/>
                  </a:lnTo>
                  <a:lnTo>
                    <a:pt x="171196" y="86106"/>
                  </a:lnTo>
                  <a:lnTo>
                    <a:pt x="189674" y="86106"/>
                  </a:lnTo>
                  <a:lnTo>
                    <a:pt x="189674" y="195199"/>
                  </a:lnTo>
                  <a:lnTo>
                    <a:pt x="215734" y="195199"/>
                  </a:lnTo>
                  <a:lnTo>
                    <a:pt x="215734" y="86106"/>
                  </a:lnTo>
                  <a:lnTo>
                    <a:pt x="261683" y="86106"/>
                  </a:lnTo>
                  <a:lnTo>
                    <a:pt x="261683" y="64643"/>
                  </a:lnTo>
                  <a:lnTo>
                    <a:pt x="215734" y="64643"/>
                  </a:lnTo>
                  <a:lnTo>
                    <a:pt x="215734" y="41529"/>
                  </a:lnTo>
                  <a:lnTo>
                    <a:pt x="230276" y="22225"/>
                  </a:lnTo>
                  <a:lnTo>
                    <a:pt x="245579" y="22225"/>
                  </a:lnTo>
                  <a:lnTo>
                    <a:pt x="253149" y="23368"/>
                  </a:lnTo>
                  <a:lnTo>
                    <a:pt x="261594" y="25654"/>
                  </a:lnTo>
                  <a:lnTo>
                    <a:pt x="262483" y="22225"/>
                  </a:lnTo>
                  <a:lnTo>
                    <a:pt x="266915" y="5334"/>
                  </a:lnTo>
                  <a:close/>
                </a:path>
                <a:path w="2833370" h="254000">
                  <a:moveTo>
                    <a:pt x="358355" y="5334"/>
                  </a:moveTo>
                  <a:lnTo>
                    <a:pt x="353212" y="3810"/>
                  </a:lnTo>
                  <a:lnTo>
                    <a:pt x="348830" y="2794"/>
                  </a:lnTo>
                  <a:lnTo>
                    <a:pt x="348957" y="2794"/>
                  </a:lnTo>
                  <a:lnTo>
                    <a:pt x="343547" y="1778"/>
                  </a:lnTo>
                  <a:lnTo>
                    <a:pt x="338823" y="762"/>
                  </a:lnTo>
                  <a:lnTo>
                    <a:pt x="334175" y="254"/>
                  </a:lnTo>
                  <a:lnTo>
                    <a:pt x="322389" y="254"/>
                  </a:lnTo>
                  <a:lnTo>
                    <a:pt x="315785" y="1143"/>
                  </a:lnTo>
                  <a:lnTo>
                    <a:pt x="284492" y="27305"/>
                  </a:lnTo>
                  <a:lnTo>
                    <a:pt x="282321" y="33528"/>
                  </a:lnTo>
                  <a:lnTo>
                    <a:pt x="282244" y="33782"/>
                  </a:lnTo>
                  <a:lnTo>
                    <a:pt x="281165" y="41529"/>
                  </a:lnTo>
                  <a:lnTo>
                    <a:pt x="281114" y="64643"/>
                  </a:lnTo>
                  <a:lnTo>
                    <a:pt x="262636" y="64643"/>
                  </a:lnTo>
                  <a:lnTo>
                    <a:pt x="262636" y="86106"/>
                  </a:lnTo>
                  <a:lnTo>
                    <a:pt x="281114" y="86106"/>
                  </a:lnTo>
                  <a:lnTo>
                    <a:pt x="281114" y="195199"/>
                  </a:lnTo>
                  <a:lnTo>
                    <a:pt x="307174" y="195199"/>
                  </a:lnTo>
                  <a:lnTo>
                    <a:pt x="307174" y="86106"/>
                  </a:lnTo>
                  <a:lnTo>
                    <a:pt x="353123" y="86106"/>
                  </a:lnTo>
                  <a:lnTo>
                    <a:pt x="353123" y="64643"/>
                  </a:lnTo>
                  <a:lnTo>
                    <a:pt x="307174" y="64643"/>
                  </a:lnTo>
                  <a:lnTo>
                    <a:pt x="307174" y="41529"/>
                  </a:lnTo>
                  <a:lnTo>
                    <a:pt x="321716" y="22225"/>
                  </a:lnTo>
                  <a:lnTo>
                    <a:pt x="337019" y="22225"/>
                  </a:lnTo>
                  <a:lnTo>
                    <a:pt x="344589" y="23368"/>
                  </a:lnTo>
                  <a:lnTo>
                    <a:pt x="353034" y="25654"/>
                  </a:lnTo>
                  <a:lnTo>
                    <a:pt x="353923" y="22225"/>
                  </a:lnTo>
                  <a:lnTo>
                    <a:pt x="358355" y="5334"/>
                  </a:lnTo>
                  <a:close/>
                </a:path>
                <a:path w="2833370" h="254000">
                  <a:moveTo>
                    <a:pt x="436295" y="100037"/>
                  </a:moveTo>
                  <a:lnTo>
                    <a:pt x="362546" y="100037"/>
                  </a:lnTo>
                  <a:lnTo>
                    <a:pt x="362546" y="122948"/>
                  </a:lnTo>
                  <a:lnTo>
                    <a:pt x="436295" y="122948"/>
                  </a:lnTo>
                  <a:lnTo>
                    <a:pt x="436295" y="100037"/>
                  </a:lnTo>
                  <a:close/>
                </a:path>
                <a:path w="2833370" h="254000">
                  <a:moveTo>
                    <a:pt x="548360" y="190754"/>
                  </a:moveTo>
                  <a:lnTo>
                    <a:pt x="544931" y="176403"/>
                  </a:lnTo>
                  <a:lnTo>
                    <a:pt x="543877" y="171970"/>
                  </a:lnTo>
                  <a:lnTo>
                    <a:pt x="534885" y="174879"/>
                  </a:lnTo>
                  <a:lnTo>
                    <a:pt x="526630" y="176403"/>
                  </a:lnTo>
                  <a:lnTo>
                    <a:pt x="513943" y="176403"/>
                  </a:lnTo>
                  <a:lnTo>
                    <a:pt x="510755" y="175895"/>
                  </a:lnTo>
                  <a:lnTo>
                    <a:pt x="510273" y="175895"/>
                  </a:lnTo>
                  <a:lnTo>
                    <a:pt x="507174" y="174625"/>
                  </a:lnTo>
                  <a:lnTo>
                    <a:pt x="504380" y="173355"/>
                  </a:lnTo>
                  <a:lnTo>
                    <a:pt x="502297" y="171577"/>
                  </a:lnTo>
                  <a:lnTo>
                    <a:pt x="500913" y="169049"/>
                  </a:lnTo>
                  <a:lnTo>
                    <a:pt x="499529" y="166624"/>
                  </a:lnTo>
                  <a:lnTo>
                    <a:pt x="498652" y="163449"/>
                  </a:lnTo>
                  <a:lnTo>
                    <a:pt x="497878" y="155702"/>
                  </a:lnTo>
                  <a:lnTo>
                    <a:pt x="497674" y="151003"/>
                  </a:lnTo>
                  <a:lnTo>
                    <a:pt x="497674" y="86106"/>
                  </a:lnTo>
                  <a:lnTo>
                    <a:pt x="545122" y="86106"/>
                  </a:lnTo>
                  <a:lnTo>
                    <a:pt x="545122" y="64643"/>
                  </a:lnTo>
                  <a:lnTo>
                    <a:pt x="497674" y="64643"/>
                  </a:lnTo>
                  <a:lnTo>
                    <a:pt x="497674" y="34417"/>
                  </a:lnTo>
                  <a:lnTo>
                    <a:pt x="471868" y="38874"/>
                  </a:lnTo>
                  <a:lnTo>
                    <a:pt x="471868" y="65024"/>
                  </a:lnTo>
                  <a:lnTo>
                    <a:pt x="450392" y="67195"/>
                  </a:lnTo>
                  <a:lnTo>
                    <a:pt x="450392" y="86614"/>
                  </a:lnTo>
                  <a:lnTo>
                    <a:pt x="471868" y="86614"/>
                  </a:lnTo>
                  <a:lnTo>
                    <a:pt x="471868" y="159004"/>
                  </a:lnTo>
                  <a:lnTo>
                    <a:pt x="472262" y="163449"/>
                  </a:lnTo>
                  <a:lnTo>
                    <a:pt x="497370" y="197104"/>
                  </a:lnTo>
                  <a:lnTo>
                    <a:pt x="504317" y="198247"/>
                  </a:lnTo>
                  <a:lnTo>
                    <a:pt x="518528" y="198247"/>
                  </a:lnTo>
                  <a:lnTo>
                    <a:pt x="524294" y="197739"/>
                  </a:lnTo>
                  <a:lnTo>
                    <a:pt x="535978" y="195453"/>
                  </a:lnTo>
                  <a:lnTo>
                    <a:pt x="542061" y="193548"/>
                  </a:lnTo>
                  <a:lnTo>
                    <a:pt x="548360" y="190754"/>
                  </a:lnTo>
                  <a:close/>
                </a:path>
                <a:path w="2833370" h="254000">
                  <a:moveTo>
                    <a:pt x="674166" y="104140"/>
                  </a:moveTo>
                  <a:lnTo>
                    <a:pt x="673646" y="98298"/>
                  </a:lnTo>
                  <a:lnTo>
                    <a:pt x="673557" y="97155"/>
                  </a:lnTo>
                  <a:lnTo>
                    <a:pt x="672325" y="90944"/>
                  </a:lnTo>
                  <a:lnTo>
                    <a:pt x="671106" y="84594"/>
                  </a:lnTo>
                  <a:lnTo>
                    <a:pt x="670775" y="83820"/>
                  </a:lnTo>
                  <a:lnTo>
                    <a:pt x="668845" y="79248"/>
                  </a:lnTo>
                  <a:lnTo>
                    <a:pt x="665530" y="74930"/>
                  </a:lnTo>
                  <a:lnTo>
                    <a:pt x="664768" y="73914"/>
                  </a:lnTo>
                  <a:lnTo>
                    <a:pt x="662228" y="70497"/>
                  </a:lnTo>
                  <a:lnTo>
                    <a:pt x="657707" y="67195"/>
                  </a:lnTo>
                  <a:lnTo>
                    <a:pt x="651967" y="65024"/>
                  </a:lnTo>
                  <a:lnTo>
                    <a:pt x="646226" y="62738"/>
                  </a:lnTo>
                  <a:lnTo>
                    <a:pt x="638962" y="61595"/>
                  </a:lnTo>
                  <a:lnTo>
                    <a:pt x="630174" y="61595"/>
                  </a:lnTo>
                  <a:lnTo>
                    <a:pt x="623227" y="61937"/>
                  </a:lnTo>
                  <a:lnTo>
                    <a:pt x="591007" y="73914"/>
                  </a:lnTo>
                  <a:lnTo>
                    <a:pt x="591007" y="0"/>
                  </a:lnTo>
                  <a:lnTo>
                    <a:pt x="564959" y="3683"/>
                  </a:lnTo>
                  <a:lnTo>
                    <a:pt x="564959" y="195199"/>
                  </a:lnTo>
                  <a:lnTo>
                    <a:pt x="591007" y="195199"/>
                  </a:lnTo>
                  <a:lnTo>
                    <a:pt x="591007" y="95504"/>
                  </a:lnTo>
                  <a:lnTo>
                    <a:pt x="593115" y="93980"/>
                  </a:lnTo>
                  <a:lnTo>
                    <a:pt x="595807" y="92456"/>
                  </a:lnTo>
                  <a:lnTo>
                    <a:pt x="599084" y="90805"/>
                  </a:lnTo>
                  <a:lnTo>
                    <a:pt x="603275" y="88646"/>
                  </a:lnTo>
                  <a:lnTo>
                    <a:pt x="607542" y="86995"/>
                  </a:lnTo>
                  <a:lnTo>
                    <a:pt x="616216" y="84455"/>
                  </a:lnTo>
                  <a:lnTo>
                    <a:pt x="620560" y="83820"/>
                  </a:lnTo>
                  <a:lnTo>
                    <a:pt x="630148" y="83820"/>
                  </a:lnTo>
                  <a:lnTo>
                    <a:pt x="648347" y="111379"/>
                  </a:lnTo>
                  <a:lnTo>
                    <a:pt x="648347" y="195199"/>
                  </a:lnTo>
                  <a:lnTo>
                    <a:pt x="674166" y="195199"/>
                  </a:lnTo>
                  <a:lnTo>
                    <a:pt x="674166" y="104140"/>
                  </a:lnTo>
                  <a:close/>
                </a:path>
                <a:path w="2833370" h="254000">
                  <a:moveTo>
                    <a:pt x="807554" y="117348"/>
                  </a:moveTo>
                  <a:lnTo>
                    <a:pt x="807504" y="115697"/>
                  </a:lnTo>
                  <a:lnTo>
                    <a:pt x="807288" y="113118"/>
                  </a:lnTo>
                  <a:lnTo>
                    <a:pt x="807173" y="111645"/>
                  </a:lnTo>
                  <a:lnTo>
                    <a:pt x="807046" y="110121"/>
                  </a:lnTo>
                  <a:lnTo>
                    <a:pt x="806919" y="108724"/>
                  </a:lnTo>
                  <a:lnTo>
                    <a:pt x="806869" y="107950"/>
                  </a:lnTo>
                  <a:lnTo>
                    <a:pt x="804151" y="92722"/>
                  </a:lnTo>
                  <a:lnTo>
                    <a:pt x="803173" y="90170"/>
                  </a:lnTo>
                  <a:lnTo>
                    <a:pt x="801471" y="85852"/>
                  </a:lnTo>
                  <a:lnTo>
                    <a:pt x="799045" y="82296"/>
                  </a:lnTo>
                  <a:lnTo>
                    <a:pt x="797496" y="80022"/>
                  </a:lnTo>
                  <a:lnTo>
                    <a:pt x="793534" y="74295"/>
                  </a:lnTo>
                  <a:lnTo>
                    <a:pt x="788060" y="69850"/>
                  </a:lnTo>
                  <a:lnTo>
                    <a:pt x="781075" y="66548"/>
                  </a:lnTo>
                  <a:lnTo>
                    <a:pt x="780986" y="117348"/>
                  </a:lnTo>
                  <a:lnTo>
                    <a:pt x="720661" y="117348"/>
                  </a:lnTo>
                  <a:lnTo>
                    <a:pt x="720801" y="116840"/>
                  </a:lnTo>
                  <a:lnTo>
                    <a:pt x="720877" y="116205"/>
                  </a:lnTo>
                  <a:lnTo>
                    <a:pt x="720953" y="115697"/>
                  </a:lnTo>
                  <a:lnTo>
                    <a:pt x="744448" y="82296"/>
                  </a:lnTo>
                  <a:lnTo>
                    <a:pt x="762533" y="82296"/>
                  </a:lnTo>
                  <a:lnTo>
                    <a:pt x="780897" y="115697"/>
                  </a:lnTo>
                  <a:lnTo>
                    <a:pt x="780986" y="117348"/>
                  </a:lnTo>
                  <a:lnTo>
                    <a:pt x="780986" y="66522"/>
                  </a:lnTo>
                  <a:lnTo>
                    <a:pt x="754329" y="61595"/>
                  </a:lnTo>
                  <a:lnTo>
                    <a:pt x="739978" y="62649"/>
                  </a:lnTo>
                  <a:lnTo>
                    <a:pt x="702411" y="87642"/>
                  </a:lnTo>
                  <a:lnTo>
                    <a:pt x="694105" y="129171"/>
                  </a:lnTo>
                  <a:lnTo>
                    <a:pt x="694296" y="137553"/>
                  </a:lnTo>
                  <a:lnTo>
                    <a:pt x="702703" y="175145"/>
                  </a:lnTo>
                  <a:lnTo>
                    <a:pt x="739305" y="197205"/>
                  </a:lnTo>
                  <a:lnTo>
                    <a:pt x="754824" y="198247"/>
                  </a:lnTo>
                  <a:lnTo>
                    <a:pt x="759714" y="198247"/>
                  </a:lnTo>
                  <a:lnTo>
                    <a:pt x="799312" y="188595"/>
                  </a:lnTo>
                  <a:lnTo>
                    <a:pt x="805802" y="184531"/>
                  </a:lnTo>
                  <a:lnTo>
                    <a:pt x="802957" y="176923"/>
                  </a:lnTo>
                  <a:lnTo>
                    <a:pt x="799084" y="166497"/>
                  </a:lnTo>
                  <a:lnTo>
                    <a:pt x="793381" y="169164"/>
                  </a:lnTo>
                  <a:lnTo>
                    <a:pt x="786866" y="171704"/>
                  </a:lnTo>
                  <a:lnTo>
                    <a:pt x="774166" y="175895"/>
                  </a:lnTo>
                  <a:lnTo>
                    <a:pt x="766533" y="176923"/>
                  </a:lnTo>
                  <a:lnTo>
                    <a:pt x="747814" y="176923"/>
                  </a:lnTo>
                  <a:lnTo>
                    <a:pt x="721144" y="148221"/>
                  </a:lnTo>
                  <a:lnTo>
                    <a:pt x="720661" y="143129"/>
                  </a:lnTo>
                  <a:lnTo>
                    <a:pt x="720661" y="137795"/>
                  </a:lnTo>
                  <a:lnTo>
                    <a:pt x="807554" y="137795"/>
                  </a:lnTo>
                  <a:lnTo>
                    <a:pt x="807554" y="117348"/>
                  </a:lnTo>
                  <a:close/>
                </a:path>
                <a:path w="2833370" h="254000">
                  <a:moveTo>
                    <a:pt x="902639" y="100037"/>
                  </a:moveTo>
                  <a:lnTo>
                    <a:pt x="828890" y="100037"/>
                  </a:lnTo>
                  <a:lnTo>
                    <a:pt x="828890" y="122948"/>
                  </a:lnTo>
                  <a:lnTo>
                    <a:pt x="902639" y="122948"/>
                  </a:lnTo>
                  <a:lnTo>
                    <a:pt x="902639" y="100037"/>
                  </a:lnTo>
                  <a:close/>
                </a:path>
                <a:path w="2833370" h="254000">
                  <a:moveTo>
                    <a:pt x="1050950" y="140716"/>
                  </a:moveTo>
                  <a:lnTo>
                    <a:pt x="1050188" y="135255"/>
                  </a:lnTo>
                  <a:lnTo>
                    <a:pt x="1047140" y="125869"/>
                  </a:lnTo>
                  <a:lnTo>
                    <a:pt x="1045108" y="121793"/>
                  </a:lnTo>
                  <a:lnTo>
                    <a:pt x="1042568" y="118491"/>
                  </a:lnTo>
                  <a:lnTo>
                    <a:pt x="1040041" y="115074"/>
                  </a:lnTo>
                  <a:lnTo>
                    <a:pt x="1022375" y="102247"/>
                  </a:lnTo>
                  <a:lnTo>
                    <a:pt x="1018362" y="99949"/>
                  </a:lnTo>
                  <a:lnTo>
                    <a:pt x="1013815" y="97663"/>
                  </a:lnTo>
                  <a:lnTo>
                    <a:pt x="1008761" y="95504"/>
                  </a:lnTo>
                  <a:lnTo>
                    <a:pt x="1003693" y="93472"/>
                  </a:lnTo>
                  <a:lnTo>
                    <a:pt x="998778" y="91440"/>
                  </a:lnTo>
                  <a:lnTo>
                    <a:pt x="994016" y="89789"/>
                  </a:lnTo>
                  <a:lnTo>
                    <a:pt x="989266" y="88023"/>
                  </a:lnTo>
                  <a:lnTo>
                    <a:pt x="984694" y="86372"/>
                  </a:lnTo>
                  <a:lnTo>
                    <a:pt x="980313" y="84594"/>
                  </a:lnTo>
                  <a:lnTo>
                    <a:pt x="975931" y="82931"/>
                  </a:lnTo>
                  <a:lnTo>
                    <a:pt x="972032" y="81153"/>
                  </a:lnTo>
                  <a:lnTo>
                    <a:pt x="952042" y="60325"/>
                  </a:lnTo>
                  <a:lnTo>
                    <a:pt x="952042" y="46621"/>
                  </a:lnTo>
                  <a:lnTo>
                    <a:pt x="992441" y="28829"/>
                  </a:lnTo>
                  <a:lnTo>
                    <a:pt x="1001598" y="28829"/>
                  </a:lnTo>
                  <a:lnTo>
                    <a:pt x="1009942" y="29972"/>
                  </a:lnTo>
                  <a:lnTo>
                    <a:pt x="1024978" y="34290"/>
                  </a:lnTo>
                  <a:lnTo>
                    <a:pt x="1032027" y="36576"/>
                  </a:lnTo>
                  <a:lnTo>
                    <a:pt x="1038631" y="38989"/>
                  </a:lnTo>
                  <a:lnTo>
                    <a:pt x="1043063" y="28829"/>
                  </a:lnTo>
                  <a:lnTo>
                    <a:pt x="1007071" y="7391"/>
                  </a:lnTo>
                  <a:lnTo>
                    <a:pt x="992187" y="6604"/>
                  </a:lnTo>
                  <a:lnTo>
                    <a:pt x="985380" y="6794"/>
                  </a:lnTo>
                  <a:lnTo>
                    <a:pt x="945184" y="18669"/>
                  </a:lnTo>
                  <a:lnTo>
                    <a:pt x="939076" y="22606"/>
                  </a:lnTo>
                  <a:lnTo>
                    <a:pt x="934262" y="27813"/>
                  </a:lnTo>
                  <a:lnTo>
                    <a:pt x="927239" y="40271"/>
                  </a:lnTo>
                  <a:lnTo>
                    <a:pt x="925474" y="47625"/>
                  </a:lnTo>
                  <a:lnTo>
                    <a:pt x="925474" y="62230"/>
                  </a:lnTo>
                  <a:lnTo>
                    <a:pt x="945349" y="96393"/>
                  </a:lnTo>
                  <a:lnTo>
                    <a:pt x="966584" y="106946"/>
                  </a:lnTo>
                  <a:lnTo>
                    <a:pt x="970965" y="108724"/>
                  </a:lnTo>
                  <a:lnTo>
                    <a:pt x="975664" y="110490"/>
                  </a:lnTo>
                  <a:lnTo>
                    <a:pt x="985697" y="114820"/>
                  </a:lnTo>
                  <a:lnTo>
                    <a:pt x="995984" y="119126"/>
                  </a:lnTo>
                  <a:lnTo>
                    <a:pt x="1024851" y="148590"/>
                  </a:lnTo>
                  <a:lnTo>
                    <a:pt x="1024851" y="156845"/>
                  </a:lnTo>
                  <a:lnTo>
                    <a:pt x="982954" y="175399"/>
                  </a:lnTo>
                  <a:lnTo>
                    <a:pt x="974166" y="175399"/>
                  </a:lnTo>
                  <a:lnTo>
                    <a:pt x="933196" y="163703"/>
                  </a:lnTo>
                  <a:lnTo>
                    <a:pt x="923975" y="184797"/>
                  </a:lnTo>
                  <a:lnTo>
                    <a:pt x="930884" y="188150"/>
                  </a:lnTo>
                  <a:lnTo>
                    <a:pt x="938009" y="190982"/>
                  </a:lnTo>
                  <a:lnTo>
                    <a:pt x="945324" y="193294"/>
                  </a:lnTo>
                  <a:lnTo>
                    <a:pt x="953389" y="195199"/>
                  </a:lnTo>
                  <a:lnTo>
                    <a:pt x="953541" y="195199"/>
                  </a:lnTo>
                  <a:lnTo>
                    <a:pt x="960907" y="196532"/>
                  </a:lnTo>
                  <a:lnTo>
                    <a:pt x="968387" y="197485"/>
                  </a:lnTo>
                  <a:lnTo>
                    <a:pt x="975995" y="198056"/>
                  </a:lnTo>
                  <a:lnTo>
                    <a:pt x="983691" y="198247"/>
                  </a:lnTo>
                  <a:lnTo>
                    <a:pt x="990650" y="198056"/>
                  </a:lnTo>
                  <a:lnTo>
                    <a:pt x="997356" y="197485"/>
                  </a:lnTo>
                  <a:lnTo>
                    <a:pt x="1003808" y="196532"/>
                  </a:lnTo>
                  <a:lnTo>
                    <a:pt x="1010018" y="195199"/>
                  </a:lnTo>
                  <a:lnTo>
                    <a:pt x="1017625" y="193294"/>
                  </a:lnTo>
                  <a:lnTo>
                    <a:pt x="1017828" y="193294"/>
                  </a:lnTo>
                  <a:lnTo>
                    <a:pt x="1025232" y="189992"/>
                  </a:lnTo>
                  <a:lnTo>
                    <a:pt x="1031367" y="185674"/>
                  </a:lnTo>
                  <a:lnTo>
                    <a:pt x="1037513" y="181495"/>
                  </a:lnTo>
                  <a:lnTo>
                    <a:pt x="1042314" y="176022"/>
                  </a:lnTo>
                  <a:lnTo>
                    <a:pt x="1042644" y="175399"/>
                  </a:lnTo>
                  <a:lnTo>
                    <a:pt x="1045743" y="169545"/>
                  </a:lnTo>
                  <a:lnTo>
                    <a:pt x="1049096" y="163322"/>
                  </a:lnTo>
                  <a:lnTo>
                    <a:pt x="1050950" y="155575"/>
                  </a:lnTo>
                  <a:lnTo>
                    <a:pt x="1050950" y="140716"/>
                  </a:lnTo>
                  <a:close/>
                </a:path>
                <a:path w="2833370" h="254000">
                  <a:moveTo>
                    <a:pt x="1183157" y="104140"/>
                  </a:moveTo>
                  <a:lnTo>
                    <a:pt x="1182624" y="98298"/>
                  </a:lnTo>
                  <a:lnTo>
                    <a:pt x="1182522" y="97155"/>
                  </a:lnTo>
                  <a:lnTo>
                    <a:pt x="1181379" y="90944"/>
                  </a:lnTo>
                  <a:lnTo>
                    <a:pt x="1180109" y="84594"/>
                  </a:lnTo>
                  <a:lnTo>
                    <a:pt x="1179779" y="83820"/>
                  </a:lnTo>
                  <a:lnTo>
                    <a:pt x="1177823" y="79248"/>
                  </a:lnTo>
                  <a:lnTo>
                    <a:pt x="1174521" y="74930"/>
                  </a:lnTo>
                  <a:lnTo>
                    <a:pt x="1173759" y="73914"/>
                  </a:lnTo>
                  <a:lnTo>
                    <a:pt x="1171219" y="70497"/>
                  </a:lnTo>
                  <a:lnTo>
                    <a:pt x="1166774" y="67195"/>
                  </a:lnTo>
                  <a:lnTo>
                    <a:pt x="1160932" y="65024"/>
                  </a:lnTo>
                  <a:lnTo>
                    <a:pt x="1155217" y="62738"/>
                  </a:lnTo>
                  <a:lnTo>
                    <a:pt x="1147978" y="61595"/>
                  </a:lnTo>
                  <a:lnTo>
                    <a:pt x="1139215" y="61595"/>
                  </a:lnTo>
                  <a:lnTo>
                    <a:pt x="1102004" y="71247"/>
                  </a:lnTo>
                  <a:lnTo>
                    <a:pt x="1100099" y="73914"/>
                  </a:lnTo>
                  <a:lnTo>
                    <a:pt x="1100099" y="0"/>
                  </a:lnTo>
                  <a:lnTo>
                    <a:pt x="1073937" y="3683"/>
                  </a:lnTo>
                  <a:lnTo>
                    <a:pt x="1073937" y="195199"/>
                  </a:lnTo>
                  <a:lnTo>
                    <a:pt x="1100099" y="195199"/>
                  </a:lnTo>
                  <a:lnTo>
                    <a:pt x="1100099" y="95504"/>
                  </a:lnTo>
                  <a:lnTo>
                    <a:pt x="1102131" y="93980"/>
                  </a:lnTo>
                  <a:lnTo>
                    <a:pt x="1104798" y="92456"/>
                  </a:lnTo>
                  <a:lnTo>
                    <a:pt x="1108100" y="90805"/>
                  </a:lnTo>
                  <a:lnTo>
                    <a:pt x="1112291" y="88646"/>
                  </a:lnTo>
                  <a:lnTo>
                    <a:pt x="1116609" y="86995"/>
                  </a:lnTo>
                  <a:lnTo>
                    <a:pt x="1125245" y="84455"/>
                  </a:lnTo>
                  <a:lnTo>
                    <a:pt x="1129563" y="83820"/>
                  </a:lnTo>
                  <a:lnTo>
                    <a:pt x="1139215" y="83820"/>
                  </a:lnTo>
                  <a:lnTo>
                    <a:pt x="1156487" y="102489"/>
                  </a:lnTo>
                  <a:lnTo>
                    <a:pt x="1157122" y="106680"/>
                  </a:lnTo>
                  <a:lnTo>
                    <a:pt x="1157376" y="111379"/>
                  </a:lnTo>
                  <a:lnTo>
                    <a:pt x="1157376" y="195199"/>
                  </a:lnTo>
                  <a:lnTo>
                    <a:pt x="1183157" y="195199"/>
                  </a:lnTo>
                  <a:lnTo>
                    <a:pt x="1183157" y="104140"/>
                  </a:lnTo>
                  <a:close/>
                </a:path>
                <a:path w="2833370" h="254000">
                  <a:moveTo>
                    <a:pt x="1316507" y="117348"/>
                  </a:moveTo>
                  <a:lnTo>
                    <a:pt x="1316456" y="115697"/>
                  </a:lnTo>
                  <a:lnTo>
                    <a:pt x="1315923" y="108724"/>
                  </a:lnTo>
                  <a:lnTo>
                    <a:pt x="1315872" y="107950"/>
                  </a:lnTo>
                  <a:lnTo>
                    <a:pt x="1314475" y="100203"/>
                  </a:lnTo>
                  <a:lnTo>
                    <a:pt x="1313218" y="92722"/>
                  </a:lnTo>
                  <a:lnTo>
                    <a:pt x="1312240" y="90170"/>
                  </a:lnTo>
                  <a:lnTo>
                    <a:pt x="1310538" y="85852"/>
                  </a:lnTo>
                  <a:lnTo>
                    <a:pt x="1308061" y="82296"/>
                  </a:lnTo>
                  <a:lnTo>
                    <a:pt x="1302537" y="74295"/>
                  </a:lnTo>
                  <a:lnTo>
                    <a:pt x="1297076" y="69850"/>
                  </a:lnTo>
                  <a:lnTo>
                    <a:pt x="1290091" y="66548"/>
                  </a:lnTo>
                  <a:lnTo>
                    <a:pt x="1289964" y="66509"/>
                  </a:lnTo>
                  <a:lnTo>
                    <a:pt x="1289964" y="117348"/>
                  </a:lnTo>
                  <a:lnTo>
                    <a:pt x="1229639" y="117348"/>
                  </a:lnTo>
                  <a:lnTo>
                    <a:pt x="1229906" y="116205"/>
                  </a:lnTo>
                  <a:lnTo>
                    <a:pt x="1230020" y="115697"/>
                  </a:lnTo>
                  <a:lnTo>
                    <a:pt x="1230147" y="113665"/>
                  </a:lnTo>
                  <a:lnTo>
                    <a:pt x="1230172" y="113118"/>
                  </a:lnTo>
                  <a:lnTo>
                    <a:pt x="1230274" y="111645"/>
                  </a:lnTo>
                  <a:lnTo>
                    <a:pt x="1253515" y="82296"/>
                  </a:lnTo>
                  <a:lnTo>
                    <a:pt x="1271549" y="82296"/>
                  </a:lnTo>
                  <a:lnTo>
                    <a:pt x="1289748" y="113118"/>
                  </a:lnTo>
                  <a:lnTo>
                    <a:pt x="1289875" y="115697"/>
                  </a:lnTo>
                  <a:lnTo>
                    <a:pt x="1289964" y="66509"/>
                  </a:lnTo>
                  <a:lnTo>
                    <a:pt x="1263294" y="61595"/>
                  </a:lnTo>
                  <a:lnTo>
                    <a:pt x="1248956" y="62649"/>
                  </a:lnTo>
                  <a:lnTo>
                    <a:pt x="1211453" y="87642"/>
                  </a:lnTo>
                  <a:lnTo>
                    <a:pt x="1203096" y="129171"/>
                  </a:lnTo>
                  <a:lnTo>
                    <a:pt x="1203274" y="137553"/>
                  </a:lnTo>
                  <a:lnTo>
                    <a:pt x="1211732" y="175145"/>
                  </a:lnTo>
                  <a:lnTo>
                    <a:pt x="1248308" y="197205"/>
                  </a:lnTo>
                  <a:lnTo>
                    <a:pt x="1263802" y="198247"/>
                  </a:lnTo>
                  <a:lnTo>
                    <a:pt x="1268755" y="198247"/>
                  </a:lnTo>
                  <a:lnTo>
                    <a:pt x="1308379" y="188595"/>
                  </a:lnTo>
                  <a:lnTo>
                    <a:pt x="1314856" y="184531"/>
                  </a:lnTo>
                  <a:lnTo>
                    <a:pt x="1312011" y="176923"/>
                  </a:lnTo>
                  <a:lnTo>
                    <a:pt x="1308125" y="166497"/>
                  </a:lnTo>
                  <a:lnTo>
                    <a:pt x="1302410" y="169164"/>
                  </a:lnTo>
                  <a:lnTo>
                    <a:pt x="1295920" y="171704"/>
                  </a:lnTo>
                  <a:lnTo>
                    <a:pt x="1283233" y="175895"/>
                  </a:lnTo>
                  <a:lnTo>
                    <a:pt x="1275613" y="176923"/>
                  </a:lnTo>
                  <a:lnTo>
                    <a:pt x="1256817" y="176923"/>
                  </a:lnTo>
                  <a:lnTo>
                    <a:pt x="1230147" y="148221"/>
                  </a:lnTo>
                  <a:lnTo>
                    <a:pt x="1229639" y="143129"/>
                  </a:lnTo>
                  <a:lnTo>
                    <a:pt x="1229639" y="137795"/>
                  </a:lnTo>
                  <a:lnTo>
                    <a:pt x="1316507" y="137795"/>
                  </a:lnTo>
                  <a:lnTo>
                    <a:pt x="1316507" y="117348"/>
                  </a:lnTo>
                  <a:close/>
                </a:path>
                <a:path w="2833370" h="254000">
                  <a:moveTo>
                    <a:pt x="1377467" y="175641"/>
                  </a:moveTo>
                  <a:lnTo>
                    <a:pt x="1371879" y="175641"/>
                  </a:lnTo>
                  <a:lnTo>
                    <a:pt x="1368450" y="174879"/>
                  </a:lnTo>
                  <a:lnTo>
                    <a:pt x="1367053" y="173228"/>
                  </a:lnTo>
                  <a:lnTo>
                    <a:pt x="1365656" y="171704"/>
                  </a:lnTo>
                  <a:lnTo>
                    <a:pt x="1365021" y="167398"/>
                  </a:lnTo>
                  <a:lnTo>
                    <a:pt x="1365021" y="0"/>
                  </a:lnTo>
                  <a:lnTo>
                    <a:pt x="1339113" y="3683"/>
                  </a:lnTo>
                  <a:lnTo>
                    <a:pt x="1339113" y="160794"/>
                  </a:lnTo>
                  <a:lnTo>
                    <a:pt x="1339418" y="167398"/>
                  </a:lnTo>
                  <a:lnTo>
                    <a:pt x="1339494" y="168884"/>
                  </a:lnTo>
                  <a:lnTo>
                    <a:pt x="1340446" y="174879"/>
                  </a:lnTo>
                  <a:lnTo>
                    <a:pt x="1340573" y="175641"/>
                  </a:lnTo>
                  <a:lnTo>
                    <a:pt x="1340637" y="176022"/>
                  </a:lnTo>
                  <a:lnTo>
                    <a:pt x="1342542" y="182219"/>
                  </a:lnTo>
                  <a:lnTo>
                    <a:pt x="1345209" y="187452"/>
                  </a:lnTo>
                  <a:lnTo>
                    <a:pt x="1349273" y="193675"/>
                  </a:lnTo>
                  <a:lnTo>
                    <a:pt x="1356766" y="196723"/>
                  </a:lnTo>
                  <a:lnTo>
                    <a:pt x="1371053" y="196723"/>
                  </a:lnTo>
                  <a:lnTo>
                    <a:pt x="1373149" y="196342"/>
                  </a:lnTo>
                  <a:lnTo>
                    <a:pt x="1374419" y="196342"/>
                  </a:lnTo>
                  <a:lnTo>
                    <a:pt x="1375816" y="195834"/>
                  </a:lnTo>
                  <a:lnTo>
                    <a:pt x="1377467" y="195072"/>
                  </a:lnTo>
                  <a:lnTo>
                    <a:pt x="1377467" y="175641"/>
                  </a:lnTo>
                  <a:close/>
                </a:path>
                <a:path w="2833370" h="254000">
                  <a:moveTo>
                    <a:pt x="1481607" y="5334"/>
                  </a:moveTo>
                  <a:lnTo>
                    <a:pt x="1476400" y="3810"/>
                  </a:lnTo>
                  <a:lnTo>
                    <a:pt x="1471993" y="2794"/>
                  </a:lnTo>
                  <a:lnTo>
                    <a:pt x="1466748" y="1778"/>
                  </a:lnTo>
                  <a:lnTo>
                    <a:pt x="1462049" y="762"/>
                  </a:lnTo>
                  <a:lnTo>
                    <a:pt x="1457350" y="254"/>
                  </a:lnTo>
                  <a:lnTo>
                    <a:pt x="1445539" y="254"/>
                  </a:lnTo>
                  <a:lnTo>
                    <a:pt x="1409979" y="20701"/>
                  </a:lnTo>
                  <a:lnTo>
                    <a:pt x="1407680" y="27305"/>
                  </a:lnTo>
                  <a:lnTo>
                    <a:pt x="1405496" y="33528"/>
                  </a:lnTo>
                  <a:lnTo>
                    <a:pt x="1405407" y="33782"/>
                  </a:lnTo>
                  <a:lnTo>
                    <a:pt x="1404315" y="41529"/>
                  </a:lnTo>
                  <a:lnTo>
                    <a:pt x="1404264" y="64643"/>
                  </a:lnTo>
                  <a:lnTo>
                    <a:pt x="1385849" y="64643"/>
                  </a:lnTo>
                  <a:lnTo>
                    <a:pt x="1385849" y="86106"/>
                  </a:lnTo>
                  <a:lnTo>
                    <a:pt x="1404264" y="86106"/>
                  </a:lnTo>
                  <a:lnTo>
                    <a:pt x="1404264" y="195199"/>
                  </a:lnTo>
                  <a:lnTo>
                    <a:pt x="1430426" y="195199"/>
                  </a:lnTo>
                  <a:lnTo>
                    <a:pt x="1430426" y="86106"/>
                  </a:lnTo>
                  <a:lnTo>
                    <a:pt x="1476273" y="86106"/>
                  </a:lnTo>
                  <a:lnTo>
                    <a:pt x="1476273" y="64643"/>
                  </a:lnTo>
                  <a:lnTo>
                    <a:pt x="1430426" y="64643"/>
                  </a:lnTo>
                  <a:lnTo>
                    <a:pt x="1430426" y="41529"/>
                  </a:lnTo>
                  <a:lnTo>
                    <a:pt x="1444904" y="22225"/>
                  </a:lnTo>
                  <a:lnTo>
                    <a:pt x="1460271" y="22225"/>
                  </a:lnTo>
                  <a:lnTo>
                    <a:pt x="1467764" y="23368"/>
                  </a:lnTo>
                  <a:lnTo>
                    <a:pt x="1476273" y="25654"/>
                  </a:lnTo>
                  <a:lnTo>
                    <a:pt x="1477162" y="22225"/>
                  </a:lnTo>
                  <a:lnTo>
                    <a:pt x="1481607" y="5334"/>
                  </a:lnTo>
                  <a:close/>
                </a:path>
                <a:path w="2833370" h="254000">
                  <a:moveTo>
                    <a:pt x="1694205" y="31750"/>
                  </a:moveTo>
                  <a:lnTo>
                    <a:pt x="1691703" y="28829"/>
                  </a:lnTo>
                  <a:lnTo>
                    <a:pt x="1688909" y="25565"/>
                  </a:lnTo>
                  <a:lnTo>
                    <a:pt x="1682940" y="20307"/>
                  </a:lnTo>
                  <a:lnTo>
                    <a:pt x="1644319" y="6985"/>
                  </a:lnTo>
                  <a:lnTo>
                    <a:pt x="1635531" y="6604"/>
                  </a:lnTo>
                  <a:lnTo>
                    <a:pt x="1625409" y="6985"/>
                  </a:lnTo>
                  <a:lnTo>
                    <a:pt x="1625841" y="6985"/>
                  </a:lnTo>
                  <a:lnTo>
                    <a:pt x="1616240" y="8115"/>
                  </a:lnTo>
                  <a:lnTo>
                    <a:pt x="1616583" y="8115"/>
                  </a:lnTo>
                  <a:lnTo>
                    <a:pt x="1608518" y="9766"/>
                  </a:lnTo>
                  <a:lnTo>
                    <a:pt x="1600479" y="12192"/>
                  </a:lnTo>
                  <a:lnTo>
                    <a:pt x="1568615" y="35890"/>
                  </a:lnTo>
                  <a:lnTo>
                    <a:pt x="1552752" y="79184"/>
                  </a:lnTo>
                  <a:lnTo>
                    <a:pt x="1551330" y="102374"/>
                  </a:lnTo>
                  <a:lnTo>
                    <a:pt x="1552536" y="124625"/>
                  </a:lnTo>
                  <a:lnTo>
                    <a:pt x="1570634" y="173863"/>
                  </a:lnTo>
                  <a:lnTo>
                    <a:pt x="1612353" y="196659"/>
                  </a:lnTo>
                  <a:lnTo>
                    <a:pt x="1631975" y="198247"/>
                  </a:lnTo>
                  <a:lnTo>
                    <a:pt x="1640827" y="198018"/>
                  </a:lnTo>
                  <a:lnTo>
                    <a:pt x="1681314" y="190093"/>
                  </a:lnTo>
                  <a:lnTo>
                    <a:pt x="1694205" y="184797"/>
                  </a:lnTo>
                  <a:lnTo>
                    <a:pt x="1691170" y="175399"/>
                  </a:lnTo>
                  <a:lnTo>
                    <a:pt x="1687728" y="164719"/>
                  </a:lnTo>
                  <a:lnTo>
                    <a:pt x="1649412" y="174599"/>
                  </a:lnTo>
                  <a:lnTo>
                    <a:pt x="1632737" y="175399"/>
                  </a:lnTo>
                  <a:lnTo>
                    <a:pt x="1619427" y="174269"/>
                  </a:lnTo>
                  <a:lnTo>
                    <a:pt x="1585658" y="147307"/>
                  </a:lnTo>
                  <a:lnTo>
                    <a:pt x="1578381" y="105029"/>
                  </a:lnTo>
                  <a:lnTo>
                    <a:pt x="1579232" y="87414"/>
                  </a:lnTo>
                  <a:lnTo>
                    <a:pt x="1592097" y="48145"/>
                  </a:lnTo>
                  <a:lnTo>
                    <a:pt x="1636039" y="28829"/>
                  </a:lnTo>
                  <a:lnTo>
                    <a:pt x="1645818" y="28829"/>
                  </a:lnTo>
                  <a:lnTo>
                    <a:pt x="1678838" y="46494"/>
                  </a:lnTo>
                  <a:lnTo>
                    <a:pt x="1694205" y="31750"/>
                  </a:lnTo>
                  <a:close/>
                </a:path>
                <a:path w="2833370" h="254000">
                  <a:moveTo>
                    <a:pt x="1834794" y="130556"/>
                  </a:moveTo>
                  <a:lnTo>
                    <a:pt x="1834629" y="123190"/>
                  </a:lnTo>
                  <a:lnTo>
                    <a:pt x="1834565" y="122047"/>
                  </a:lnTo>
                  <a:lnTo>
                    <a:pt x="1834134" y="115951"/>
                  </a:lnTo>
                  <a:lnTo>
                    <a:pt x="1834108" y="115506"/>
                  </a:lnTo>
                  <a:lnTo>
                    <a:pt x="1817776" y="74168"/>
                  </a:lnTo>
                  <a:lnTo>
                    <a:pt x="1808251" y="68097"/>
                  </a:lnTo>
                  <a:lnTo>
                    <a:pt x="1808251" y="122047"/>
                  </a:lnTo>
                  <a:lnTo>
                    <a:pt x="1808200" y="137160"/>
                  </a:lnTo>
                  <a:lnTo>
                    <a:pt x="1793265" y="172262"/>
                  </a:lnTo>
                  <a:lnTo>
                    <a:pt x="1788566" y="174117"/>
                  </a:lnTo>
                  <a:lnTo>
                    <a:pt x="1783740" y="176149"/>
                  </a:lnTo>
                  <a:lnTo>
                    <a:pt x="1777644" y="177165"/>
                  </a:lnTo>
                  <a:lnTo>
                    <a:pt x="1763801" y="177165"/>
                  </a:lnTo>
                  <a:lnTo>
                    <a:pt x="1758467" y="176149"/>
                  </a:lnTo>
                  <a:lnTo>
                    <a:pt x="1754403" y="173863"/>
                  </a:lnTo>
                  <a:lnTo>
                    <a:pt x="1750339" y="171704"/>
                  </a:lnTo>
                  <a:lnTo>
                    <a:pt x="1747164" y="168656"/>
                  </a:lnTo>
                  <a:lnTo>
                    <a:pt x="1744878" y="164592"/>
                  </a:lnTo>
                  <a:lnTo>
                    <a:pt x="1742490" y="160578"/>
                  </a:lnTo>
                  <a:lnTo>
                    <a:pt x="1740814" y="155702"/>
                  </a:lnTo>
                  <a:lnTo>
                    <a:pt x="1739925" y="150114"/>
                  </a:lnTo>
                  <a:lnTo>
                    <a:pt x="1738909" y="144564"/>
                  </a:lnTo>
                  <a:lnTo>
                    <a:pt x="1738401" y="138303"/>
                  </a:lnTo>
                  <a:lnTo>
                    <a:pt x="1738490" y="122047"/>
                  </a:lnTo>
                  <a:lnTo>
                    <a:pt x="1739036" y="115951"/>
                  </a:lnTo>
                  <a:lnTo>
                    <a:pt x="1762480" y="83439"/>
                  </a:lnTo>
                  <a:lnTo>
                    <a:pt x="1762036" y="83439"/>
                  </a:lnTo>
                  <a:lnTo>
                    <a:pt x="1768754" y="82296"/>
                  </a:lnTo>
                  <a:lnTo>
                    <a:pt x="1782597" y="82296"/>
                  </a:lnTo>
                  <a:lnTo>
                    <a:pt x="1807667" y="115506"/>
                  </a:lnTo>
                  <a:lnTo>
                    <a:pt x="1807743" y="115951"/>
                  </a:lnTo>
                  <a:lnTo>
                    <a:pt x="1808251" y="122047"/>
                  </a:lnTo>
                  <a:lnTo>
                    <a:pt x="1808251" y="68097"/>
                  </a:lnTo>
                  <a:lnTo>
                    <a:pt x="1776120" y="61595"/>
                  </a:lnTo>
                  <a:lnTo>
                    <a:pt x="1760639" y="62649"/>
                  </a:lnTo>
                  <a:lnTo>
                    <a:pt x="1720786" y="87820"/>
                  </a:lnTo>
                  <a:lnTo>
                    <a:pt x="1712112" y="129298"/>
                  </a:lnTo>
                  <a:lnTo>
                    <a:pt x="1712264" y="136652"/>
                  </a:lnTo>
                  <a:lnTo>
                    <a:pt x="1724431" y="179705"/>
                  </a:lnTo>
                  <a:lnTo>
                    <a:pt x="1728876" y="185801"/>
                  </a:lnTo>
                  <a:lnTo>
                    <a:pt x="1770405" y="198247"/>
                  </a:lnTo>
                  <a:lnTo>
                    <a:pt x="1785797" y="197231"/>
                  </a:lnTo>
                  <a:lnTo>
                    <a:pt x="1799056" y="194144"/>
                  </a:lnTo>
                  <a:lnTo>
                    <a:pt x="1810131" y="188988"/>
                  </a:lnTo>
                  <a:lnTo>
                    <a:pt x="1819046" y="181749"/>
                  </a:lnTo>
                  <a:lnTo>
                    <a:pt x="1822373" y="177165"/>
                  </a:lnTo>
                  <a:lnTo>
                    <a:pt x="1825942" y="172262"/>
                  </a:lnTo>
                  <a:lnTo>
                    <a:pt x="1830870" y="160578"/>
                  </a:lnTo>
                  <a:lnTo>
                    <a:pt x="1833803" y="146685"/>
                  </a:lnTo>
                  <a:lnTo>
                    <a:pt x="1834794" y="130556"/>
                  </a:lnTo>
                  <a:close/>
                </a:path>
                <a:path w="2833370" h="254000">
                  <a:moveTo>
                    <a:pt x="2039137" y="195199"/>
                  </a:moveTo>
                  <a:lnTo>
                    <a:pt x="2039023" y="102616"/>
                  </a:lnTo>
                  <a:lnTo>
                    <a:pt x="2038870" y="100596"/>
                  </a:lnTo>
                  <a:lnTo>
                    <a:pt x="2038769" y="99199"/>
                  </a:lnTo>
                  <a:lnTo>
                    <a:pt x="2038705" y="98298"/>
                  </a:lnTo>
                  <a:lnTo>
                    <a:pt x="2038629" y="97155"/>
                  </a:lnTo>
                  <a:lnTo>
                    <a:pt x="2036775" y="85852"/>
                  </a:lnTo>
                  <a:lnTo>
                    <a:pt x="2036711" y="85471"/>
                  </a:lnTo>
                  <a:lnTo>
                    <a:pt x="2036597" y="84721"/>
                  </a:lnTo>
                  <a:lnTo>
                    <a:pt x="2036152" y="83566"/>
                  </a:lnTo>
                  <a:lnTo>
                    <a:pt x="2013229" y="62852"/>
                  </a:lnTo>
                  <a:lnTo>
                    <a:pt x="2013648" y="62852"/>
                  </a:lnTo>
                  <a:lnTo>
                    <a:pt x="2005990" y="61595"/>
                  </a:lnTo>
                  <a:lnTo>
                    <a:pt x="1997735" y="61595"/>
                  </a:lnTo>
                  <a:lnTo>
                    <a:pt x="1989556" y="61976"/>
                  </a:lnTo>
                  <a:lnTo>
                    <a:pt x="1990547" y="61976"/>
                  </a:lnTo>
                  <a:lnTo>
                    <a:pt x="1984565" y="62852"/>
                  </a:lnTo>
                  <a:lnTo>
                    <a:pt x="1978393" y="64439"/>
                  </a:lnTo>
                  <a:lnTo>
                    <a:pt x="1972462" y="66675"/>
                  </a:lnTo>
                  <a:lnTo>
                    <a:pt x="1967509" y="68072"/>
                  </a:lnTo>
                  <a:lnTo>
                    <a:pt x="1963445" y="69596"/>
                  </a:lnTo>
                  <a:lnTo>
                    <a:pt x="1960524" y="71374"/>
                  </a:lnTo>
                  <a:lnTo>
                    <a:pt x="1957730" y="73025"/>
                  </a:lnTo>
                  <a:lnTo>
                    <a:pt x="1955571" y="74549"/>
                  </a:lnTo>
                  <a:lnTo>
                    <a:pt x="1954174" y="75819"/>
                  </a:lnTo>
                  <a:lnTo>
                    <a:pt x="1953945" y="75069"/>
                  </a:lnTo>
                  <a:lnTo>
                    <a:pt x="1953920" y="74930"/>
                  </a:lnTo>
                  <a:lnTo>
                    <a:pt x="1951126" y="70624"/>
                  </a:lnTo>
                  <a:lnTo>
                    <a:pt x="1947062" y="67322"/>
                  </a:lnTo>
                  <a:lnTo>
                    <a:pt x="1936267" y="62852"/>
                  </a:lnTo>
                  <a:lnTo>
                    <a:pt x="1936686" y="62852"/>
                  </a:lnTo>
                  <a:lnTo>
                    <a:pt x="1929028" y="61595"/>
                  </a:lnTo>
                  <a:lnTo>
                    <a:pt x="1920519" y="61595"/>
                  </a:lnTo>
                  <a:lnTo>
                    <a:pt x="1913801" y="61976"/>
                  </a:lnTo>
                  <a:lnTo>
                    <a:pt x="1906968" y="63106"/>
                  </a:lnTo>
                  <a:lnTo>
                    <a:pt x="1899881" y="65024"/>
                  </a:lnTo>
                  <a:lnTo>
                    <a:pt x="1887397" y="69596"/>
                  </a:lnTo>
                  <a:lnTo>
                    <a:pt x="1887562" y="69596"/>
                  </a:lnTo>
                  <a:lnTo>
                    <a:pt x="1884070" y="72021"/>
                  </a:lnTo>
                  <a:lnTo>
                    <a:pt x="1881873" y="74930"/>
                  </a:lnTo>
                  <a:lnTo>
                    <a:pt x="1881784" y="75069"/>
                  </a:lnTo>
                  <a:lnTo>
                    <a:pt x="1881657" y="73025"/>
                  </a:lnTo>
                  <a:lnTo>
                    <a:pt x="1881555" y="71374"/>
                  </a:lnTo>
                  <a:lnTo>
                    <a:pt x="1881441" y="69596"/>
                  </a:lnTo>
                  <a:lnTo>
                    <a:pt x="1881352" y="68072"/>
                  </a:lnTo>
                  <a:lnTo>
                    <a:pt x="1881263" y="66675"/>
                  </a:lnTo>
                  <a:lnTo>
                    <a:pt x="1881149" y="64643"/>
                  </a:lnTo>
                  <a:lnTo>
                    <a:pt x="1856892" y="64643"/>
                  </a:lnTo>
                  <a:lnTo>
                    <a:pt x="1857883" y="83566"/>
                  </a:lnTo>
                  <a:lnTo>
                    <a:pt x="1857946" y="84721"/>
                  </a:lnTo>
                  <a:lnTo>
                    <a:pt x="1858060" y="86741"/>
                  </a:lnTo>
                  <a:lnTo>
                    <a:pt x="1858149" y="88392"/>
                  </a:lnTo>
                  <a:lnTo>
                    <a:pt x="1858251" y="90424"/>
                  </a:lnTo>
                  <a:lnTo>
                    <a:pt x="1858340" y="92075"/>
                  </a:lnTo>
                  <a:lnTo>
                    <a:pt x="1858403" y="93345"/>
                  </a:lnTo>
                  <a:lnTo>
                    <a:pt x="1858467" y="94488"/>
                  </a:lnTo>
                  <a:lnTo>
                    <a:pt x="1858581" y="96647"/>
                  </a:lnTo>
                  <a:lnTo>
                    <a:pt x="1858670" y="98298"/>
                  </a:lnTo>
                  <a:lnTo>
                    <a:pt x="1858797" y="195199"/>
                  </a:lnTo>
                  <a:lnTo>
                    <a:pt x="1884959" y="195199"/>
                  </a:lnTo>
                  <a:lnTo>
                    <a:pt x="1884959" y="94488"/>
                  </a:lnTo>
                  <a:lnTo>
                    <a:pt x="1886229" y="93345"/>
                  </a:lnTo>
                  <a:lnTo>
                    <a:pt x="1888388" y="92075"/>
                  </a:lnTo>
                  <a:lnTo>
                    <a:pt x="1891436" y="90424"/>
                  </a:lnTo>
                  <a:lnTo>
                    <a:pt x="1898802" y="85852"/>
                  </a:lnTo>
                  <a:lnTo>
                    <a:pt x="1906930" y="83566"/>
                  </a:lnTo>
                  <a:lnTo>
                    <a:pt x="1920265" y="83566"/>
                  </a:lnTo>
                  <a:lnTo>
                    <a:pt x="1923948" y="84201"/>
                  </a:lnTo>
                  <a:lnTo>
                    <a:pt x="1926717" y="85852"/>
                  </a:lnTo>
                  <a:lnTo>
                    <a:pt x="1929028" y="87122"/>
                  </a:lnTo>
                  <a:lnTo>
                    <a:pt x="1930298" y="88392"/>
                  </a:lnTo>
                  <a:lnTo>
                    <a:pt x="1931111" y="89281"/>
                  </a:lnTo>
                  <a:lnTo>
                    <a:pt x="1932457" y="92075"/>
                  </a:lnTo>
                  <a:lnTo>
                    <a:pt x="1933854" y="94869"/>
                  </a:lnTo>
                  <a:lnTo>
                    <a:pt x="1934743" y="98298"/>
                  </a:lnTo>
                  <a:lnTo>
                    <a:pt x="1935657" y="105918"/>
                  </a:lnTo>
                  <a:lnTo>
                    <a:pt x="1935759" y="106680"/>
                  </a:lnTo>
                  <a:lnTo>
                    <a:pt x="1936013" y="111252"/>
                  </a:lnTo>
                  <a:lnTo>
                    <a:pt x="1936013" y="195199"/>
                  </a:lnTo>
                  <a:lnTo>
                    <a:pt x="1962048" y="195199"/>
                  </a:lnTo>
                  <a:lnTo>
                    <a:pt x="1961921" y="105918"/>
                  </a:lnTo>
                  <a:lnTo>
                    <a:pt x="1961794" y="102616"/>
                  </a:lnTo>
                  <a:lnTo>
                    <a:pt x="1961642" y="100596"/>
                  </a:lnTo>
                  <a:lnTo>
                    <a:pt x="1961540" y="99199"/>
                  </a:lnTo>
                  <a:lnTo>
                    <a:pt x="1961451" y="98298"/>
                  </a:lnTo>
                  <a:lnTo>
                    <a:pt x="1961324" y="97155"/>
                  </a:lnTo>
                  <a:lnTo>
                    <a:pt x="1961286" y="96647"/>
                  </a:lnTo>
                  <a:lnTo>
                    <a:pt x="1988464" y="83566"/>
                  </a:lnTo>
                  <a:lnTo>
                    <a:pt x="1997227" y="83566"/>
                  </a:lnTo>
                  <a:lnTo>
                    <a:pt x="2000783" y="84201"/>
                  </a:lnTo>
                  <a:lnTo>
                    <a:pt x="2003818" y="85852"/>
                  </a:lnTo>
                  <a:lnTo>
                    <a:pt x="2006244" y="87122"/>
                  </a:lnTo>
                  <a:lnTo>
                    <a:pt x="2013254" y="105918"/>
                  </a:lnTo>
                  <a:lnTo>
                    <a:pt x="2013356" y="106680"/>
                  </a:lnTo>
                  <a:lnTo>
                    <a:pt x="2013610" y="111252"/>
                  </a:lnTo>
                  <a:lnTo>
                    <a:pt x="2013610" y="195199"/>
                  </a:lnTo>
                  <a:lnTo>
                    <a:pt x="2039137" y="195199"/>
                  </a:lnTo>
                  <a:close/>
                </a:path>
                <a:path w="2833370" h="254000">
                  <a:moveTo>
                    <a:pt x="2183155" y="127889"/>
                  </a:moveTo>
                  <a:lnTo>
                    <a:pt x="2182317" y="112966"/>
                  </a:lnTo>
                  <a:lnTo>
                    <a:pt x="2179917" y="100203"/>
                  </a:lnTo>
                  <a:lnTo>
                    <a:pt x="2179853" y="99809"/>
                  </a:lnTo>
                  <a:lnTo>
                    <a:pt x="2175751" y="88442"/>
                  </a:lnTo>
                  <a:lnTo>
                    <a:pt x="2172563" y="83070"/>
                  </a:lnTo>
                  <a:lnTo>
                    <a:pt x="2170074" y="78867"/>
                  </a:lnTo>
                  <a:lnTo>
                    <a:pt x="2164677" y="73406"/>
                  </a:lnTo>
                  <a:lnTo>
                    <a:pt x="2162632" y="71348"/>
                  </a:lnTo>
                  <a:lnTo>
                    <a:pt x="2156231" y="67652"/>
                  </a:lnTo>
                  <a:lnTo>
                    <a:pt x="2156231" y="121666"/>
                  </a:lnTo>
                  <a:lnTo>
                    <a:pt x="2156231" y="127889"/>
                  </a:lnTo>
                  <a:lnTo>
                    <a:pt x="2146452" y="166116"/>
                  </a:lnTo>
                  <a:lnTo>
                    <a:pt x="2118385" y="177165"/>
                  </a:lnTo>
                  <a:lnTo>
                    <a:pt x="2109495" y="177165"/>
                  </a:lnTo>
                  <a:lnTo>
                    <a:pt x="2101748" y="175006"/>
                  </a:lnTo>
                  <a:lnTo>
                    <a:pt x="2095271" y="170573"/>
                  </a:lnTo>
                  <a:lnTo>
                    <a:pt x="2095271" y="93345"/>
                  </a:lnTo>
                  <a:lnTo>
                    <a:pt x="2115845" y="83070"/>
                  </a:lnTo>
                  <a:lnTo>
                    <a:pt x="2129561" y="83070"/>
                  </a:lnTo>
                  <a:lnTo>
                    <a:pt x="2135022" y="84201"/>
                  </a:lnTo>
                  <a:lnTo>
                    <a:pt x="2139213" y="86614"/>
                  </a:lnTo>
                  <a:lnTo>
                    <a:pt x="2143404" y="88900"/>
                  </a:lnTo>
                  <a:lnTo>
                    <a:pt x="2156231" y="121666"/>
                  </a:lnTo>
                  <a:lnTo>
                    <a:pt x="2156231" y="67652"/>
                  </a:lnTo>
                  <a:lnTo>
                    <a:pt x="2153310" y="65951"/>
                  </a:lnTo>
                  <a:lnTo>
                    <a:pt x="2142071" y="62687"/>
                  </a:lnTo>
                  <a:lnTo>
                    <a:pt x="2128926" y="61595"/>
                  </a:lnTo>
                  <a:lnTo>
                    <a:pt x="2120036" y="61595"/>
                  </a:lnTo>
                  <a:lnTo>
                    <a:pt x="2091588" y="73406"/>
                  </a:lnTo>
                  <a:lnTo>
                    <a:pt x="2089683" y="64643"/>
                  </a:lnTo>
                  <a:lnTo>
                    <a:pt x="2067204" y="64643"/>
                  </a:lnTo>
                  <a:lnTo>
                    <a:pt x="2069109" y="99072"/>
                  </a:lnTo>
                  <a:lnTo>
                    <a:pt x="2069109" y="253746"/>
                  </a:lnTo>
                  <a:lnTo>
                    <a:pt x="2095271" y="250190"/>
                  </a:lnTo>
                  <a:lnTo>
                    <a:pt x="2095271" y="192024"/>
                  </a:lnTo>
                  <a:lnTo>
                    <a:pt x="2096414" y="193802"/>
                  </a:lnTo>
                  <a:lnTo>
                    <a:pt x="2098700" y="195072"/>
                  </a:lnTo>
                  <a:lnTo>
                    <a:pt x="2102256" y="195707"/>
                  </a:lnTo>
                  <a:lnTo>
                    <a:pt x="2106955" y="197485"/>
                  </a:lnTo>
                  <a:lnTo>
                    <a:pt x="2113051" y="198247"/>
                  </a:lnTo>
                  <a:lnTo>
                    <a:pt x="2120417" y="198247"/>
                  </a:lnTo>
                  <a:lnTo>
                    <a:pt x="2151354" y="192024"/>
                  </a:lnTo>
                  <a:lnTo>
                    <a:pt x="2156993" y="189623"/>
                  </a:lnTo>
                  <a:lnTo>
                    <a:pt x="2163470" y="184797"/>
                  </a:lnTo>
                  <a:lnTo>
                    <a:pt x="2169541" y="177165"/>
                  </a:lnTo>
                  <a:lnTo>
                    <a:pt x="2173503" y="172224"/>
                  </a:lnTo>
                  <a:lnTo>
                    <a:pt x="2182914" y="135369"/>
                  </a:lnTo>
                  <a:lnTo>
                    <a:pt x="2183155" y="127889"/>
                  </a:lnTo>
                  <a:close/>
                </a:path>
                <a:path w="2833370" h="254000">
                  <a:moveTo>
                    <a:pt x="2322474" y="130556"/>
                  </a:moveTo>
                  <a:lnTo>
                    <a:pt x="2322309" y="123190"/>
                  </a:lnTo>
                  <a:lnTo>
                    <a:pt x="2322245" y="122047"/>
                  </a:lnTo>
                  <a:lnTo>
                    <a:pt x="2321814" y="115951"/>
                  </a:lnTo>
                  <a:lnTo>
                    <a:pt x="2321788" y="115506"/>
                  </a:lnTo>
                  <a:lnTo>
                    <a:pt x="2305456" y="74168"/>
                  </a:lnTo>
                  <a:lnTo>
                    <a:pt x="2295931" y="68097"/>
                  </a:lnTo>
                  <a:lnTo>
                    <a:pt x="2295931" y="122047"/>
                  </a:lnTo>
                  <a:lnTo>
                    <a:pt x="2295880" y="137160"/>
                  </a:lnTo>
                  <a:lnTo>
                    <a:pt x="2280945" y="172262"/>
                  </a:lnTo>
                  <a:lnTo>
                    <a:pt x="2276246" y="174117"/>
                  </a:lnTo>
                  <a:lnTo>
                    <a:pt x="2271420" y="176149"/>
                  </a:lnTo>
                  <a:lnTo>
                    <a:pt x="2265324" y="177165"/>
                  </a:lnTo>
                  <a:lnTo>
                    <a:pt x="2251481" y="177165"/>
                  </a:lnTo>
                  <a:lnTo>
                    <a:pt x="2246147" y="176149"/>
                  </a:lnTo>
                  <a:lnTo>
                    <a:pt x="2242083" y="173863"/>
                  </a:lnTo>
                  <a:lnTo>
                    <a:pt x="2238019" y="171704"/>
                  </a:lnTo>
                  <a:lnTo>
                    <a:pt x="2234844" y="168656"/>
                  </a:lnTo>
                  <a:lnTo>
                    <a:pt x="2232558" y="164592"/>
                  </a:lnTo>
                  <a:lnTo>
                    <a:pt x="2230170" y="160578"/>
                  </a:lnTo>
                  <a:lnTo>
                    <a:pt x="2228494" y="155702"/>
                  </a:lnTo>
                  <a:lnTo>
                    <a:pt x="2227605" y="150114"/>
                  </a:lnTo>
                  <a:lnTo>
                    <a:pt x="2226589" y="144564"/>
                  </a:lnTo>
                  <a:lnTo>
                    <a:pt x="2226081" y="138303"/>
                  </a:lnTo>
                  <a:lnTo>
                    <a:pt x="2226170" y="122047"/>
                  </a:lnTo>
                  <a:lnTo>
                    <a:pt x="2226716" y="115951"/>
                  </a:lnTo>
                  <a:lnTo>
                    <a:pt x="2250160" y="83439"/>
                  </a:lnTo>
                  <a:lnTo>
                    <a:pt x="2249716" y="83439"/>
                  </a:lnTo>
                  <a:lnTo>
                    <a:pt x="2256434" y="82296"/>
                  </a:lnTo>
                  <a:lnTo>
                    <a:pt x="2270277" y="82296"/>
                  </a:lnTo>
                  <a:lnTo>
                    <a:pt x="2295347" y="115506"/>
                  </a:lnTo>
                  <a:lnTo>
                    <a:pt x="2295423" y="115951"/>
                  </a:lnTo>
                  <a:lnTo>
                    <a:pt x="2295931" y="122047"/>
                  </a:lnTo>
                  <a:lnTo>
                    <a:pt x="2295931" y="68097"/>
                  </a:lnTo>
                  <a:lnTo>
                    <a:pt x="2263800" y="61595"/>
                  </a:lnTo>
                  <a:lnTo>
                    <a:pt x="2248319" y="62649"/>
                  </a:lnTo>
                  <a:lnTo>
                    <a:pt x="2208466" y="87820"/>
                  </a:lnTo>
                  <a:lnTo>
                    <a:pt x="2199792" y="129298"/>
                  </a:lnTo>
                  <a:lnTo>
                    <a:pt x="2199944" y="136652"/>
                  </a:lnTo>
                  <a:lnTo>
                    <a:pt x="2212111" y="179705"/>
                  </a:lnTo>
                  <a:lnTo>
                    <a:pt x="2216556" y="185801"/>
                  </a:lnTo>
                  <a:lnTo>
                    <a:pt x="2258085" y="198247"/>
                  </a:lnTo>
                  <a:lnTo>
                    <a:pt x="2273477" y="197231"/>
                  </a:lnTo>
                  <a:lnTo>
                    <a:pt x="2286736" y="194144"/>
                  </a:lnTo>
                  <a:lnTo>
                    <a:pt x="2297811" y="188988"/>
                  </a:lnTo>
                  <a:lnTo>
                    <a:pt x="2306726" y="181749"/>
                  </a:lnTo>
                  <a:lnTo>
                    <a:pt x="2310053" y="177165"/>
                  </a:lnTo>
                  <a:lnTo>
                    <a:pt x="2313622" y="172262"/>
                  </a:lnTo>
                  <a:lnTo>
                    <a:pt x="2318550" y="160578"/>
                  </a:lnTo>
                  <a:lnTo>
                    <a:pt x="2321483" y="146685"/>
                  </a:lnTo>
                  <a:lnTo>
                    <a:pt x="2322474" y="130556"/>
                  </a:lnTo>
                  <a:close/>
                </a:path>
                <a:path w="2833370" h="254000">
                  <a:moveTo>
                    <a:pt x="2454173" y="104013"/>
                  </a:moveTo>
                  <a:lnTo>
                    <a:pt x="2453538" y="96901"/>
                  </a:lnTo>
                  <a:lnTo>
                    <a:pt x="2452509" y="91313"/>
                  </a:lnTo>
                  <a:lnTo>
                    <a:pt x="2451125" y="84455"/>
                  </a:lnTo>
                  <a:lnTo>
                    <a:pt x="2450744" y="83566"/>
                  </a:lnTo>
                  <a:lnTo>
                    <a:pt x="2448839" y="79121"/>
                  </a:lnTo>
                  <a:lnTo>
                    <a:pt x="2446109" y="75565"/>
                  </a:lnTo>
                  <a:lnTo>
                    <a:pt x="2442235" y="70497"/>
                  </a:lnTo>
                  <a:lnTo>
                    <a:pt x="2437663" y="67195"/>
                  </a:lnTo>
                  <a:lnTo>
                    <a:pt x="2431948" y="65024"/>
                  </a:lnTo>
                  <a:lnTo>
                    <a:pt x="2426233" y="62738"/>
                  </a:lnTo>
                  <a:lnTo>
                    <a:pt x="2418994" y="61595"/>
                  </a:lnTo>
                  <a:lnTo>
                    <a:pt x="2410231" y="61595"/>
                  </a:lnTo>
                  <a:lnTo>
                    <a:pt x="2403297" y="61937"/>
                  </a:lnTo>
                  <a:lnTo>
                    <a:pt x="2367940" y="75565"/>
                  </a:lnTo>
                  <a:lnTo>
                    <a:pt x="2367775" y="72148"/>
                  </a:lnTo>
                  <a:lnTo>
                    <a:pt x="2367699" y="70497"/>
                  </a:lnTo>
                  <a:lnTo>
                    <a:pt x="2367635" y="69215"/>
                  </a:lnTo>
                  <a:lnTo>
                    <a:pt x="2367534" y="67056"/>
                  </a:lnTo>
                  <a:lnTo>
                    <a:pt x="2367432" y="64655"/>
                  </a:lnTo>
                  <a:lnTo>
                    <a:pt x="2343048" y="64655"/>
                  </a:lnTo>
                  <a:lnTo>
                    <a:pt x="2344039" y="83566"/>
                  </a:lnTo>
                  <a:lnTo>
                    <a:pt x="2344089" y="84455"/>
                  </a:lnTo>
                  <a:lnTo>
                    <a:pt x="2344216" y="86741"/>
                  </a:lnTo>
                  <a:lnTo>
                    <a:pt x="2344305" y="88392"/>
                  </a:lnTo>
                  <a:lnTo>
                    <a:pt x="2344420" y="90678"/>
                  </a:lnTo>
                  <a:lnTo>
                    <a:pt x="2344547" y="92964"/>
                  </a:lnTo>
                  <a:lnTo>
                    <a:pt x="2344636" y="94615"/>
                  </a:lnTo>
                  <a:lnTo>
                    <a:pt x="2344750" y="96901"/>
                  </a:lnTo>
                  <a:lnTo>
                    <a:pt x="2344826" y="98425"/>
                  </a:lnTo>
                  <a:lnTo>
                    <a:pt x="2344953" y="195199"/>
                  </a:lnTo>
                  <a:lnTo>
                    <a:pt x="2371115" y="195199"/>
                  </a:lnTo>
                  <a:lnTo>
                    <a:pt x="2371115" y="95123"/>
                  </a:lnTo>
                  <a:lnTo>
                    <a:pt x="2371750" y="94615"/>
                  </a:lnTo>
                  <a:lnTo>
                    <a:pt x="2372766" y="93853"/>
                  </a:lnTo>
                  <a:lnTo>
                    <a:pt x="2374163" y="92964"/>
                  </a:lnTo>
                  <a:lnTo>
                    <a:pt x="2375687" y="92202"/>
                  </a:lnTo>
                  <a:lnTo>
                    <a:pt x="2377338" y="91313"/>
                  </a:lnTo>
                  <a:lnTo>
                    <a:pt x="2378710" y="90678"/>
                  </a:lnTo>
                  <a:lnTo>
                    <a:pt x="2383307" y="88392"/>
                  </a:lnTo>
                  <a:lnTo>
                    <a:pt x="2387625" y="86741"/>
                  </a:lnTo>
                  <a:lnTo>
                    <a:pt x="2396261" y="84201"/>
                  </a:lnTo>
                  <a:lnTo>
                    <a:pt x="2400579" y="83566"/>
                  </a:lnTo>
                  <a:lnTo>
                    <a:pt x="2410231" y="83566"/>
                  </a:lnTo>
                  <a:lnTo>
                    <a:pt x="2427503" y="102489"/>
                  </a:lnTo>
                  <a:lnTo>
                    <a:pt x="2428138" y="106680"/>
                  </a:lnTo>
                  <a:lnTo>
                    <a:pt x="2428392" y="111252"/>
                  </a:lnTo>
                  <a:lnTo>
                    <a:pt x="2428392" y="195199"/>
                  </a:lnTo>
                  <a:lnTo>
                    <a:pt x="2454173" y="195199"/>
                  </a:lnTo>
                  <a:lnTo>
                    <a:pt x="2454173" y="104013"/>
                  </a:lnTo>
                  <a:close/>
                </a:path>
                <a:path w="2833370" h="254000">
                  <a:moveTo>
                    <a:pt x="2589047" y="117348"/>
                  </a:moveTo>
                  <a:lnTo>
                    <a:pt x="2588996" y="115697"/>
                  </a:lnTo>
                  <a:lnTo>
                    <a:pt x="2588463" y="108724"/>
                  </a:lnTo>
                  <a:lnTo>
                    <a:pt x="2588412" y="107950"/>
                  </a:lnTo>
                  <a:lnTo>
                    <a:pt x="2587015" y="100203"/>
                  </a:lnTo>
                  <a:lnTo>
                    <a:pt x="2585758" y="92722"/>
                  </a:lnTo>
                  <a:lnTo>
                    <a:pt x="2584780" y="90170"/>
                  </a:lnTo>
                  <a:lnTo>
                    <a:pt x="2583078" y="85852"/>
                  </a:lnTo>
                  <a:lnTo>
                    <a:pt x="2580602" y="82296"/>
                  </a:lnTo>
                  <a:lnTo>
                    <a:pt x="2575077" y="74295"/>
                  </a:lnTo>
                  <a:lnTo>
                    <a:pt x="2569616" y="69850"/>
                  </a:lnTo>
                  <a:lnTo>
                    <a:pt x="2562631" y="66548"/>
                  </a:lnTo>
                  <a:lnTo>
                    <a:pt x="2562504" y="66509"/>
                  </a:lnTo>
                  <a:lnTo>
                    <a:pt x="2562504" y="117348"/>
                  </a:lnTo>
                  <a:lnTo>
                    <a:pt x="2502179" y="117348"/>
                  </a:lnTo>
                  <a:lnTo>
                    <a:pt x="2502433" y="116205"/>
                  </a:lnTo>
                  <a:lnTo>
                    <a:pt x="2502560" y="115697"/>
                  </a:lnTo>
                  <a:lnTo>
                    <a:pt x="2502712" y="113118"/>
                  </a:lnTo>
                  <a:lnTo>
                    <a:pt x="2526055" y="82296"/>
                  </a:lnTo>
                  <a:lnTo>
                    <a:pt x="2544089" y="82296"/>
                  </a:lnTo>
                  <a:lnTo>
                    <a:pt x="2562288" y="113118"/>
                  </a:lnTo>
                  <a:lnTo>
                    <a:pt x="2562415" y="115697"/>
                  </a:lnTo>
                  <a:lnTo>
                    <a:pt x="2562504" y="66509"/>
                  </a:lnTo>
                  <a:lnTo>
                    <a:pt x="2535834" y="61595"/>
                  </a:lnTo>
                  <a:lnTo>
                    <a:pt x="2521496" y="62649"/>
                  </a:lnTo>
                  <a:lnTo>
                    <a:pt x="2483993" y="87642"/>
                  </a:lnTo>
                  <a:lnTo>
                    <a:pt x="2475636" y="129171"/>
                  </a:lnTo>
                  <a:lnTo>
                    <a:pt x="2475814" y="137553"/>
                  </a:lnTo>
                  <a:lnTo>
                    <a:pt x="2484272" y="175145"/>
                  </a:lnTo>
                  <a:lnTo>
                    <a:pt x="2520848" y="197205"/>
                  </a:lnTo>
                  <a:lnTo>
                    <a:pt x="2536342" y="198247"/>
                  </a:lnTo>
                  <a:lnTo>
                    <a:pt x="2541295" y="198247"/>
                  </a:lnTo>
                  <a:lnTo>
                    <a:pt x="2580919" y="188595"/>
                  </a:lnTo>
                  <a:lnTo>
                    <a:pt x="2587396" y="184531"/>
                  </a:lnTo>
                  <a:lnTo>
                    <a:pt x="2584551" y="176923"/>
                  </a:lnTo>
                  <a:lnTo>
                    <a:pt x="2580665" y="166497"/>
                  </a:lnTo>
                  <a:lnTo>
                    <a:pt x="2574950" y="169164"/>
                  </a:lnTo>
                  <a:lnTo>
                    <a:pt x="2568460" y="171704"/>
                  </a:lnTo>
                  <a:lnTo>
                    <a:pt x="2555773" y="175895"/>
                  </a:lnTo>
                  <a:lnTo>
                    <a:pt x="2548153" y="176923"/>
                  </a:lnTo>
                  <a:lnTo>
                    <a:pt x="2529357" y="176923"/>
                  </a:lnTo>
                  <a:lnTo>
                    <a:pt x="2502687" y="148221"/>
                  </a:lnTo>
                  <a:lnTo>
                    <a:pt x="2502179" y="143129"/>
                  </a:lnTo>
                  <a:lnTo>
                    <a:pt x="2502179" y="137795"/>
                  </a:lnTo>
                  <a:lnTo>
                    <a:pt x="2589047" y="137795"/>
                  </a:lnTo>
                  <a:lnTo>
                    <a:pt x="2589047" y="117348"/>
                  </a:lnTo>
                  <a:close/>
                </a:path>
                <a:path w="2833370" h="254000">
                  <a:moveTo>
                    <a:pt x="2720873" y="104013"/>
                  </a:moveTo>
                  <a:lnTo>
                    <a:pt x="2720238" y="96901"/>
                  </a:lnTo>
                  <a:lnTo>
                    <a:pt x="2719209" y="91313"/>
                  </a:lnTo>
                  <a:lnTo>
                    <a:pt x="2717825" y="84455"/>
                  </a:lnTo>
                  <a:lnTo>
                    <a:pt x="2717444" y="83566"/>
                  </a:lnTo>
                  <a:lnTo>
                    <a:pt x="2715539" y="79121"/>
                  </a:lnTo>
                  <a:lnTo>
                    <a:pt x="2712809" y="75565"/>
                  </a:lnTo>
                  <a:lnTo>
                    <a:pt x="2708935" y="70497"/>
                  </a:lnTo>
                  <a:lnTo>
                    <a:pt x="2704363" y="67195"/>
                  </a:lnTo>
                  <a:lnTo>
                    <a:pt x="2698648" y="65024"/>
                  </a:lnTo>
                  <a:lnTo>
                    <a:pt x="2692933" y="62738"/>
                  </a:lnTo>
                  <a:lnTo>
                    <a:pt x="2685694" y="61595"/>
                  </a:lnTo>
                  <a:lnTo>
                    <a:pt x="2676931" y="61595"/>
                  </a:lnTo>
                  <a:lnTo>
                    <a:pt x="2669997" y="61937"/>
                  </a:lnTo>
                  <a:lnTo>
                    <a:pt x="2634640" y="75565"/>
                  </a:lnTo>
                  <a:lnTo>
                    <a:pt x="2634475" y="72148"/>
                  </a:lnTo>
                  <a:lnTo>
                    <a:pt x="2634399" y="70497"/>
                  </a:lnTo>
                  <a:lnTo>
                    <a:pt x="2634335" y="69215"/>
                  </a:lnTo>
                  <a:lnTo>
                    <a:pt x="2634234" y="67056"/>
                  </a:lnTo>
                  <a:lnTo>
                    <a:pt x="2634132" y="64655"/>
                  </a:lnTo>
                  <a:lnTo>
                    <a:pt x="2609748" y="64655"/>
                  </a:lnTo>
                  <a:lnTo>
                    <a:pt x="2610739" y="83566"/>
                  </a:lnTo>
                  <a:lnTo>
                    <a:pt x="2610789" y="84455"/>
                  </a:lnTo>
                  <a:lnTo>
                    <a:pt x="2610916" y="86741"/>
                  </a:lnTo>
                  <a:lnTo>
                    <a:pt x="2611005" y="88392"/>
                  </a:lnTo>
                  <a:lnTo>
                    <a:pt x="2611120" y="90678"/>
                  </a:lnTo>
                  <a:lnTo>
                    <a:pt x="2611247" y="92964"/>
                  </a:lnTo>
                  <a:lnTo>
                    <a:pt x="2611336" y="94615"/>
                  </a:lnTo>
                  <a:lnTo>
                    <a:pt x="2611450" y="96901"/>
                  </a:lnTo>
                  <a:lnTo>
                    <a:pt x="2611526" y="98425"/>
                  </a:lnTo>
                  <a:lnTo>
                    <a:pt x="2611653" y="195199"/>
                  </a:lnTo>
                  <a:lnTo>
                    <a:pt x="2637815" y="195199"/>
                  </a:lnTo>
                  <a:lnTo>
                    <a:pt x="2637815" y="95123"/>
                  </a:lnTo>
                  <a:lnTo>
                    <a:pt x="2638450" y="94615"/>
                  </a:lnTo>
                  <a:lnTo>
                    <a:pt x="2639466" y="93853"/>
                  </a:lnTo>
                  <a:lnTo>
                    <a:pt x="2640863" y="92964"/>
                  </a:lnTo>
                  <a:lnTo>
                    <a:pt x="2642387" y="92202"/>
                  </a:lnTo>
                  <a:lnTo>
                    <a:pt x="2644038" y="91313"/>
                  </a:lnTo>
                  <a:lnTo>
                    <a:pt x="2645410" y="90678"/>
                  </a:lnTo>
                  <a:lnTo>
                    <a:pt x="2650007" y="88392"/>
                  </a:lnTo>
                  <a:lnTo>
                    <a:pt x="2654325" y="86741"/>
                  </a:lnTo>
                  <a:lnTo>
                    <a:pt x="2662961" y="84201"/>
                  </a:lnTo>
                  <a:lnTo>
                    <a:pt x="2667279" y="83566"/>
                  </a:lnTo>
                  <a:lnTo>
                    <a:pt x="2676931" y="83566"/>
                  </a:lnTo>
                  <a:lnTo>
                    <a:pt x="2694203" y="102489"/>
                  </a:lnTo>
                  <a:lnTo>
                    <a:pt x="2694838" y="106680"/>
                  </a:lnTo>
                  <a:lnTo>
                    <a:pt x="2695092" y="111252"/>
                  </a:lnTo>
                  <a:lnTo>
                    <a:pt x="2695092" y="195199"/>
                  </a:lnTo>
                  <a:lnTo>
                    <a:pt x="2720873" y="195199"/>
                  </a:lnTo>
                  <a:lnTo>
                    <a:pt x="2720873" y="104013"/>
                  </a:lnTo>
                  <a:close/>
                </a:path>
                <a:path w="2833370" h="254000">
                  <a:moveTo>
                    <a:pt x="2832887" y="190754"/>
                  </a:moveTo>
                  <a:lnTo>
                    <a:pt x="2829395" y="176403"/>
                  </a:lnTo>
                  <a:lnTo>
                    <a:pt x="2828315" y="171970"/>
                  </a:lnTo>
                  <a:lnTo>
                    <a:pt x="2819425" y="174879"/>
                  </a:lnTo>
                  <a:lnTo>
                    <a:pt x="2811043" y="176403"/>
                  </a:lnTo>
                  <a:lnTo>
                    <a:pt x="2798470" y="176403"/>
                  </a:lnTo>
                  <a:lnTo>
                    <a:pt x="2795219" y="175895"/>
                  </a:lnTo>
                  <a:lnTo>
                    <a:pt x="2794711" y="175895"/>
                  </a:lnTo>
                  <a:lnTo>
                    <a:pt x="2791612" y="174625"/>
                  </a:lnTo>
                  <a:lnTo>
                    <a:pt x="2788818" y="173355"/>
                  </a:lnTo>
                  <a:lnTo>
                    <a:pt x="2786786" y="171577"/>
                  </a:lnTo>
                  <a:lnTo>
                    <a:pt x="2785389" y="169049"/>
                  </a:lnTo>
                  <a:lnTo>
                    <a:pt x="2783992" y="166624"/>
                  </a:lnTo>
                  <a:lnTo>
                    <a:pt x="2783103" y="163449"/>
                  </a:lnTo>
                  <a:lnTo>
                    <a:pt x="2782341" y="155702"/>
                  </a:lnTo>
                  <a:lnTo>
                    <a:pt x="2782214" y="86106"/>
                  </a:lnTo>
                  <a:lnTo>
                    <a:pt x="2829585" y="86106"/>
                  </a:lnTo>
                  <a:lnTo>
                    <a:pt x="2829585" y="64643"/>
                  </a:lnTo>
                  <a:lnTo>
                    <a:pt x="2782214" y="64643"/>
                  </a:lnTo>
                  <a:lnTo>
                    <a:pt x="2782214" y="34417"/>
                  </a:lnTo>
                  <a:lnTo>
                    <a:pt x="2756306" y="38874"/>
                  </a:lnTo>
                  <a:lnTo>
                    <a:pt x="2756306" y="65024"/>
                  </a:lnTo>
                  <a:lnTo>
                    <a:pt x="2734843" y="67195"/>
                  </a:lnTo>
                  <a:lnTo>
                    <a:pt x="2734843" y="86614"/>
                  </a:lnTo>
                  <a:lnTo>
                    <a:pt x="2756306" y="86614"/>
                  </a:lnTo>
                  <a:lnTo>
                    <a:pt x="2756306" y="159004"/>
                  </a:lnTo>
                  <a:lnTo>
                    <a:pt x="2756687" y="163449"/>
                  </a:lnTo>
                  <a:lnTo>
                    <a:pt x="2756814" y="164846"/>
                  </a:lnTo>
                  <a:lnTo>
                    <a:pt x="2757957" y="170319"/>
                  </a:lnTo>
                  <a:lnTo>
                    <a:pt x="2758973" y="175895"/>
                  </a:lnTo>
                  <a:lnTo>
                    <a:pt x="2788818" y="198247"/>
                  </a:lnTo>
                  <a:lnTo>
                    <a:pt x="2803042" y="198247"/>
                  </a:lnTo>
                  <a:lnTo>
                    <a:pt x="2808757" y="197739"/>
                  </a:lnTo>
                  <a:lnTo>
                    <a:pt x="2820441" y="195453"/>
                  </a:lnTo>
                  <a:lnTo>
                    <a:pt x="2826537" y="193548"/>
                  </a:lnTo>
                  <a:lnTo>
                    <a:pt x="2832887" y="1907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1892" y="690841"/>
            <a:ext cx="8796655" cy="61150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85">
                <a:latin typeface="Arial MT"/>
                <a:cs typeface="Arial MT"/>
              </a:rPr>
              <a:t>An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Off-</a:t>
            </a:r>
            <a:r>
              <a:rPr dirty="0" sz="1600" spc="-135">
                <a:latin typeface="Arial MT"/>
                <a:cs typeface="Arial MT"/>
              </a:rPr>
              <a:t>the-Shelf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Component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mass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market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product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might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not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designed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specific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vehicle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70">
                <a:latin typeface="Arial MT"/>
                <a:cs typeface="Arial MT"/>
              </a:rPr>
              <a:t>cybersecurity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0" y="2133607"/>
          <a:ext cx="9981565" cy="342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/>
                <a:gridCol w="875030"/>
                <a:gridCol w="875030"/>
                <a:gridCol w="875030"/>
                <a:gridCol w="1621789"/>
                <a:gridCol w="1621789"/>
                <a:gridCol w="1780539"/>
                <a:gridCol w="1539875"/>
              </a:tblGrid>
              <a:tr h="342265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200" b="1">
                          <a:latin typeface="Malgun Gothic"/>
                          <a:cs typeface="Malgun Gothic"/>
                        </a:rPr>
                        <a:t>Component</a:t>
                      </a:r>
                      <a:r>
                        <a:rPr dirty="0" sz="900" spc="-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0" b="1">
                          <a:latin typeface="Malgun Gothic"/>
                          <a:cs typeface="Malgun Gothic"/>
                        </a:rPr>
                        <a:t>Name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Related</a:t>
                      </a:r>
                      <a:r>
                        <a:rPr dirty="0" sz="90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10" b="1">
                          <a:latin typeface="Malgun Gothic"/>
                          <a:cs typeface="Malgun Gothic"/>
                        </a:rPr>
                        <a:t>Requirement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0" b="1">
                          <a:latin typeface="Malgun Gothic"/>
                          <a:cs typeface="Malgun Gothic"/>
                        </a:rPr>
                        <a:t>(ID)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90" b="1">
                          <a:latin typeface="Malgun Gothic"/>
                          <a:cs typeface="Malgun Gothic"/>
                        </a:rPr>
                        <a:t>Vendor</a:t>
                      </a:r>
                      <a:r>
                        <a:rPr dirty="0" sz="90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" b="1">
                          <a:latin typeface="Malgun Gothic"/>
                          <a:cs typeface="Malgun Gothic"/>
                        </a:rPr>
                        <a:t>name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Version</a:t>
                      </a:r>
                      <a:r>
                        <a:rPr dirty="0" sz="90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" b="1">
                          <a:latin typeface="Malgun Gothic"/>
                          <a:cs typeface="Malgun Gothic"/>
                        </a:rPr>
                        <a:t>Name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160" b="1">
                          <a:latin typeface="Malgun Gothic"/>
                          <a:cs typeface="Malgun Gothic"/>
                        </a:rPr>
                        <a:t>Influence</a:t>
                      </a:r>
                      <a:r>
                        <a:rPr dirty="0" sz="90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0" b="1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dirty="0" sz="90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70" b="1">
                          <a:latin typeface="Malgun Gothic"/>
                          <a:cs typeface="Malgun Gothic"/>
                        </a:rPr>
                        <a:t>other</a:t>
                      </a:r>
                      <a:r>
                        <a:rPr dirty="0" sz="90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90" b="1">
                          <a:latin typeface="Malgun Gothic"/>
                          <a:cs typeface="Malgun Gothic"/>
                        </a:rPr>
                        <a:t>modules</a:t>
                      </a:r>
                      <a:r>
                        <a:rPr dirty="0" sz="90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90" b="1">
                          <a:latin typeface="Malgun Gothic"/>
                          <a:cs typeface="Malgun Gothic"/>
                        </a:rPr>
                        <a:t>and</a:t>
                      </a:r>
                      <a:r>
                        <a:rPr dirty="0" sz="900" spc="-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5" b="1">
                          <a:latin typeface="Malgun Gothic"/>
                          <a:cs typeface="Malgun Gothic"/>
                        </a:rPr>
                        <a:t>the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60" b="1">
                          <a:latin typeface="Malgun Gothic"/>
                          <a:cs typeface="Malgun Gothic"/>
                        </a:rPr>
                        <a:t>cybersecurity</a:t>
                      </a:r>
                      <a:r>
                        <a:rPr dirty="0" sz="900" spc="-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70" b="1">
                          <a:latin typeface="Malgun Gothic"/>
                          <a:cs typeface="Malgun Gothic"/>
                        </a:rPr>
                        <a:t>context</a:t>
                      </a:r>
                      <a:r>
                        <a:rPr dirty="0" sz="900" spc="-4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" b="1">
                          <a:latin typeface="Malgun Gothic"/>
                          <a:cs typeface="Malgun Gothic"/>
                        </a:rPr>
                        <a:t>(Y/N)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Details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00" spc="-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0" b="1">
                          <a:latin typeface="Malgun Gothic"/>
                          <a:cs typeface="Malgun Gothic"/>
                        </a:rPr>
                        <a:t>influence</a:t>
                      </a:r>
                      <a:r>
                        <a:rPr dirty="0" sz="90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0" b="1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dirty="0" sz="90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70" b="1">
                          <a:latin typeface="Malgun Gothic"/>
                          <a:cs typeface="Malgun Gothic"/>
                        </a:rPr>
                        <a:t>other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4" b="1">
                          <a:latin typeface="Malgun Gothic"/>
                          <a:cs typeface="Malgun Gothic"/>
                        </a:rPr>
                        <a:t>modues</a:t>
                      </a:r>
                      <a:r>
                        <a:rPr dirty="0" sz="90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5" b="1">
                          <a:latin typeface="Malgun Gothic"/>
                          <a:cs typeface="Malgun Gothic"/>
                        </a:rPr>
                        <a:t>and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the</a:t>
                      </a:r>
                      <a:r>
                        <a:rPr dirty="0" sz="90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0" b="1">
                          <a:latin typeface="Malgun Gothic"/>
                          <a:cs typeface="Malgun Gothic"/>
                        </a:rPr>
                        <a:t>cybersecurity</a:t>
                      </a:r>
                      <a:r>
                        <a:rPr dirty="0" sz="900" spc="-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5" b="1">
                          <a:latin typeface="Malgun Gothic"/>
                          <a:cs typeface="Malgun Gothic"/>
                        </a:rPr>
                        <a:t>context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Definition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0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75" b="1">
                          <a:latin typeface="Malgun Gothic"/>
                          <a:cs typeface="Malgun Gothic"/>
                        </a:rPr>
                        <a:t>implementation</a:t>
                      </a:r>
                      <a:r>
                        <a:rPr dirty="0" sz="90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0" b="1">
                          <a:latin typeface="Malgun Gothic"/>
                          <a:cs typeface="Malgun Gothic"/>
                        </a:rPr>
                        <a:t>datails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50" b="1">
                          <a:latin typeface="Malgun Gothic"/>
                          <a:cs typeface="Malgun Gothic"/>
                        </a:rPr>
                        <a:t>Applicabiilty</a:t>
                      </a:r>
                      <a:r>
                        <a:rPr dirty="0" sz="90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to</a:t>
                      </a:r>
                      <a:r>
                        <a:rPr dirty="0" sz="900" spc="-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the</a:t>
                      </a:r>
                      <a:r>
                        <a:rPr dirty="0" sz="90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existing</a:t>
                      </a:r>
                      <a:r>
                        <a:rPr dirty="0" sz="900" spc="-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35" b="1">
                          <a:latin typeface="Malgun Gothic"/>
                          <a:cs typeface="Malgun Gothic"/>
                        </a:rPr>
                        <a:t>activities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0" y="2997712"/>
          <a:ext cx="9982200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730"/>
                <a:gridCol w="1522730"/>
                <a:gridCol w="1522730"/>
                <a:gridCol w="1522729"/>
                <a:gridCol w="1522729"/>
                <a:gridCol w="2286634"/>
              </a:tblGrid>
              <a:tr h="339090"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900" spc="-210" b="1">
                          <a:latin typeface="Malgun Gothic"/>
                          <a:cs typeface="Malgun Gothic"/>
                        </a:rPr>
                        <a:t>OSSVS</a:t>
                      </a:r>
                      <a:r>
                        <a:rPr dirty="0" sz="900" spc="-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3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45" b="1">
                          <a:latin typeface="Malgun Gothic"/>
                          <a:cs typeface="Malgun Gothic"/>
                        </a:rPr>
                        <a:t>Availiability</a:t>
                      </a:r>
                      <a:r>
                        <a:rPr dirty="0" sz="90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0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vulnerability</a:t>
                      </a:r>
                      <a:r>
                        <a:rPr dirty="0" sz="900" spc="-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" b="1">
                          <a:latin typeface="Malgun Gothic"/>
                          <a:cs typeface="Malgun Gothic"/>
                        </a:rPr>
                        <a:t>test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77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900" spc="-235" b="1">
                          <a:latin typeface="Malgun Gothic"/>
                          <a:cs typeface="Malgun Gothic"/>
                        </a:rPr>
                        <a:t>EM</a:t>
                      </a:r>
                      <a:r>
                        <a:rPr dirty="0" sz="900" spc="-10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3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90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45" b="1">
                          <a:latin typeface="Malgun Gothic"/>
                          <a:cs typeface="Malgun Gothic"/>
                        </a:rPr>
                        <a:t>Availiability</a:t>
                      </a:r>
                      <a:r>
                        <a:rPr dirty="0" sz="900" spc="-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00" spc="-5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vulnerability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" b="1">
                          <a:latin typeface="Malgun Gothic"/>
                          <a:cs typeface="Malgun Gothic"/>
                        </a:rPr>
                        <a:t>test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77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900" spc="-204" b="1">
                          <a:latin typeface="Malgun Gothic"/>
                          <a:cs typeface="Malgun Gothic"/>
                        </a:rPr>
                        <a:t>SCA</a:t>
                      </a:r>
                      <a:r>
                        <a:rPr dirty="0" sz="900" spc="-5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3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900" spc="-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45" b="1">
                          <a:latin typeface="Malgun Gothic"/>
                          <a:cs typeface="Malgun Gothic"/>
                        </a:rPr>
                        <a:t>Availiability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00" spc="-5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vulnerability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" b="1">
                          <a:latin typeface="Malgun Gothic"/>
                          <a:cs typeface="Malgun Gothic"/>
                        </a:rPr>
                        <a:t>test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77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900" spc="-17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Related</a:t>
                      </a:r>
                      <a:r>
                        <a:rPr dirty="0" sz="900" spc="-10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9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work</a:t>
                      </a:r>
                      <a:r>
                        <a:rPr dirty="0" sz="900" spc="-9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4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product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77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-17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Missing</a:t>
                      </a:r>
                      <a:r>
                        <a:rPr dirty="0" sz="900" spc="-12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9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work</a:t>
                      </a:r>
                      <a:r>
                        <a:rPr dirty="0" sz="900" spc="-10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8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product</a:t>
                      </a:r>
                      <a:r>
                        <a:rPr dirty="0" sz="900" spc="-8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4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dirty="0" sz="900" spc="-7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9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work</a:t>
                      </a:r>
                      <a:r>
                        <a:rPr dirty="0" sz="900" spc="-11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8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product</a:t>
                      </a:r>
                      <a:r>
                        <a:rPr dirty="0" sz="900" spc="-80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3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to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71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 spc="-19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be</a:t>
                      </a:r>
                      <a:r>
                        <a:rPr dirty="0" sz="900" spc="-12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55" b="1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modified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900" spc="-155" b="1">
                          <a:latin typeface="Malgun Gothic"/>
                          <a:cs typeface="Malgun Gothic"/>
                        </a:rPr>
                        <a:t>Detial</a:t>
                      </a:r>
                      <a:r>
                        <a:rPr dirty="0" sz="90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dirty="0" sz="900" spc="-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80" b="1">
                          <a:latin typeface="Malgun Gothic"/>
                          <a:cs typeface="Malgun Gothic"/>
                        </a:rPr>
                        <a:t>impact</a:t>
                      </a:r>
                      <a:r>
                        <a:rPr dirty="0" sz="900" spc="-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00" b="1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dirty="0" sz="90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5" b="1">
                          <a:latin typeface="Malgun Gothic"/>
                          <a:cs typeface="Malgun Gothic"/>
                        </a:rPr>
                        <a:t>the</a:t>
                      </a:r>
                      <a:r>
                        <a:rPr dirty="0" sz="900" spc="-10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60" b="1">
                          <a:latin typeface="Malgun Gothic"/>
                          <a:cs typeface="Malgun Gothic"/>
                        </a:rPr>
                        <a:t>functional</a:t>
                      </a:r>
                      <a:r>
                        <a:rPr dirty="0" sz="900" spc="-1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50" b="1">
                          <a:latin typeface="Malgun Gothic"/>
                          <a:cs typeface="Malgun Gothic"/>
                        </a:rPr>
                        <a:t>behavior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977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3532" y="3686401"/>
            <a:ext cx="2248146" cy="1205213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106028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739140" y="2205227"/>
            <a:ext cx="76200" cy="936625"/>
          </a:xfrm>
          <a:custGeom>
            <a:avLst/>
            <a:gdLst/>
            <a:ahLst/>
            <a:cxnLst/>
            <a:rect l="l" t="t" r="r" b="b"/>
            <a:pathLst>
              <a:path w="76200" h="936625">
                <a:moveTo>
                  <a:pt x="44450" y="923417"/>
                </a:moveTo>
                <a:lnTo>
                  <a:pt x="31750" y="923417"/>
                </a:lnTo>
                <a:lnTo>
                  <a:pt x="31750" y="936117"/>
                </a:lnTo>
                <a:lnTo>
                  <a:pt x="44450" y="936117"/>
                </a:lnTo>
                <a:lnTo>
                  <a:pt x="44450" y="923417"/>
                </a:lnTo>
                <a:close/>
              </a:path>
              <a:path w="76200" h="936625">
                <a:moveTo>
                  <a:pt x="44450" y="898017"/>
                </a:moveTo>
                <a:lnTo>
                  <a:pt x="31750" y="898017"/>
                </a:lnTo>
                <a:lnTo>
                  <a:pt x="31750" y="910717"/>
                </a:lnTo>
                <a:lnTo>
                  <a:pt x="44450" y="910717"/>
                </a:lnTo>
                <a:lnTo>
                  <a:pt x="44450" y="898017"/>
                </a:lnTo>
                <a:close/>
              </a:path>
              <a:path w="76200" h="936625">
                <a:moveTo>
                  <a:pt x="44450" y="872617"/>
                </a:moveTo>
                <a:lnTo>
                  <a:pt x="31750" y="872617"/>
                </a:lnTo>
                <a:lnTo>
                  <a:pt x="31750" y="885317"/>
                </a:lnTo>
                <a:lnTo>
                  <a:pt x="44450" y="885317"/>
                </a:lnTo>
                <a:lnTo>
                  <a:pt x="44450" y="872617"/>
                </a:lnTo>
                <a:close/>
              </a:path>
              <a:path w="76200" h="936625">
                <a:moveTo>
                  <a:pt x="44450" y="847217"/>
                </a:moveTo>
                <a:lnTo>
                  <a:pt x="31750" y="847217"/>
                </a:lnTo>
                <a:lnTo>
                  <a:pt x="31750" y="859917"/>
                </a:lnTo>
                <a:lnTo>
                  <a:pt x="44450" y="859917"/>
                </a:lnTo>
                <a:lnTo>
                  <a:pt x="44450" y="847217"/>
                </a:lnTo>
                <a:close/>
              </a:path>
              <a:path w="76200" h="936625">
                <a:moveTo>
                  <a:pt x="44450" y="821817"/>
                </a:moveTo>
                <a:lnTo>
                  <a:pt x="31750" y="821817"/>
                </a:lnTo>
                <a:lnTo>
                  <a:pt x="31750" y="834517"/>
                </a:lnTo>
                <a:lnTo>
                  <a:pt x="44450" y="834517"/>
                </a:lnTo>
                <a:lnTo>
                  <a:pt x="44450" y="821817"/>
                </a:lnTo>
                <a:close/>
              </a:path>
              <a:path w="76200" h="936625">
                <a:moveTo>
                  <a:pt x="44450" y="796417"/>
                </a:moveTo>
                <a:lnTo>
                  <a:pt x="31750" y="796417"/>
                </a:lnTo>
                <a:lnTo>
                  <a:pt x="31750" y="809117"/>
                </a:lnTo>
                <a:lnTo>
                  <a:pt x="44450" y="809117"/>
                </a:lnTo>
                <a:lnTo>
                  <a:pt x="44450" y="796417"/>
                </a:lnTo>
                <a:close/>
              </a:path>
              <a:path w="76200" h="936625">
                <a:moveTo>
                  <a:pt x="44450" y="771017"/>
                </a:moveTo>
                <a:lnTo>
                  <a:pt x="31750" y="771017"/>
                </a:lnTo>
                <a:lnTo>
                  <a:pt x="31750" y="783717"/>
                </a:lnTo>
                <a:lnTo>
                  <a:pt x="44450" y="783717"/>
                </a:lnTo>
                <a:lnTo>
                  <a:pt x="44450" y="771017"/>
                </a:lnTo>
                <a:close/>
              </a:path>
              <a:path w="76200" h="936625">
                <a:moveTo>
                  <a:pt x="44450" y="745617"/>
                </a:moveTo>
                <a:lnTo>
                  <a:pt x="31750" y="745617"/>
                </a:lnTo>
                <a:lnTo>
                  <a:pt x="31750" y="758317"/>
                </a:lnTo>
                <a:lnTo>
                  <a:pt x="44450" y="758317"/>
                </a:lnTo>
                <a:lnTo>
                  <a:pt x="44450" y="745617"/>
                </a:lnTo>
                <a:close/>
              </a:path>
              <a:path w="76200" h="936625">
                <a:moveTo>
                  <a:pt x="44450" y="720217"/>
                </a:moveTo>
                <a:lnTo>
                  <a:pt x="31750" y="720217"/>
                </a:lnTo>
                <a:lnTo>
                  <a:pt x="31750" y="732917"/>
                </a:lnTo>
                <a:lnTo>
                  <a:pt x="44450" y="732917"/>
                </a:lnTo>
                <a:lnTo>
                  <a:pt x="44450" y="720217"/>
                </a:lnTo>
                <a:close/>
              </a:path>
              <a:path w="76200" h="936625">
                <a:moveTo>
                  <a:pt x="44450" y="694817"/>
                </a:moveTo>
                <a:lnTo>
                  <a:pt x="31750" y="694817"/>
                </a:lnTo>
                <a:lnTo>
                  <a:pt x="31750" y="707517"/>
                </a:lnTo>
                <a:lnTo>
                  <a:pt x="44450" y="707517"/>
                </a:lnTo>
                <a:lnTo>
                  <a:pt x="44450" y="694817"/>
                </a:lnTo>
                <a:close/>
              </a:path>
              <a:path w="76200" h="936625">
                <a:moveTo>
                  <a:pt x="44450" y="669417"/>
                </a:moveTo>
                <a:lnTo>
                  <a:pt x="31750" y="669417"/>
                </a:lnTo>
                <a:lnTo>
                  <a:pt x="31750" y="682117"/>
                </a:lnTo>
                <a:lnTo>
                  <a:pt x="44450" y="682117"/>
                </a:lnTo>
                <a:lnTo>
                  <a:pt x="44450" y="669417"/>
                </a:lnTo>
                <a:close/>
              </a:path>
              <a:path w="76200" h="936625">
                <a:moveTo>
                  <a:pt x="44450" y="644017"/>
                </a:moveTo>
                <a:lnTo>
                  <a:pt x="31750" y="644017"/>
                </a:lnTo>
                <a:lnTo>
                  <a:pt x="31750" y="656717"/>
                </a:lnTo>
                <a:lnTo>
                  <a:pt x="44450" y="656717"/>
                </a:lnTo>
                <a:lnTo>
                  <a:pt x="44450" y="644017"/>
                </a:lnTo>
                <a:close/>
              </a:path>
              <a:path w="76200" h="936625">
                <a:moveTo>
                  <a:pt x="44450" y="618617"/>
                </a:moveTo>
                <a:lnTo>
                  <a:pt x="31750" y="618617"/>
                </a:lnTo>
                <a:lnTo>
                  <a:pt x="31750" y="631317"/>
                </a:lnTo>
                <a:lnTo>
                  <a:pt x="44450" y="631317"/>
                </a:lnTo>
                <a:lnTo>
                  <a:pt x="44450" y="618617"/>
                </a:lnTo>
                <a:close/>
              </a:path>
              <a:path w="76200" h="936625">
                <a:moveTo>
                  <a:pt x="44450" y="593217"/>
                </a:moveTo>
                <a:lnTo>
                  <a:pt x="31750" y="593217"/>
                </a:lnTo>
                <a:lnTo>
                  <a:pt x="31750" y="605917"/>
                </a:lnTo>
                <a:lnTo>
                  <a:pt x="44450" y="605917"/>
                </a:lnTo>
                <a:lnTo>
                  <a:pt x="44450" y="593217"/>
                </a:lnTo>
                <a:close/>
              </a:path>
              <a:path w="76200" h="936625">
                <a:moveTo>
                  <a:pt x="44450" y="567817"/>
                </a:moveTo>
                <a:lnTo>
                  <a:pt x="31750" y="567817"/>
                </a:lnTo>
                <a:lnTo>
                  <a:pt x="31750" y="580517"/>
                </a:lnTo>
                <a:lnTo>
                  <a:pt x="44450" y="580517"/>
                </a:lnTo>
                <a:lnTo>
                  <a:pt x="44450" y="567817"/>
                </a:lnTo>
                <a:close/>
              </a:path>
              <a:path w="76200" h="936625">
                <a:moveTo>
                  <a:pt x="44450" y="542417"/>
                </a:moveTo>
                <a:lnTo>
                  <a:pt x="31750" y="542417"/>
                </a:lnTo>
                <a:lnTo>
                  <a:pt x="31750" y="555117"/>
                </a:lnTo>
                <a:lnTo>
                  <a:pt x="44450" y="555117"/>
                </a:lnTo>
                <a:lnTo>
                  <a:pt x="44450" y="542417"/>
                </a:lnTo>
                <a:close/>
              </a:path>
              <a:path w="76200" h="936625">
                <a:moveTo>
                  <a:pt x="44450" y="517017"/>
                </a:moveTo>
                <a:lnTo>
                  <a:pt x="31750" y="517017"/>
                </a:lnTo>
                <a:lnTo>
                  <a:pt x="31750" y="529717"/>
                </a:lnTo>
                <a:lnTo>
                  <a:pt x="44450" y="529717"/>
                </a:lnTo>
                <a:lnTo>
                  <a:pt x="44450" y="517017"/>
                </a:lnTo>
                <a:close/>
              </a:path>
              <a:path w="76200" h="936625">
                <a:moveTo>
                  <a:pt x="44450" y="491617"/>
                </a:moveTo>
                <a:lnTo>
                  <a:pt x="31750" y="491617"/>
                </a:lnTo>
                <a:lnTo>
                  <a:pt x="31750" y="504317"/>
                </a:lnTo>
                <a:lnTo>
                  <a:pt x="44450" y="504317"/>
                </a:lnTo>
                <a:lnTo>
                  <a:pt x="44450" y="491617"/>
                </a:lnTo>
                <a:close/>
              </a:path>
              <a:path w="76200" h="936625">
                <a:moveTo>
                  <a:pt x="44450" y="466217"/>
                </a:moveTo>
                <a:lnTo>
                  <a:pt x="31750" y="466217"/>
                </a:lnTo>
                <a:lnTo>
                  <a:pt x="31750" y="478917"/>
                </a:lnTo>
                <a:lnTo>
                  <a:pt x="44450" y="478917"/>
                </a:lnTo>
                <a:lnTo>
                  <a:pt x="44450" y="466217"/>
                </a:lnTo>
                <a:close/>
              </a:path>
              <a:path w="76200" h="936625">
                <a:moveTo>
                  <a:pt x="44450" y="440817"/>
                </a:moveTo>
                <a:lnTo>
                  <a:pt x="31750" y="440817"/>
                </a:lnTo>
                <a:lnTo>
                  <a:pt x="31750" y="453517"/>
                </a:lnTo>
                <a:lnTo>
                  <a:pt x="44450" y="453517"/>
                </a:lnTo>
                <a:lnTo>
                  <a:pt x="44450" y="440817"/>
                </a:lnTo>
                <a:close/>
              </a:path>
              <a:path w="76200" h="936625">
                <a:moveTo>
                  <a:pt x="44450" y="415417"/>
                </a:moveTo>
                <a:lnTo>
                  <a:pt x="31750" y="415417"/>
                </a:lnTo>
                <a:lnTo>
                  <a:pt x="31750" y="428117"/>
                </a:lnTo>
                <a:lnTo>
                  <a:pt x="44450" y="428117"/>
                </a:lnTo>
                <a:lnTo>
                  <a:pt x="44450" y="415417"/>
                </a:lnTo>
                <a:close/>
              </a:path>
              <a:path w="76200" h="936625">
                <a:moveTo>
                  <a:pt x="44450" y="390017"/>
                </a:moveTo>
                <a:lnTo>
                  <a:pt x="31750" y="390017"/>
                </a:lnTo>
                <a:lnTo>
                  <a:pt x="31750" y="402717"/>
                </a:lnTo>
                <a:lnTo>
                  <a:pt x="44450" y="402717"/>
                </a:lnTo>
                <a:lnTo>
                  <a:pt x="44450" y="390017"/>
                </a:lnTo>
                <a:close/>
              </a:path>
              <a:path w="76200" h="936625">
                <a:moveTo>
                  <a:pt x="44450" y="364617"/>
                </a:moveTo>
                <a:lnTo>
                  <a:pt x="31750" y="364617"/>
                </a:lnTo>
                <a:lnTo>
                  <a:pt x="31750" y="377317"/>
                </a:lnTo>
                <a:lnTo>
                  <a:pt x="44450" y="377317"/>
                </a:lnTo>
                <a:lnTo>
                  <a:pt x="44450" y="364617"/>
                </a:lnTo>
                <a:close/>
              </a:path>
              <a:path w="76200" h="936625">
                <a:moveTo>
                  <a:pt x="44450" y="339217"/>
                </a:moveTo>
                <a:lnTo>
                  <a:pt x="31750" y="339217"/>
                </a:lnTo>
                <a:lnTo>
                  <a:pt x="31750" y="351917"/>
                </a:lnTo>
                <a:lnTo>
                  <a:pt x="44450" y="351917"/>
                </a:lnTo>
                <a:lnTo>
                  <a:pt x="44450" y="339217"/>
                </a:lnTo>
                <a:close/>
              </a:path>
              <a:path w="76200" h="936625">
                <a:moveTo>
                  <a:pt x="44450" y="313817"/>
                </a:moveTo>
                <a:lnTo>
                  <a:pt x="31750" y="313817"/>
                </a:lnTo>
                <a:lnTo>
                  <a:pt x="31750" y="326517"/>
                </a:lnTo>
                <a:lnTo>
                  <a:pt x="44450" y="326517"/>
                </a:lnTo>
                <a:lnTo>
                  <a:pt x="44450" y="313817"/>
                </a:lnTo>
                <a:close/>
              </a:path>
              <a:path w="76200" h="936625">
                <a:moveTo>
                  <a:pt x="44450" y="288417"/>
                </a:moveTo>
                <a:lnTo>
                  <a:pt x="31750" y="288417"/>
                </a:lnTo>
                <a:lnTo>
                  <a:pt x="31750" y="301117"/>
                </a:lnTo>
                <a:lnTo>
                  <a:pt x="44450" y="301117"/>
                </a:lnTo>
                <a:lnTo>
                  <a:pt x="44450" y="288417"/>
                </a:lnTo>
                <a:close/>
              </a:path>
              <a:path w="76200" h="936625">
                <a:moveTo>
                  <a:pt x="44450" y="263017"/>
                </a:moveTo>
                <a:lnTo>
                  <a:pt x="31750" y="263017"/>
                </a:lnTo>
                <a:lnTo>
                  <a:pt x="31750" y="275717"/>
                </a:lnTo>
                <a:lnTo>
                  <a:pt x="44450" y="275717"/>
                </a:lnTo>
                <a:lnTo>
                  <a:pt x="44450" y="263017"/>
                </a:lnTo>
                <a:close/>
              </a:path>
              <a:path w="76200" h="936625">
                <a:moveTo>
                  <a:pt x="44450" y="237617"/>
                </a:moveTo>
                <a:lnTo>
                  <a:pt x="31750" y="237617"/>
                </a:lnTo>
                <a:lnTo>
                  <a:pt x="31750" y="250317"/>
                </a:lnTo>
                <a:lnTo>
                  <a:pt x="44450" y="250317"/>
                </a:lnTo>
                <a:lnTo>
                  <a:pt x="44450" y="237617"/>
                </a:lnTo>
                <a:close/>
              </a:path>
              <a:path w="76200" h="936625">
                <a:moveTo>
                  <a:pt x="44450" y="212217"/>
                </a:moveTo>
                <a:lnTo>
                  <a:pt x="31750" y="212217"/>
                </a:lnTo>
                <a:lnTo>
                  <a:pt x="31750" y="224917"/>
                </a:lnTo>
                <a:lnTo>
                  <a:pt x="44450" y="224917"/>
                </a:lnTo>
                <a:lnTo>
                  <a:pt x="44450" y="212217"/>
                </a:lnTo>
                <a:close/>
              </a:path>
              <a:path w="76200" h="936625">
                <a:moveTo>
                  <a:pt x="44450" y="186817"/>
                </a:moveTo>
                <a:lnTo>
                  <a:pt x="31750" y="186817"/>
                </a:lnTo>
                <a:lnTo>
                  <a:pt x="31750" y="199517"/>
                </a:lnTo>
                <a:lnTo>
                  <a:pt x="44450" y="199517"/>
                </a:lnTo>
                <a:lnTo>
                  <a:pt x="44450" y="186817"/>
                </a:lnTo>
                <a:close/>
              </a:path>
              <a:path w="76200" h="936625">
                <a:moveTo>
                  <a:pt x="44450" y="161417"/>
                </a:moveTo>
                <a:lnTo>
                  <a:pt x="31750" y="161417"/>
                </a:lnTo>
                <a:lnTo>
                  <a:pt x="31750" y="174117"/>
                </a:lnTo>
                <a:lnTo>
                  <a:pt x="44450" y="174117"/>
                </a:lnTo>
                <a:lnTo>
                  <a:pt x="44450" y="161417"/>
                </a:lnTo>
                <a:close/>
              </a:path>
              <a:path w="76200" h="936625">
                <a:moveTo>
                  <a:pt x="44450" y="136017"/>
                </a:moveTo>
                <a:lnTo>
                  <a:pt x="31750" y="136017"/>
                </a:lnTo>
                <a:lnTo>
                  <a:pt x="31750" y="148717"/>
                </a:lnTo>
                <a:lnTo>
                  <a:pt x="44450" y="148717"/>
                </a:lnTo>
                <a:lnTo>
                  <a:pt x="44450" y="136017"/>
                </a:lnTo>
                <a:close/>
              </a:path>
              <a:path w="76200" h="936625">
                <a:moveTo>
                  <a:pt x="44450" y="110617"/>
                </a:moveTo>
                <a:lnTo>
                  <a:pt x="31750" y="110617"/>
                </a:lnTo>
                <a:lnTo>
                  <a:pt x="31750" y="123317"/>
                </a:lnTo>
                <a:lnTo>
                  <a:pt x="44450" y="123317"/>
                </a:lnTo>
                <a:lnTo>
                  <a:pt x="44450" y="110617"/>
                </a:lnTo>
                <a:close/>
              </a:path>
              <a:path w="76200" h="936625">
                <a:moveTo>
                  <a:pt x="44450" y="85217"/>
                </a:moveTo>
                <a:lnTo>
                  <a:pt x="31750" y="85217"/>
                </a:lnTo>
                <a:lnTo>
                  <a:pt x="31750" y="97917"/>
                </a:lnTo>
                <a:lnTo>
                  <a:pt x="44450" y="97917"/>
                </a:lnTo>
                <a:lnTo>
                  <a:pt x="44450" y="85217"/>
                </a:lnTo>
                <a:close/>
              </a:path>
              <a:path w="76200" h="936625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74358" y="72517"/>
                </a:lnTo>
                <a:lnTo>
                  <a:pt x="31750" y="72517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36625">
                <a:moveTo>
                  <a:pt x="44450" y="63500"/>
                </a:moveTo>
                <a:lnTo>
                  <a:pt x="31750" y="63500"/>
                </a:lnTo>
                <a:lnTo>
                  <a:pt x="31750" y="72517"/>
                </a:lnTo>
                <a:lnTo>
                  <a:pt x="44450" y="72517"/>
                </a:lnTo>
                <a:lnTo>
                  <a:pt x="44450" y="63500"/>
                </a:lnTo>
                <a:close/>
              </a:path>
              <a:path w="76200" h="936625">
                <a:moveTo>
                  <a:pt x="69850" y="63500"/>
                </a:moveTo>
                <a:lnTo>
                  <a:pt x="44450" y="63500"/>
                </a:lnTo>
                <a:lnTo>
                  <a:pt x="44450" y="72517"/>
                </a:lnTo>
                <a:lnTo>
                  <a:pt x="74358" y="72517"/>
                </a:lnTo>
                <a:lnTo>
                  <a:pt x="69850" y="6350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027175" y="2205227"/>
            <a:ext cx="3028315" cy="985519"/>
            <a:chOff x="1027175" y="2205227"/>
            <a:chExt cx="3028315" cy="985519"/>
          </a:xfrm>
        </p:grpSpPr>
        <p:sp>
          <p:nvSpPr>
            <p:cNvPr id="10" name="object 10" descr=""/>
            <p:cNvSpPr/>
            <p:nvPr/>
          </p:nvSpPr>
          <p:spPr>
            <a:xfrm>
              <a:off x="1027176" y="2205227"/>
              <a:ext cx="3028315" cy="936625"/>
            </a:xfrm>
            <a:custGeom>
              <a:avLst/>
              <a:gdLst/>
              <a:ahLst/>
              <a:cxnLst/>
              <a:rect l="l" t="t" r="r" b="b"/>
              <a:pathLst>
                <a:path w="3028315" h="936625">
                  <a:moveTo>
                    <a:pt x="44450" y="923417"/>
                  </a:moveTo>
                  <a:lnTo>
                    <a:pt x="31750" y="923417"/>
                  </a:lnTo>
                  <a:lnTo>
                    <a:pt x="31750" y="936117"/>
                  </a:lnTo>
                  <a:lnTo>
                    <a:pt x="44450" y="936117"/>
                  </a:lnTo>
                  <a:lnTo>
                    <a:pt x="44450" y="923417"/>
                  </a:lnTo>
                  <a:close/>
                </a:path>
                <a:path w="3028315" h="936625">
                  <a:moveTo>
                    <a:pt x="44450" y="898017"/>
                  </a:moveTo>
                  <a:lnTo>
                    <a:pt x="31750" y="898017"/>
                  </a:lnTo>
                  <a:lnTo>
                    <a:pt x="31750" y="910717"/>
                  </a:lnTo>
                  <a:lnTo>
                    <a:pt x="44450" y="910717"/>
                  </a:lnTo>
                  <a:lnTo>
                    <a:pt x="44450" y="898017"/>
                  </a:lnTo>
                  <a:close/>
                </a:path>
                <a:path w="3028315" h="936625">
                  <a:moveTo>
                    <a:pt x="44450" y="872617"/>
                  </a:moveTo>
                  <a:lnTo>
                    <a:pt x="31750" y="872617"/>
                  </a:lnTo>
                  <a:lnTo>
                    <a:pt x="31750" y="885317"/>
                  </a:lnTo>
                  <a:lnTo>
                    <a:pt x="44450" y="885317"/>
                  </a:lnTo>
                  <a:lnTo>
                    <a:pt x="44450" y="872617"/>
                  </a:lnTo>
                  <a:close/>
                </a:path>
                <a:path w="3028315" h="936625">
                  <a:moveTo>
                    <a:pt x="44450" y="847217"/>
                  </a:moveTo>
                  <a:lnTo>
                    <a:pt x="31750" y="847217"/>
                  </a:lnTo>
                  <a:lnTo>
                    <a:pt x="31750" y="859917"/>
                  </a:lnTo>
                  <a:lnTo>
                    <a:pt x="44450" y="859917"/>
                  </a:lnTo>
                  <a:lnTo>
                    <a:pt x="44450" y="847217"/>
                  </a:lnTo>
                  <a:close/>
                </a:path>
                <a:path w="3028315" h="936625">
                  <a:moveTo>
                    <a:pt x="44450" y="821817"/>
                  </a:moveTo>
                  <a:lnTo>
                    <a:pt x="31750" y="821817"/>
                  </a:lnTo>
                  <a:lnTo>
                    <a:pt x="31750" y="834517"/>
                  </a:lnTo>
                  <a:lnTo>
                    <a:pt x="44450" y="834517"/>
                  </a:lnTo>
                  <a:lnTo>
                    <a:pt x="44450" y="821817"/>
                  </a:lnTo>
                  <a:close/>
                </a:path>
                <a:path w="3028315" h="936625">
                  <a:moveTo>
                    <a:pt x="44450" y="796417"/>
                  </a:moveTo>
                  <a:lnTo>
                    <a:pt x="31750" y="796417"/>
                  </a:lnTo>
                  <a:lnTo>
                    <a:pt x="31750" y="809117"/>
                  </a:lnTo>
                  <a:lnTo>
                    <a:pt x="44450" y="809117"/>
                  </a:lnTo>
                  <a:lnTo>
                    <a:pt x="44450" y="796417"/>
                  </a:lnTo>
                  <a:close/>
                </a:path>
                <a:path w="3028315" h="936625">
                  <a:moveTo>
                    <a:pt x="44450" y="771017"/>
                  </a:moveTo>
                  <a:lnTo>
                    <a:pt x="31750" y="771017"/>
                  </a:lnTo>
                  <a:lnTo>
                    <a:pt x="31750" y="783717"/>
                  </a:lnTo>
                  <a:lnTo>
                    <a:pt x="44450" y="783717"/>
                  </a:lnTo>
                  <a:lnTo>
                    <a:pt x="44450" y="771017"/>
                  </a:lnTo>
                  <a:close/>
                </a:path>
                <a:path w="3028315" h="936625">
                  <a:moveTo>
                    <a:pt x="44450" y="745617"/>
                  </a:moveTo>
                  <a:lnTo>
                    <a:pt x="31750" y="745617"/>
                  </a:lnTo>
                  <a:lnTo>
                    <a:pt x="31750" y="758317"/>
                  </a:lnTo>
                  <a:lnTo>
                    <a:pt x="44450" y="758317"/>
                  </a:lnTo>
                  <a:lnTo>
                    <a:pt x="44450" y="745617"/>
                  </a:lnTo>
                  <a:close/>
                </a:path>
                <a:path w="3028315" h="936625">
                  <a:moveTo>
                    <a:pt x="44450" y="720217"/>
                  </a:moveTo>
                  <a:lnTo>
                    <a:pt x="31750" y="720217"/>
                  </a:lnTo>
                  <a:lnTo>
                    <a:pt x="31750" y="732917"/>
                  </a:lnTo>
                  <a:lnTo>
                    <a:pt x="44450" y="732917"/>
                  </a:lnTo>
                  <a:lnTo>
                    <a:pt x="44450" y="720217"/>
                  </a:lnTo>
                  <a:close/>
                </a:path>
                <a:path w="3028315" h="936625">
                  <a:moveTo>
                    <a:pt x="44450" y="694817"/>
                  </a:moveTo>
                  <a:lnTo>
                    <a:pt x="31750" y="694817"/>
                  </a:lnTo>
                  <a:lnTo>
                    <a:pt x="31750" y="707517"/>
                  </a:lnTo>
                  <a:lnTo>
                    <a:pt x="44450" y="707517"/>
                  </a:lnTo>
                  <a:lnTo>
                    <a:pt x="44450" y="694817"/>
                  </a:lnTo>
                  <a:close/>
                </a:path>
                <a:path w="3028315" h="936625">
                  <a:moveTo>
                    <a:pt x="44450" y="669417"/>
                  </a:moveTo>
                  <a:lnTo>
                    <a:pt x="31750" y="669417"/>
                  </a:lnTo>
                  <a:lnTo>
                    <a:pt x="31750" y="682117"/>
                  </a:lnTo>
                  <a:lnTo>
                    <a:pt x="44450" y="682117"/>
                  </a:lnTo>
                  <a:lnTo>
                    <a:pt x="44450" y="669417"/>
                  </a:lnTo>
                  <a:close/>
                </a:path>
                <a:path w="3028315" h="936625">
                  <a:moveTo>
                    <a:pt x="44450" y="644017"/>
                  </a:moveTo>
                  <a:lnTo>
                    <a:pt x="31750" y="644017"/>
                  </a:lnTo>
                  <a:lnTo>
                    <a:pt x="31750" y="656717"/>
                  </a:lnTo>
                  <a:lnTo>
                    <a:pt x="44450" y="656717"/>
                  </a:lnTo>
                  <a:lnTo>
                    <a:pt x="44450" y="644017"/>
                  </a:lnTo>
                  <a:close/>
                </a:path>
                <a:path w="3028315" h="936625">
                  <a:moveTo>
                    <a:pt x="44450" y="618617"/>
                  </a:moveTo>
                  <a:lnTo>
                    <a:pt x="31750" y="618617"/>
                  </a:lnTo>
                  <a:lnTo>
                    <a:pt x="31750" y="631317"/>
                  </a:lnTo>
                  <a:lnTo>
                    <a:pt x="44450" y="631317"/>
                  </a:lnTo>
                  <a:lnTo>
                    <a:pt x="44450" y="618617"/>
                  </a:lnTo>
                  <a:close/>
                </a:path>
                <a:path w="3028315" h="936625">
                  <a:moveTo>
                    <a:pt x="44450" y="593217"/>
                  </a:moveTo>
                  <a:lnTo>
                    <a:pt x="31750" y="593217"/>
                  </a:lnTo>
                  <a:lnTo>
                    <a:pt x="31750" y="605917"/>
                  </a:lnTo>
                  <a:lnTo>
                    <a:pt x="44450" y="605917"/>
                  </a:lnTo>
                  <a:lnTo>
                    <a:pt x="44450" y="593217"/>
                  </a:lnTo>
                  <a:close/>
                </a:path>
                <a:path w="3028315" h="936625">
                  <a:moveTo>
                    <a:pt x="44450" y="567817"/>
                  </a:moveTo>
                  <a:lnTo>
                    <a:pt x="31750" y="567817"/>
                  </a:lnTo>
                  <a:lnTo>
                    <a:pt x="31750" y="580517"/>
                  </a:lnTo>
                  <a:lnTo>
                    <a:pt x="44450" y="580517"/>
                  </a:lnTo>
                  <a:lnTo>
                    <a:pt x="44450" y="567817"/>
                  </a:lnTo>
                  <a:close/>
                </a:path>
                <a:path w="3028315" h="936625">
                  <a:moveTo>
                    <a:pt x="44450" y="542417"/>
                  </a:moveTo>
                  <a:lnTo>
                    <a:pt x="31750" y="542417"/>
                  </a:lnTo>
                  <a:lnTo>
                    <a:pt x="31750" y="555117"/>
                  </a:lnTo>
                  <a:lnTo>
                    <a:pt x="44450" y="555117"/>
                  </a:lnTo>
                  <a:lnTo>
                    <a:pt x="44450" y="542417"/>
                  </a:lnTo>
                  <a:close/>
                </a:path>
                <a:path w="3028315" h="936625">
                  <a:moveTo>
                    <a:pt x="44450" y="517017"/>
                  </a:moveTo>
                  <a:lnTo>
                    <a:pt x="31750" y="517017"/>
                  </a:lnTo>
                  <a:lnTo>
                    <a:pt x="31750" y="529717"/>
                  </a:lnTo>
                  <a:lnTo>
                    <a:pt x="44450" y="529717"/>
                  </a:lnTo>
                  <a:lnTo>
                    <a:pt x="44450" y="517017"/>
                  </a:lnTo>
                  <a:close/>
                </a:path>
                <a:path w="3028315" h="936625">
                  <a:moveTo>
                    <a:pt x="44450" y="491617"/>
                  </a:moveTo>
                  <a:lnTo>
                    <a:pt x="31750" y="491617"/>
                  </a:lnTo>
                  <a:lnTo>
                    <a:pt x="31750" y="504317"/>
                  </a:lnTo>
                  <a:lnTo>
                    <a:pt x="44450" y="504317"/>
                  </a:lnTo>
                  <a:lnTo>
                    <a:pt x="44450" y="491617"/>
                  </a:lnTo>
                  <a:close/>
                </a:path>
                <a:path w="3028315" h="936625">
                  <a:moveTo>
                    <a:pt x="44450" y="466217"/>
                  </a:moveTo>
                  <a:lnTo>
                    <a:pt x="31750" y="466217"/>
                  </a:lnTo>
                  <a:lnTo>
                    <a:pt x="31750" y="478917"/>
                  </a:lnTo>
                  <a:lnTo>
                    <a:pt x="44450" y="478917"/>
                  </a:lnTo>
                  <a:lnTo>
                    <a:pt x="44450" y="466217"/>
                  </a:lnTo>
                  <a:close/>
                </a:path>
                <a:path w="3028315" h="936625">
                  <a:moveTo>
                    <a:pt x="44450" y="440817"/>
                  </a:moveTo>
                  <a:lnTo>
                    <a:pt x="31750" y="440817"/>
                  </a:lnTo>
                  <a:lnTo>
                    <a:pt x="31750" y="453517"/>
                  </a:lnTo>
                  <a:lnTo>
                    <a:pt x="44450" y="453517"/>
                  </a:lnTo>
                  <a:lnTo>
                    <a:pt x="44450" y="440817"/>
                  </a:lnTo>
                  <a:close/>
                </a:path>
                <a:path w="3028315" h="936625">
                  <a:moveTo>
                    <a:pt x="44450" y="415417"/>
                  </a:moveTo>
                  <a:lnTo>
                    <a:pt x="31750" y="415417"/>
                  </a:lnTo>
                  <a:lnTo>
                    <a:pt x="31750" y="428117"/>
                  </a:lnTo>
                  <a:lnTo>
                    <a:pt x="44450" y="428117"/>
                  </a:lnTo>
                  <a:lnTo>
                    <a:pt x="44450" y="415417"/>
                  </a:lnTo>
                  <a:close/>
                </a:path>
                <a:path w="3028315" h="936625">
                  <a:moveTo>
                    <a:pt x="44450" y="390017"/>
                  </a:moveTo>
                  <a:lnTo>
                    <a:pt x="31750" y="390017"/>
                  </a:lnTo>
                  <a:lnTo>
                    <a:pt x="31750" y="402717"/>
                  </a:lnTo>
                  <a:lnTo>
                    <a:pt x="44450" y="402717"/>
                  </a:lnTo>
                  <a:lnTo>
                    <a:pt x="44450" y="390017"/>
                  </a:lnTo>
                  <a:close/>
                </a:path>
                <a:path w="3028315" h="936625">
                  <a:moveTo>
                    <a:pt x="44450" y="364617"/>
                  </a:moveTo>
                  <a:lnTo>
                    <a:pt x="31750" y="364617"/>
                  </a:lnTo>
                  <a:lnTo>
                    <a:pt x="31750" y="377317"/>
                  </a:lnTo>
                  <a:lnTo>
                    <a:pt x="44450" y="377317"/>
                  </a:lnTo>
                  <a:lnTo>
                    <a:pt x="44450" y="364617"/>
                  </a:lnTo>
                  <a:close/>
                </a:path>
                <a:path w="3028315" h="936625">
                  <a:moveTo>
                    <a:pt x="44450" y="339217"/>
                  </a:moveTo>
                  <a:lnTo>
                    <a:pt x="31750" y="339217"/>
                  </a:lnTo>
                  <a:lnTo>
                    <a:pt x="31750" y="351917"/>
                  </a:lnTo>
                  <a:lnTo>
                    <a:pt x="44450" y="351917"/>
                  </a:lnTo>
                  <a:lnTo>
                    <a:pt x="44450" y="339217"/>
                  </a:lnTo>
                  <a:close/>
                </a:path>
                <a:path w="3028315" h="936625">
                  <a:moveTo>
                    <a:pt x="44450" y="313817"/>
                  </a:moveTo>
                  <a:lnTo>
                    <a:pt x="31750" y="313817"/>
                  </a:lnTo>
                  <a:lnTo>
                    <a:pt x="31750" y="326517"/>
                  </a:lnTo>
                  <a:lnTo>
                    <a:pt x="44450" y="326517"/>
                  </a:lnTo>
                  <a:lnTo>
                    <a:pt x="44450" y="313817"/>
                  </a:lnTo>
                  <a:close/>
                </a:path>
                <a:path w="3028315" h="936625">
                  <a:moveTo>
                    <a:pt x="44450" y="288417"/>
                  </a:moveTo>
                  <a:lnTo>
                    <a:pt x="31750" y="288417"/>
                  </a:lnTo>
                  <a:lnTo>
                    <a:pt x="31750" y="301117"/>
                  </a:lnTo>
                  <a:lnTo>
                    <a:pt x="44450" y="301117"/>
                  </a:lnTo>
                  <a:lnTo>
                    <a:pt x="44450" y="288417"/>
                  </a:lnTo>
                  <a:close/>
                </a:path>
                <a:path w="3028315" h="936625">
                  <a:moveTo>
                    <a:pt x="44450" y="263017"/>
                  </a:moveTo>
                  <a:lnTo>
                    <a:pt x="31750" y="263017"/>
                  </a:lnTo>
                  <a:lnTo>
                    <a:pt x="31750" y="275717"/>
                  </a:lnTo>
                  <a:lnTo>
                    <a:pt x="44450" y="275717"/>
                  </a:lnTo>
                  <a:lnTo>
                    <a:pt x="44450" y="263017"/>
                  </a:lnTo>
                  <a:close/>
                </a:path>
                <a:path w="3028315" h="936625">
                  <a:moveTo>
                    <a:pt x="44450" y="237617"/>
                  </a:moveTo>
                  <a:lnTo>
                    <a:pt x="31750" y="237617"/>
                  </a:lnTo>
                  <a:lnTo>
                    <a:pt x="31750" y="250317"/>
                  </a:lnTo>
                  <a:lnTo>
                    <a:pt x="44450" y="250317"/>
                  </a:lnTo>
                  <a:lnTo>
                    <a:pt x="44450" y="237617"/>
                  </a:lnTo>
                  <a:close/>
                </a:path>
                <a:path w="3028315" h="936625">
                  <a:moveTo>
                    <a:pt x="44450" y="212217"/>
                  </a:moveTo>
                  <a:lnTo>
                    <a:pt x="31750" y="212217"/>
                  </a:lnTo>
                  <a:lnTo>
                    <a:pt x="31750" y="224917"/>
                  </a:lnTo>
                  <a:lnTo>
                    <a:pt x="44450" y="224917"/>
                  </a:lnTo>
                  <a:lnTo>
                    <a:pt x="44450" y="212217"/>
                  </a:lnTo>
                  <a:close/>
                </a:path>
                <a:path w="3028315" h="936625">
                  <a:moveTo>
                    <a:pt x="44450" y="186817"/>
                  </a:moveTo>
                  <a:lnTo>
                    <a:pt x="31750" y="186817"/>
                  </a:lnTo>
                  <a:lnTo>
                    <a:pt x="31750" y="199517"/>
                  </a:lnTo>
                  <a:lnTo>
                    <a:pt x="44450" y="199517"/>
                  </a:lnTo>
                  <a:lnTo>
                    <a:pt x="44450" y="186817"/>
                  </a:lnTo>
                  <a:close/>
                </a:path>
                <a:path w="3028315" h="936625">
                  <a:moveTo>
                    <a:pt x="44450" y="161417"/>
                  </a:moveTo>
                  <a:lnTo>
                    <a:pt x="31750" y="161417"/>
                  </a:lnTo>
                  <a:lnTo>
                    <a:pt x="31750" y="174117"/>
                  </a:lnTo>
                  <a:lnTo>
                    <a:pt x="44450" y="174117"/>
                  </a:lnTo>
                  <a:lnTo>
                    <a:pt x="44450" y="161417"/>
                  </a:lnTo>
                  <a:close/>
                </a:path>
                <a:path w="3028315" h="936625">
                  <a:moveTo>
                    <a:pt x="44450" y="136017"/>
                  </a:moveTo>
                  <a:lnTo>
                    <a:pt x="31750" y="136017"/>
                  </a:lnTo>
                  <a:lnTo>
                    <a:pt x="31750" y="148717"/>
                  </a:lnTo>
                  <a:lnTo>
                    <a:pt x="44450" y="148717"/>
                  </a:lnTo>
                  <a:lnTo>
                    <a:pt x="44450" y="136017"/>
                  </a:lnTo>
                  <a:close/>
                </a:path>
                <a:path w="3028315" h="936625">
                  <a:moveTo>
                    <a:pt x="44450" y="110617"/>
                  </a:moveTo>
                  <a:lnTo>
                    <a:pt x="31750" y="110617"/>
                  </a:lnTo>
                  <a:lnTo>
                    <a:pt x="31750" y="123317"/>
                  </a:lnTo>
                  <a:lnTo>
                    <a:pt x="44450" y="123317"/>
                  </a:lnTo>
                  <a:lnTo>
                    <a:pt x="44450" y="110617"/>
                  </a:lnTo>
                  <a:close/>
                </a:path>
                <a:path w="3028315" h="936625">
                  <a:moveTo>
                    <a:pt x="44450" y="85217"/>
                  </a:moveTo>
                  <a:lnTo>
                    <a:pt x="31750" y="85217"/>
                  </a:lnTo>
                  <a:lnTo>
                    <a:pt x="31750" y="97917"/>
                  </a:lnTo>
                  <a:lnTo>
                    <a:pt x="44450" y="97917"/>
                  </a:lnTo>
                  <a:lnTo>
                    <a:pt x="44450" y="85217"/>
                  </a:lnTo>
                  <a:close/>
                </a:path>
                <a:path w="3028315" h="936625">
                  <a:moveTo>
                    <a:pt x="76200" y="76200"/>
                  </a:moveTo>
                  <a:lnTo>
                    <a:pt x="74358" y="72517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76200" y="76200"/>
                  </a:lnTo>
                  <a:close/>
                </a:path>
                <a:path w="3028315" h="936625">
                  <a:moveTo>
                    <a:pt x="2996438" y="923417"/>
                  </a:moveTo>
                  <a:lnTo>
                    <a:pt x="2983738" y="923417"/>
                  </a:lnTo>
                  <a:lnTo>
                    <a:pt x="2983738" y="936117"/>
                  </a:lnTo>
                  <a:lnTo>
                    <a:pt x="2996438" y="936117"/>
                  </a:lnTo>
                  <a:lnTo>
                    <a:pt x="2996438" y="923417"/>
                  </a:lnTo>
                  <a:close/>
                </a:path>
                <a:path w="3028315" h="936625">
                  <a:moveTo>
                    <a:pt x="2996438" y="898017"/>
                  </a:moveTo>
                  <a:lnTo>
                    <a:pt x="2983738" y="898017"/>
                  </a:lnTo>
                  <a:lnTo>
                    <a:pt x="2983738" y="910717"/>
                  </a:lnTo>
                  <a:lnTo>
                    <a:pt x="2996438" y="910717"/>
                  </a:lnTo>
                  <a:lnTo>
                    <a:pt x="2996438" y="898017"/>
                  </a:lnTo>
                  <a:close/>
                </a:path>
                <a:path w="3028315" h="936625">
                  <a:moveTo>
                    <a:pt x="2996438" y="872617"/>
                  </a:moveTo>
                  <a:lnTo>
                    <a:pt x="2983738" y="872617"/>
                  </a:lnTo>
                  <a:lnTo>
                    <a:pt x="2983738" y="885317"/>
                  </a:lnTo>
                  <a:lnTo>
                    <a:pt x="2996438" y="885317"/>
                  </a:lnTo>
                  <a:lnTo>
                    <a:pt x="2996438" y="872617"/>
                  </a:lnTo>
                  <a:close/>
                </a:path>
                <a:path w="3028315" h="936625">
                  <a:moveTo>
                    <a:pt x="2996438" y="847217"/>
                  </a:moveTo>
                  <a:lnTo>
                    <a:pt x="2983738" y="847217"/>
                  </a:lnTo>
                  <a:lnTo>
                    <a:pt x="2983738" y="859917"/>
                  </a:lnTo>
                  <a:lnTo>
                    <a:pt x="2996438" y="859917"/>
                  </a:lnTo>
                  <a:lnTo>
                    <a:pt x="2996438" y="847217"/>
                  </a:lnTo>
                  <a:close/>
                </a:path>
                <a:path w="3028315" h="936625">
                  <a:moveTo>
                    <a:pt x="2996438" y="821817"/>
                  </a:moveTo>
                  <a:lnTo>
                    <a:pt x="2983738" y="821817"/>
                  </a:lnTo>
                  <a:lnTo>
                    <a:pt x="2983738" y="834517"/>
                  </a:lnTo>
                  <a:lnTo>
                    <a:pt x="2996438" y="834517"/>
                  </a:lnTo>
                  <a:lnTo>
                    <a:pt x="2996438" y="821817"/>
                  </a:lnTo>
                  <a:close/>
                </a:path>
                <a:path w="3028315" h="936625">
                  <a:moveTo>
                    <a:pt x="2996438" y="796417"/>
                  </a:moveTo>
                  <a:lnTo>
                    <a:pt x="2983738" y="796417"/>
                  </a:lnTo>
                  <a:lnTo>
                    <a:pt x="2983738" y="809117"/>
                  </a:lnTo>
                  <a:lnTo>
                    <a:pt x="2996438" y="809117"/>
                  </a:lnTo>
                  <a:lnTo>
                    <a:pt x="2996438" y="796417"/>
                  </a:lnTo>
                  <a:close/>
                </a:path>
                <a:path w="3028315" h="936625">
                  <a:moveTo>
                    <a:pt x="2996438" y="771017"/>
                  </a:moveTo>
                  <a:lnTo>
                    <a:pt x="2983738" y="771017"/>
                  </a:lnTo>
                  <a:lnTo>
                    <a:pt x="2983738" y="783717"/>
                  </a:lnTo>
                  <a:lnTo>
                    <a:pt x="2996438" y="783717"/>
                  </a:lnTo>
                  <a:lnTo>
                    <a:pt x="2996438" y="771017"/>
                  </a:lnTo>
                  <a:close/>
                </a:path>
                <a:path w="3028315" h="936625">
                  <a:moveTo>
                    <a:pt x="2996438" y="745617"/>
                  </a:moveTo>
                  <a:lnTo>
                    <a:pt x="2983738" y="745617"/>
                  </a:lnTo>
                  <a:lnTo>
                    <a:pt x="2983738" y="758317"/>
                  </a:lnTo>
                  <a:lnTo>
                    <a:pt x="2996438" y="758317"/>
                  </a:lnTo>
                  <a:lnTo>
                    <a:pt x="2996438" y="745617"/>
                  </a:lnTo>
                  <a:close/>
                </a:path>
                <a:path w="3028315" h="936625">
                  <a:moveTo>
                    <a:pt x="2996438" y="720217"/>
                  </a:moveTo>
                  <a:lnTo>
                    <a:pt x="2983738" y="720217"/>
                  </a:lnTo>
                  <a:lnTo>
                    <a:pt x="2983738" y="732917"/>
                  </a:lnTo>
                  <a:lnTo>
                    <a:pt x="2996438" y="732917"/>
                  </a:lnTo>
                  <a:lnTo>
                    <a:pt x="2996438" y="720217"/>
                  </a:lnTo>
                  <a:close/>
                </a:path>
                <a:path w="3028315" h="936625">
                  <a:moveTo>
                    <a:pt x="2996438" y="694817"/>
                  </a:moveTo>
                  <a:lnTo>
                    <a:pt x="2983738" y="694817"/>
                  </a:lnTo>
                  <a:lnTo>
                    <a:pt x="2983738" y="707517"/>
                  </a:lnTo>
                  <a:lnTo>
                    <a:pt x="2996438" y="707517"/>
                  </a:lnTo>
                  <a:lnTo>
                    <a:pt x="2996438" y="694817"/>
                  </a:lnTo>
                  <a:close/>
                </a:path>
                <a:path w="3028315" h="936625">
                  <a:moveTo>
                    <a:pt x="2996438" y="669417"/>
                  </a:moveTo>
                  <a:lnTo>
                    <a:pt x="2983738" y="669417"/>
                  </a:lnTo>
                  <a:lnTo>
                    <a:pt x="2983738" y="682117"/>
                  </a:lnTo>
                  <a:lnTo>
                    <a:pt x="2996438" y="682117"/>
                  </a:lnTo>
                  <a:lnTo>
                    <a:pt x="2996438" y="669417"/>
                  </a:lnTo>
                  <a:close/>
                </a:path>
                <a:path w="3028315" h="936625">
                  <a:moveTo>
                    <a:pt x="2996438" y="644017"/>
                  </a:moveTo>
                  <a:lnTo>
                    <a:pt x="2983738" y="644017"/>
                  </a:lnTo>
                  <a:lnTo>
                    <a:pt x="2983738" y="656717"/>
                  </a:lnTo>
                  <a:lnTo>
                    <a:pt x="2996438" y="656717"/>
                  </a:lnTo>
                  <a:lnTo>
                    <a:pt x="2996438" y="644017"/>
                  </a:lnTo>
                  <a:close/>
                </a:path>
                <a:path w="3028315" h="936625">
                  <a:moveTo>
                    <a:pt x="2996438" y="618617"/>
                  </a:moveTo>
                  <a:lnTo>
                    <a:pt x="2983738" y="618617"/>
                  </a:lnTo>
                  <a:lnTo>
                    <a:pt x="2983738" y="631317"/>
                  </a:lnTo>
                  <a:lnTo>
                    <a:pt x="2996438" y="631317"/>
                  </a:lnTo>
                  <a:lnTo>
                    <a:pt x="2996438" y="618617"/>
                  </a:lnTo>
                  <a:close/>
                </a:path>
                <a:path w="3028315" h="936625">
                  <a:moveTo>
                    <a:pt x="2996438" y="593217"/>
                  </a:moveTo>
                  <a:lnTo>
                    <a:pt x="2983738" y="593217"/>
                  </a:lnTo>
                  <a:lnTo>
                    <a:pt x="2983738" y="605917"/>
                  </a:lnTo>
                  <a:lnTo>
                    <a:pt x="2996438" y="605917"/>
                  </a:lnTo>
                  <a:lnTo>
                    <a:pt x="2996438" y="593217"/>
                  </a:lnTo>
                  <a:close/>
                </a:path>
                <a:path w="3028315" h="936625">
                  <a:moveTo>
                    <a:pt x="2996438" y="567817"/>
                  </a:moveTo>
                  <a:lnTo>
                    <a:pt x="2983738" y="567817"/>
                  </a:lnTo>
                  <a:lnTo>
                    <a:pt x="2983738" y="580517"/>
                  </a:lnTo>
                  <a:lnTo>
                    <a:pt x="2996438" y="580517"/>
                  </a:lnTo>
                  <a:lnTo>
                    <a:pt x="2996438" y="567817"/>
                  </a:lnTo>
                  <a:close/>
                </a:path>
                <a:path w="3028315" h="936625">
                  <a:moveTo>
                    <a:pt x="2996438" y="542417"/>
                  </a:moveTo>
                  <a:lnTo>
                    <a:pt x="2983738" y="542417"/>
                  </a:lnTo>
                  <a:lnTo>
                    <a:pt x="2983738" y="555117"/>
                  </a:lnTo>
                  <a:lnTo>
                    <a:pt x="2996438" y="555117"/>
                  </a:lnTo>
                  <a:lnTo>
                    <a:pt x="2996438" y="542417"/>
                  </a:lnTo>
                  <a:close/>
                </a:path>
                <a:path w="3028315" h="936625">
                  <a:moveTo>
                    <a:pt x="2996438" y="517017"/>
                  </a:moveTo>
                  <a:lnTo>
                    <a:pt x="2983738" y="517017"/>
                  </a:lnTo>
                  <a:lnTo>
                    <a:pt x="2983738" y="529717"/>
                  </a:lnTo>
                  <a:lnTo>
                    <a:pt x="2996438" y="529717"/>
                  </a:lnTo>
                  <a:lnTo>
                    <a:pt x="2996438" y="517017"/>
                  </a:lnTo>
                  <a:close/>
                </a:path>
                <a:path w="3028315" h="936625">
                  <a:moveTo>
                    <a:pt x="2996438" y="491617"/>
                  </a:moveTo>
                  <a:lnTo>
                    <a:pt x="2983738" y="491617"/>
                  </a:lnTo>
                  <a:lnTo>
                    <a:pt x="2983738" y="504317"/>
                  </a:lnTo>
                  <a:lnTo>
                    <a:pt x="2996438" y="504317"/>
                  </a:lnTo>
                  <a:lnTo>
                    <a:pt x="2996438" y="491617"/>
                  </a:lnTo>
                  <a:close/>
                </a:path>
                <a:path w="3028315" h="936625">
                  <a:moveTo>
                    <a:pt x="2996438" y="466217"/>
                  </a:moveTo>
                  <a:lnTo>
                    <a:pt x="2983738" y="466217"/>
                  </a:lnTo>
                  <a:lnTo>
                    <a:pt x="2983738" y="478917"/>
                  </a:lnTo>
                  <a:lnTo>
                    <a:pt x="2996438" y="478917"/>
                  </a:lnTo>
                  <a:lnTo>
                    <a:pt x="2996438" y="466217"/>
                  </a:lnTo>
                  <a:close/>
                </a:path>
                <a:path w="3028315" h="936625">
                  <a:moveTo>
                    <a:pt x="2996438" y="440817"/>
                  </a:moveTo>
                  <a:lnTo>
                    <a:pt x="2983738" y="440817"/>
                  </a:lnTo>
                  <a:lnTo>
                    <a:pt x="2983738" y="453517"/>
                  </a:lnTo>
                  <a:lnTo>
                    <a:pt x="2996438" y="453517"/>
                  </a:lnTo>
                  <a:lnTo>
                    <a:pt x="2996438" y="440817"/>
                  </a:lnTo>
                  <a:close/>
                </a:path>
                <a:path w="3028315" h="936625">
                  <a:moveTo>
                    <a:pt x="2996438" y="415417"/>
                  </a:moveTo>
                  <a:lnTo>
                    <a:pt x="2983738" y="415417"/>
                  </a:lnTo>
                  <a:lnTo>
                    <a:pt x="2983738" y="428117"/>
                  </a:lnTo>
                  <a:lnTo>
                    <a:pt x="2996438" y="428117"/>
                  </a:lnTo>
                  <a:lnTo>
                    <a:pt x="2996438" y="415417"/>
                  </a:lnTo>
                  <a:close/>
                </a:path>
                <a:path w="3028315" h="936625">
                  <a:moveTo>
                    <a:pt x="2996438" y="390017"/>
                  </a:moveTo>
                  <a:lnTo>
                    <a:pt x="2983738" y="390017"/>
                  </a:lnTo>
                  <a:lnTo>
                    <a:pt x="2983738" y="402717"/>
                  </a:lnTo>
                  <a:lnTo>
                    <a:pt x="2996438" y="402717"/>
                  </a:lnTo>
                  <a:lnTo>
                    <a:pt x="2996438" y="390017"/>
                  </a:lnTo>
                  <a:close/>
                </a:path>
                <a:path w="3028315" h="936625">
                  <a:moveTo>
                    <a:pt x="2996438" y="364617"/>
                  </a:moveTo>
                  <a:lnTo>
                    <a:pt x="2983738" y="364617"/>
                  </a:lnTo>
                  <a:lnTo>
                    <a:pt x="2983738" y="377317"/>
                  </a:lnTo>
                  <a:lnTo>
                    <a:pt x="2996438" y="377317"/>
                  </a:lnTo>
                  <a:lnTo>
                    <a:pt x="2996438" y="364617"/>
                  </a:lnTo>
                  <a:close/>
                </a:path>
                <a:path w="3028315" h="936625">
                  <a:moveTo>
                    <a:pt x="2996438" y="339217"/>
                  </a:moveTo>
                  <a:lnTo>
                    <a:pt x="2983738" y="339217"/>
                  </a:lnTo>
                  <a:lnTo>
                    <a:pt x="2983738" y="351917"/>
                  </a:lnTo>
                  <a:lnTo>
                    <a:pt x="2996438" y="351917"/>
                  </a:lnTo>
                  <a:lnTo>
                    <a:pt x="2996438" y="339217"/>
                  </a:lnTo>
                  <a:close/>
                </a:path>
                <a:path w="3028315" h="936625">
                  <a:moveTo>
                    <a:pt x="2996438" y="313817"/>
                  </a:moveTo>
                  <a:lnTo>
                    <a:pt x="2983738" y="313817"/>
                  </a:lnTo>
                  <a:lnTo>
                    <a:pt x="2983738" y="326517"/>
                  </a:lnTo>
                  <a:lnTo>
                    <a:pt x="2996438" y="326517"/>
                  </a:lnTo>
                  <a:lnTo>
                    <a:pt x="2996438" y="313817"/>
                  </a:lnTo>
                  <a:close/>
                </a:path>
                <a:path w="3028315" h="936625">
                  <a:moveTo>
                    <a:pt x="2996438" y="288417"/>
                  </a:moveTo>
                  <a:lnTo>
                    <a:pt x="2983738" y="288417"/>
                  </a:lnTo>
                  <a:lnTo>
                    <a:pt x="2983738" y="301117"/>
                  </a:lnTo>
                  <a:lnTo>
                    <a:pt x="2996438" y="301117"/>
                  </a:lnTo>
                  <a:lnTo>
                    <a:pt x="2996438" y="288417"/>
                  </a:lnTo>
                  <a:close/>
                </a:path>
                <a:path w="3028315" h="936625">
                  <a:moveTo>
                    <a:pt x="2996438" y="263017"/>
                  </a:moveTo>
                  <a:lnTo>
                    <a:pt x="2983738" y="263017"/>
                  </a:lnTo>
                  <a:lnTo>
                    <a:pt x="2983738" y="275717"/>
                  </a:lnTo>
                  <a:lnTo>
                    <a:pt x="2996438" y="275717"/>
                  </a:lnTo>
                  <a:lnTo>
                    <a:pt x="2996438" y="263017"/>
                  </a:lnTo>
                  <a:close/>
                </a:path>
                <a:path w="3028315" h="936625">
                  <a:moveTo>
                    <a:pt x="2996438" y="237617"/>
                  </a:moveTo>
                  <a:lnTo>
                    <a:pt x="2983738" y="237617"/>
                  </a:lnTo>
                  <a:lnTo>
                    <a:pt x="2983738" y="250317"/>
                  </a:lnTo>
                  <a:lnTo>
                    <a:pt x="2996438" y="250317"/>
                  </a:lnTo>
                  <a:lnTo>
                    <a:pt x="2996438" y="237617"/>
                  </a:lnTo>
                  <a:close/>
                </a:path>
                <a:path w="3028315" h="936625">
                  <a:moveTo>
                    <a:pt x="2996438" y="212217"/>
                  </a:moveTo>
                  <a:lnTo>
                    <a:pt x="2983738" y="212217"/>
                  </a:lnTo>
                  <a:lnTo>
                    <a:pt x="2983738" y="224917"/>
                  </a:lnTo>
                  <a:lnTo>
                    <a:pt x="2996438" y="224917"/>
                  </a:lnTo>
                  <a:lnTo>
                    <a:pt x="2996438" y="212217"/>
                  </a:lnTo>
                  <a:close/>
                </a:path>
                <a:path w="3028315" h="936625">
                  <a:moveTo>
                    <a:pt x="2996438" y="186817"/>
                  </a:moveTo>
                  <a:lnTo>
                    <a:pt x="2983738" y="186817"/>
                  </a:lnTo>
                  <a:lnTo>
                    <a:pt x="2983738" y="199517"/>
                  </a:lnTo>
                  <a:lnTo>
                    <a:pt x="2996438" y="199517"/>
                  </a:lnTo>
                  <a:lnTo>
                    <a:pt x="2996438" y="186817"/>
                  </a:lnTo>
                  <a:close/>
                </a:path>
                <a:path w="3028315" h="936625">
                  <a:moveTo>
                    <a:pt x="2996438" y="161417"/>
                  </a:moveTo>
                  <a:lnTo>
                    <a:pt x="2983738" y="161417"/>
                  </a:lnTo>
                  <a:lnTo>
                    <a:pt x="2983738" y="174117"/>
                  </a:lnTo>
                  <a:lnTo>
                    <a:pt x="2996438" y="174117"/>
                  </a:lnTo>
                  <a:lnTo>
                    <a:pt x="2996438" y="161417"/>
                  </a:lnTo>
                  <a:close/>
                </a:path>
                <a:path w="3028315" h="936625">
                  <a:moveTo>
                    <a:pt x="2996438" y="136017"/>
                  </a:moveTo>
                  <a:lnTo>
                    <a:pt x="2983738" y="136017"/>
                  </a:lnTo>
                  <a:lnTo>
                    <a:pt x="2983738" y="148717"/>
                  </a:lnTo>
                  <a:lnTo>
                    <a:pt x="2996438" y="148717"/>
                  </a:lnTo>
                  <a:lnTo>
                    <a:pt x="2996438" y="136017"/>
                  </a:lnTo>
                  <a:close/>
                </a:path>
                <a:path w="3028315" h="936625">
                  <a:moveTo>
                    <a:pt x="2996438" y="110617"/>
                  </a:moveTo>
                  <a:lnTo>
                    <a:pt x="2983738" y="110617"/>
                  </a:lnTo>
                  <a:lnTo>
                    <a:pt x="2983738" y="123317"/>
                  </a:lnTo>
                  <a:lnTo>
                    <a:pt x="2996438" y="123317"/>
                  </a:lnTo>
                  <a:lnTo>
                    <a:pt x="2996438" y="110617"/>
                  </a:lnTo>
                  <a:close/>
                </a:path>
                <a:path w="3028315" h="936625">
                  <a:moveTo>
                    <a:pt x="2996438" y="85217"/>
                  </a:moveTo>
                  <a:lnTo>
                    <a:pt x="2983738" y="85217"/>
                  </a:lnTo>
                  <a:lnTo>
                    <a:pt x="2983738" y="97917"/>
                  </a:lnTo>
                  <a:lnTo>
                    <a:pt x="2996438" y="97917"/>
                  </a:lnTo>
                  <a:lnTo>
                    <a:pt x="2996438" y="85217"/>
                  </a:lnTo>
                  <a:close/>
                </a:path>
                <a:path w="3028315" h="936625">
                  <a:moveTo>
                    <a:pt x="3028188" y="76200"/>
                  </a:moveTo>
                  <a:lnTo>
                    <a:pt x="3026346" y="72517"/>
                  </a:lnTo>
                  <a:lnTo>
                    <a:pt x="3021838" y="63500"/>
                  </a:lnTo>
                  <a:lnTo>
                    <a:pt x="2990088" y="0"/>
                  </a:lnTo>
                  <a:lnTo>
                    <a:pt x="2951988" y="76200"/>
                  </a:lnTo>
                  <a:lnTo>
                    <a:pt x="3028188" y="76200"/>
                  </a:lnTo>
                  <a:close/>
                </a:path>
              </a:pathLst>
            </a:custGeom>
            <a:solidFill>
              <a:srgbClr val="A4A4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3008" y="2205227"/>
              <a:ext cx="2815075" cy="985138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621282" y="2500325"/>
            <a:ext cx="1638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0">
                <a:latin typeface="Arial MT"/>
                <a:cs typeface="Arial MT"/>
              </a:rPr>
              <a:t>Security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 spc="-170">
                <a:latin typeface="Arial MT"/>
                <a:cs typeface="Arial MT"/>
              </a:rPr>
              <a:t>arguments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1892" y="690841"/>
            <a:ext cx="9152890" cy="61150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Case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created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provide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argument,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supported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work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products,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achieved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degree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of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70">
                <a:latin typeface="Arial MT"/>
                <a:cs typeface="Arial MT"/>
              </a:rPr>
              <a:t>cybersecurity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9204" y="1772411"/>
            <a:ext cx="3816350" cy="433070"/>
          </a:xfrm>
          <a:prstGeom prst="rect">
            <a:avLst/>
          </a:prstGeom>
          <a:solidFill>
            <a:srgbClr val="ACACEB"/>
          </a:solidFill>
          <a:ln w="3175">
            <a:solidFill>
              <a:srgbClr val="000000"/>
            </a:solidFill>
          </a:ln>
        </p:spPr>
        <p:txBody>
          <a:bodyPr wrap="square" lIns="0" tIns="10604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835"/>
              </a:spcBef>
            </a:pPr>
            <a:r>
              <a:rPr dirty="0" sz="1400" spc="-120">
                <a:latin typeface="Arial MT"/>
                <a:cs typeface="Arial MT"/>
              </a:rPr>
              <a:t>Security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goals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related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25">
                <a:latin typeface="Arial MT"/>
                <a:cs typeface="Arial MT"/>
              </a:rPr>
              <a:t> arguments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9204" y="3645408"/>
            <a:ext cx="719455" cy="6477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06680" rIns="0" bIns="0" rtlCol="0" vert="horz">
            <a:spAutoFit/>
          </a:bodyPr>
          <a:lstStyle/>
          <a:p>
            <a:pPr marL="95250" marR="90170" indent="36195">
              <a:lnSpc>
                <a:spcPct val="100000"/>
              </a:lnSpc>
              <a:spcBef>
                <a:spcPts val="840"/>
              </a:spcBef>
            </a:pPr>
            <a:r>
              <a:rPr dirty="0" sz="1400" spc="-95">
                <a:latin typeface="Arial MT"/>
                <a:cs typeface="Arial MT"/>
              </a:rPr>
              <a:t>Design </a:t>
            </a:r>
            <a:r>
              <a:rPr dirty="0" sz="1400" spc="-125">
                <a:latin typeface="Arial MT"/>
                <a:cs typeface="Arial MT"/>
              </a:rPr>
              <a:t>analysis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9204" y="3140964"/>
            <a:ext cx="3816350" cy="431800"/>
          </a:xfrm>
          <a:prstGeom prst="rect">
            <a:avLst/>
          </a:prstGeom>
          <a:solidFill>
            <a:srgbClr val="D5D5F5"/>
          </a:solidFill>
          <a:ln w="3175">
            <a:solidFill>
              <a:srgbClr val="000000"/>
            </a:solidFill>
          </a:ln>
        </p:spPr>
        <p:txBody>
          <a:bodyPr wrap="square" lIns="0" tIns="106045" rIns="0" bIns="0" rtlCol="0" vert="horz">
            <a:spAutoFit/>
          </a:bodyPr>
          <a:lstStyle/>
          <a:p>
            <a:pPr marL="1083310">
              <a:lnSpc>
                <a:spcPct val="100000"/>
              </a:lnSpc>
              <a:spcBef>
                <a:spcPts val="835"/>
              </a:spcBef>
            </a:pPr>
            <a:r>
              <a:rPr dirty="0" sz="1400" spc="-150">
                <a:latin typeface="Arial MT"/>
                <a:cs typeface="Arial MT"/>
              </a:rPr>
              <a:t>ISO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21434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work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products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53311" y="3645408"/>
            <a:ext cx="719455" cy="6477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06680" rIns="0" bIns="0" rtlCol="0" vert="horz">
            <a:spAutoFit/>
          </a:bodyPr>
          <a:lstStyle/>
          <a:p>
            <a:pPr marL="144145" marR="137160" indent="80645">
              <a:lnSpc>
                <a:spcPct val="100000"/>
              </a:lnSpc>
              <a:spcBef>
                <a:spcPts val="840"/>
              </a:spcBef>
            </a:pPr>
            <a:r>
              <a:rPr dirty="0" sz="1400" spc="-20">
                <a:latin typeface="Arial MT"/>
                <a:cs typeface="Arial MT"/>
              </a:rPr>
              <a:t>Test </a:t>
            </a:r>
            <a:r>
              <a:rPr dirty="0" sz="1400" spc="-114">
                <a:latin typeface="Arial MT"/>
                <a:cs typeface="Arial MT"/>
              </a:rPr>
              <a:t>results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20339" y="3645408"/>
            <a:ext cx="864235" cy="6477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algn="ctr" marL="160655" marR="153035" indent="635">
              <a:lnSpc>
                <a:spcPct val="100000"/>
              </a:lnSpc>
              <a:spcBef>
                <a:spcPts val="5"/>
              </a:spcBef>
            </a:pPr>
            <a:r>
              <a:rPr dirty="0" sz="1400" spc="-20">
                <a:latin typeface="Arial MT"/>
                <a:cs typeface="Arial MT"/>
              </a:rPr>
              <a:t>Code </a:t>
            </a:r>
            <a:r>
              <a:rPr dirty="0" sz="1400" spc="-130">
                <a:latin typeface="Arial MT"/>
                <a:cs typeface="Arial MT"/>
              </a:rPr>
              <a:t>Analysis </a:t>
            </a:r>
            <a:r>
              <a:rPr dirty="0" sz="1400" spc="-20">
                <a:latin typeface="Arial MT"/>
                <a:cs typeface="Arial MT"/>
              </a:rPr>
              <a:t>reports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72484" y="3645408"/>
            <a:ext cx="864235" cy="6477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dirty="0" sz="1400" spc="-20">
                <a:latin typeface="Arial MT"/>
                <a:cs typeface="Arial MT"/>
              </a:rPr>
              <a:t>Etc…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60365" y="1759813"/>
            <a:ext cx="3988435" cy="110871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400" spc="-130">
                <a:latin typeface="Arial MT"/>
                <a:cs typeface="Arial MT"/>
              </a:rPr>
              <a:t>Provide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arguments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claim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that</a:t>
            </a:r>
            <a:endParaRPr sz="1400">
              <a:latin typeface="Arial MT"/>
              <a:cs typeface="Arial MT"/>
            </a:endParaRPr>
          </a:p>
          <a:p>
            <a:pPr marL="298450" indent="-110489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1400" spc="-155">
                <a:latin typeface="Arial MT"/>
                <a:cs typeface="Arial MT"/>
              </a:rPr>
              <a:t>The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requirements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are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met</a:t>
            </a:r>
            <a:endParaRPr sz="1400">
              <a:latin typeface="Arial MT"/>
              <a:cs typeface="Arial MT"/>
            </a:endParaRPr>
          </a:p>
          <a:p>
            <a:pPr marL="298450" indent="-110489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dirty="0" sz="1400" spc="-150">
                <a:latin typeface="Arial MT"/>
                <a:cs typeface="Arial MT"/>
              </a:rPr>
              <a:t>The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functions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75">
                <a:latin typeface="Arial MT"/>
                <a:cs typeface="Arial MT"/>
              </a:rPr>
              <a:t>/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measures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are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95">
                <a:latin typeface="Arial MT"/>
                <a:cs typeface="Arial MT"/>
              </a:rPr>
              <a:t>implemented</a:t>
            </a:r>
            <a:endParaRPr sz="1400">
              <a:latin typeface="Arial MT"/>
              <a:cs typeface="Arial MT"/>
            </a:endParaRPr>
          </a:p>
          <a:p>
            <a:pPr marL="298450" indent="-110489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1400" spc="-155">
                <a:latin typeface="Arial MT"/>
                <a:cs typeface="Arial MT"/>
              </a:rPr>
              <a:t>The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necessary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5">
                <a:latin typeface="Arial MT"/>
                <a:cs typeface="Arial MT"/>
              </a:rPr>
              <a:t>integrity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has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been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90">
                <a:latin typeface="Arial MT"/>
                <a:cs typeface="Arial MT"/>
              </a:rPr>
              <a:t>achieved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960365" y="3097733"/>
            <a:ext cx="3921125" cy="1152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30">
                <a:latin typeface="Arial MT"/>
                <a:cs typeface="Arial MT"/>
              </a:rPr>
              <a:t>Evaluation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of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whether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work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products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referenced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in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the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case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  <a:p>
            <a:pPr marL="298450" indent="-110489">
              <a:lnSpc>
                <a:spcPct val="100000"/>
              </a:lnSpc>
              <a:spcBef>
                <a:spcPts val="459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1400" spc="-140">
                <a:latin typeface="Arial MT"/>
                <a:cs typeface="Arial MT"/>
              </a:rPr>
              <a:t>Are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traceable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from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one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to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another</a:t>
            </a:r>
            <a:endParaRPr sz="1400">
              <a:latin typeface="Arial MT"/>
              <a:cs typeface="Arial MT"/>
            </a:endParaRPr>
          </a:p>
          <a:p>
            <a:pPr marL="298450" indent="-110489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dirty="0" sz="1400" spc="-155">
                <a:latin typeface="Arial MT"/>
                <a:cs typeface="Arial MT"/>
              </a:rPr>
              <a:t>Have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no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contradictions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within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or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between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work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90">
                <a:latin typeface="Arial MT"/>
                <a:cs typeface="Arial MT"/>
              </a:rPr>
              <a:t>products</a:t>
            </a:r>
            <a:endParaRPr sz="1400">
              <a:latin typeface="Arial MT"/>
              <a:cs typeface="Arial MT"/>
            </a:endParaRPr>
          </a:p>
          <a:p>
            <a:pPr marL="298450" indent="-110489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dirty="0" sz="1400" spc="-155">
                <a:latin typeface="Arial MT"/>
                <a:cs typeface="Arial MT"/>
              </a:rPr>
              <a:t>Have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no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open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issues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51892" y="5867196"/>
            <a:ext cx="68440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Case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summary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related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including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results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60365" y="4421251"/>
            <a:ext cx="418084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85">
                <a:latin typeface="Arial MT"/>
                <a:cs typeface="Arial MT"/>
              </a:rPr>
              <a:t>A</a:t>
            </a:r>
            <a:r>
              <a:rPr dirty="0" sz="1400" spc="-12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security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argument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link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the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supporting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evidence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with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the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70">
                <a:latin typeface="Arial MT"/>
                <a:cs typeface="Arial MT"/>
              </a:rPr>
              <a:t>overall </a:t>
            </a:r>
            <a:r>
              <a:rPr dirty="0" sz="1400" spc="-120">
                <a:latin typeface="Arial MT"/>
                <a:cs typeface="Arial MT"/>
              </a:rPr>
              <a:t>Security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Goals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of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the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item.</a:t>
            </a:r>
            <a:endParaRPr sz="1400">
              <a:latin typeface="Arial MT"/>
              <a:cs typeface="Arial MT"/>
            </a:endParaRPr>
          </a:p>
          <a:p>
            <a:pPr marL="12700" marR="481965">
              <a:lnSpc>
                <a:spcPct val="100000"/>
              </a:lnSpc>
              <a:spcBef>
                <a:spcPts val="5"/>
              </a:spcBef>
            </a:pPr>
            <a:r>
              <a:rPr dirty="0" sz="1400" spc="-75">
                <a:latin typeface="Arial MT"/>
                <a:cs typeface="Arial MT"/>
              </a:rPr>
              <a:t>It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0">
                <a:latin typeface="Arial MT"/>
                <a:cs typeface="Arial MT"/>
              </a:rPr>
              <a:t>is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necessary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provide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process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product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5">
                <a:latin typeface="Arial MT"/>
                <a:cs typeface="Arial MT"/>
              </a:rPr>
              <a:t>argument. </a:t>
            </a:r>
            <a:r>
              <a:rPr dirty="0" sz="1400" spc="-130">
                <a:latin typeface="Arial MT"/>
                <a:cs typeface="Arial MT"/>
              </a:rPr>
              <a:t>Usually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done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in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office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tools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such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as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Word,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Excel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916796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9389110" cy="21634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scope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assessment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plan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work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products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identified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plan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Treatment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risks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Appropriateness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effectiveness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implemented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controls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performed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0"/>
              </a:spcBef>
            </a:pPr>
            <a:r>
              <a:rPr dirty="0" sz="1600" spc="-135">
                <a:latin typeface="Arial MT"/>
                <a:cs typeface="Arial MT"/>
              </a:rPr>
              <a:t>project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(can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judged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using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prior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reviews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that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were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performed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verification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purposes)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rationales,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if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provided,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demonstrate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achievement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objectives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ISO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21434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2550" y="3168247"/>
            <a:ext cx="5650103" cy="3287664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916796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9020175" cy="577659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114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must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performed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prior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post-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release</a:t>
            </a:r>
            <a:endParaRPr sz="1600">
              <a:latin typeface="Arial MT"/>
              <a:cs typeface="Arial MT"/>
            </a:endParaRPr>
          </a:p>
          <a:p>
            <a:pPr marL="189230" marR="90805" indent="-17716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90">
                <a:latin typeface="Arial MT"/>
                <a:cs typeface="Arial MT"/>
              </a:rPr>
              <a:t>If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not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performed,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rationale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must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reviewed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independently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documented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case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Rationale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20">
                <a:latin typeface="Arial MT"/>
                <a:cs typeface="Arial MT"/>
              </a:rPr>
              <a:t>TARA</a:t>
            </a:r>
            <a:r>
              <a:rPr dirty="0" sz="1600" spc="-12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results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Item,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complexity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process-</a:t>
            </a:r>
            <a:r>
              <a:rPr dirty="0" sz="1600" spc="-145">
                <a:latin typeface="Arial MT"/>
                <a:cs typeface="Arial MT"/>
              </a:rPr>
              <a:t>defined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criteria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Performed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incremental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steps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facilitate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early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resolution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identified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issues</a:t>
            </a:r>
            <a:endParaRPr sz="1600">
              <a:latin typeface="Arial MT"/>
              <a:cs typeface="Arial MT"/>
            </a:endParaRPr>
          </a:p>
          <a:p>
            <a:pPr lvl="1" marL="646430" marR="5080" indent="-177165">
              <a:lnSpc>
                <a:spcPct val="120100"/>
              </a:lnSpc>
              <a:spcBef>
                <a:spcPts val="60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Repeated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supplemented,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e.g.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due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change,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when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previous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provided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80">
                <a:latin typeface="Arial MT"/>
                <a:cs typeface="Arial MT"/>
              </a:rPr>
              <a:t>negative </a:t>
            </a:r>
            <a:r>
              <a:rPr dirty="0" sz="1600" spc="-165">
                <a:latin typeface="Arial MT"/>
                <a:cs typeface="Arial MT"/>
              </a:rPr>
              <a:t>recommendation,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when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vulnerability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discovered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60">
                <a:latin typeface="Arial MT"/>
                <a:cs typeface="Arial MT"/>
              </a:rPr>
              <a:t>Person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executing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might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50">
                <a:latin typeface="Arial MT"/>
                <a:cs typeface="Arial MT"/>
              </a:rPr>
              <a:t> 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quality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assurance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department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within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organization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00">
                <a:latin typeface="Arial MT"/>
                <a:cs typeface="Arial MT"/>
              </a:rPr>
              <a:t>A</a:t>
            </a:r>
            <a:r>
              <a:rPr dirty="0" sz="1600" spc="-12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different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team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department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or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5">
                <a:latin typeface="Arial MT"/>
                <a:cs typeface="Arial MT"/>
              </a:rPr>
              <a:t>An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independent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third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party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report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include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recommendation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acceptance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rejection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conditional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acceptance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3319792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502775" cy="98044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0">
                <a:latin typeface="Arial MT"/>
                <a:cs typeface="Arial MT"/>
              </a:rPr>
              <a:t>Release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post-</a:t>
            </a:r>
            <a:r>
              <a:rPr dirty="0" sz="1600" spc="-160">
                <a:latin typeface="Arial MT"/>
                <a:cs typeface="Arial MT"/>
              </a:rPr>
              <a:t>development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report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final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statement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measures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have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been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sufficiently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95">
                <a:latin typeface="Arial MT"/>
                <a:cs typeface="Arial MT"/>
              </a:rPr>
              <a:t>implemented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process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been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successfully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completed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In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case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release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not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granted,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criticized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have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repeated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59244" y="2793428"/>
            <a:ext cx="6123940" cy="579755"/>
            <a:chOff x="559244" y="2793428"/>
            <a:chExt cx="6123940" cy="579755"/>
          </a:xfrm>
        </p:grpSpPr>
        <p:sp>
          <p:nvSpPr>
            <p:cNvPr id="10" name="object 10" descr=""/>
            <p:cNvSpPr/>
            <p:nvPr/>
          </p:nvSpPr>
          <p:spPr>
            <a:xfrm>
              <a:off x="560831" y="2795016"/>
              <a:ext cx="6120765" cy="576580"/>
            </a:xfrm>
            <a:custGeom>
              <a:avLst/>
              <a:gdLst/>
              <a:ahLst/>
              <a:cxnLst/>
              <a:rect l="l" t="t" r="r" b="b"/>
              <a:pathLst>
                <a:path w="6120765" h="576579">
                  <a:moveTo>
                    <a:pt x="5832348" y="0"/>
                  </a:moveTo>
                  <a:lnTo>
                    <a:pt x="5832348" y="144018"/>
                  </a:lnTo>
                  <a:lnTo>
                    <a:pt x="0" y="144018"/>
                  </a:lnTo>
                  <a:lnTo>
                    <a:pt x="0" y="432054"/>
                  </a:lnTo>
                  <a:lnTo>
                    <a:pt x="5832348" y="432054"/>
                  </a:lnTo>
                  <a:lnTo>
                    <a:pt x="5832348" y="576072"/>
                  </a:lnTo>
                  <a:lnTo>
                    <a:pt x="6120384" y="288036"/>
                  </a:lnTo>
                  <a:lnTo>
                    <a:pt x="5832348" y="0"/>
                  </a:lnTo>
                  <a:close/>
                </a:path>
              </a:pathLst>
            </a:custGeom>
            <a:solidFill>
              <a:srgbClr val="2121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60831" y="2795016"/>
              <a:ext cx="6120765" cy="576580"/>
            </a:xfrm>
            <a:custGeom>
              <a:avLst/>
              <a:gdLst/>
              <a:ahLst/>
              <a:cxnLst/>
              <a:rect l="l" t="t" r="r" b="b"/>
              <a:pathLst>
                <a:path w="6120765" h="576579">
                  <a:moveTo>
                    <a:pt x="0" y="144018"/>
                  </a:moveTo>
                  <a:lnTo>
                    <a:pt x="5832348" y="144018"/>
                  </a:lnTo>
                  <a:lnTo>
                    <a:pt x="5832348" y="0"/>
                  </a:lnTo>
                  <a:lnTo>
                    <a:pt x="6120384" y="288036"/>
                  </a:lnTo>
                  <a:lnTo>
                    <a:pt x="5832348" y="576072"/>
                  </a:lnTo>
                  <a:lnTo>
                    <a:pt x="5832348" y="432054"/>
                  </a:lnTo>
                  <a:lnTo>
                    <a:pt x="0" y="432054"/>
                  </a:lnTo>
                  <a:lnTo>
                    <a:pt x="0" y="14401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39267" y="2944190"/>
            <a:ext cx="14433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50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6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20">
                <a:solidFill>
                  <a:srgbClr val="FFFFFF"/>
                </a:solidFill>
                <a:latin typeface="Arial MT"/>
                <a:cs typeface="Arial MT"/>
              </a:rPr>
              <a:t>case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066289" y="2957829"/>
            <a:ext cx="4333240" cy="660400"/>
            <a:chOff x="2066289" y="2957829"/>
            <a:chExt cx="4333240" cy="660400"/>
          </a:xfrm>
        </p:grpSpPr>
        <p:sp>
          <p:nvSpPr>
            <p:cNvPr id="14" name="object 14" descr=""/>
            <p:cNvSpPr/>
            <p:nvPr/>
          </p:nvSpPr>
          <p:spPr>
            <a:xfrm>
              <a:off x="2072639" y="2964179"/>
              <a:ext cx="4320540" cy="647700"/>
            </a:xfrm>
            <a:custGeom>
              <a:avLst/>
              <a:gdLst/>
              <a:ahLst/>
              <a:cxnLst/>
              <a:rect l="l" t="t" r="r" b="b"/>
              <a:pathLst>
                <a:path w="4320540" h="647700">
                  <a:moveTo>
                    <a:pt x="3996690" y="0"/>
                  </a:moveTo>
                  <a:lnTo>
                    <a:pt x="3996690" y="161925"/>
                  </a:lnTo>
                  <a:lnTo>
                    <a:pt x="0" y="161925"/>
                  </a:lnTo>
                  <a:lnTo>
                    <a:pt x="0" y="485775"/>
                  </a:lnTo>
                  <a:lnTo>
                    <a:pt x="3996690" y="485775"/>
                  </a:lnTo>
                  <a:lnTo>
                    <a:pt x="3996690" y="647700"/>
                  </a:lnTo>
                  <a:lnTo>
                    <a:pt x="4320540" y="323850"/>
                  </a:lnTo>
                  <a:lnTo>
                    <a:pt x="3996690" y="0"/>
                  </a:lnTo>
                  <a:close/>
                </a:path>
              </a:pathLst>
            </a:custGeom>
            <a:solidFill>
              <a:srgbClr val="2121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072639" y="2964179"/>
              <a:ext cx="4320540" cy="647700"/>
            </a:xfrm>
            <a:custGeom>
              <a:avLst/>
              <a:gdLst/>
              <a:ahLst/>
              <a:cxnLst/>
              <a:rect l="l" t="t" r="r" b="b"/>
              <a:pathLst>
                <a:path w="4320540" h="647700">
                  <a:moveTo>
                    <a:pt x="0" y="161925"/>
                  </a:moveTo>
                  <a:lnTo>
                    <a:pt x="3996690" y="161925"/>
                  </a:lnTo>
                  <a:lnTo>
                    <a:pt x="3996690" y="0"/>
                  </a:lnTo>
                  <a:lnTo>
                    <a:pt x="4320540" y="323850"/>
                  </a:lnTo>
                  <a:lnTo>
                    <a:pt x="3996690" y="647700"/>
                  </a:lnTo>
                  <a:lnTo>
                    <a:pt x="3996690" y="485775"/>
                  </a:lnTo>
                  <a:lnTo>
                    <a:pt x="0" y="485775"/>
                  </a:lnTo>
                  <a:lnTo>
                    <a:pt x="0" y="16192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151633" y="3149854"/>
            <a:ext cx="2459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45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70">
                <a:solidFill>
                  <a:srgbClr val="FFFFFF"/>
                </a:solidFill>
                <a:latin typeface="Arial MT"/>
                <a:cs typeface="Arial MT"/>
              </a:rPr>
              <a:t>assessment</a:t>
            </a:r>
            <a:r>
              <a:rPr dirty="0" sz="16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95">
                <a:solidFill>
                  <a:srgbClr val="FFFFFF"/>
                </a:solidFill>
                <a:latin typeface="Arial MT"/>
                <a:cs typeface="Arial MT"/>
              </a:rPr>
              <a:t>report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578352" y="3214116"/>
            <a:ext cx="2533015" cy="696595"/>
            <a:chOff x="3578352" y="3214116"/>
            <a:chExt cx="2533015" cy="696595"/>
          </a:xfrm>
        </p:grpSpPr>
        <p:sp>
          <p:nvSpPr>
            <p:cNvPr id="18" name="object 18" descr=""/>
            <p:cNvSpPr/>
            <p:nvPr/>
          </p:nvSpPr>
          <p:spPr>
            <a:xfrm>
              <a:off x="3584448" y="3220212"/>
              <a:ext cx="2520950" cy="684530"/>
            </a:xfrm>
            <a:custGeom>
              <a:avLst/>
              <a:gdLst/>
              <a:ahLst/>
              <a:cxnLst/>
              <a:rect l="l" t="t" r="r" b="b"/>
              <a:pathLst>
                <a:path w="2520950" h="684529">
                  <a:moveTo>
                    <a:pt x="2178557" y="0"/>
                  </a:moveTo>
                  <a:lnTo>
                    <a:pt x="2178557" y="171068"/>
                  </a:lnTo>
                  <a:lnTo>
                    <a:pt x="0" y="171068"/>
                  </a:lnTo>
                  <a:lnTo>
                    <a:pt x="0" y="513206"/>
                  </a:lnTo>
                  <a:lnTo>
                    <a:pt x="2178557" y="513206"/>
                  </a:lnTo>
                  <a:lnTo>
                    <a:pt x="2178557" y="684276"/>
                  </a:lnTo>
                  <a:lnTo>
                    <a:pt x="2520696" y="342138"/>
                  </a:lnTo>
                  <a:lnTo>
                    <a:pt x="2178557" y="0"/>
                  </a:lnTo>
                  <a:close/>
                </a:path>
              </a:pathLst>
            </a:custGeom>
            <a:solidFill>
              <a:srgbClr val="2121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584448" y="3220212"/>
              <a:ext cx="2520950" cy="684530"/>
            </a:xfrm>
            <a:custGeom>
              <a:avLst/>
              <a:gdLst/>
              <a:ahLst/>
              <a:cxnLst/>
              <a:rect l="l" t="t" r="r" b="b"/>
              <a:pathLst>
                <a:path w="2520950" h="684529">
                  <a:moveTo>
                    <a:pt x="0" y="171068"/>
                  </a:moveTo>
                  <a:lnTo>
                    <a:pt x="2178557" y="171068"/>
                  </a:lnTo>
                  <a:lnTo>
                    <a:pt x="2178557" y="0"/>
                  </a:lnTo>
                  <a:lnTo>
                    <a:pt x="2520696" y="342138"/>
                  </a:lnTo>
                  <a:lnTo>
                    <a:pt x="2178557" y="684276"/>
                  </a:lnTo>
                  <a:lnTo>
                    <a:pt x="2178557" y="513206"/>
                  </a:lnTo>
                  <a:lnTo>
                    <a:pt x="0" y="513206"/>
                  </a:lnTo>
                  <a:lnTo>
                    <a:pt x="0" y="171068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664077" y="3424554"/>
            <a:ext cx="20612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45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6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40">
                <a:solidFill>
                  <a:srgbClr val="FFFFFF"/>
                </a:solidFill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60831" y="3226307"/>
            <a:ext cx="1511935" cy="129730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90805" marR="172720">
              <a:lnSpc>
                <a:spcPct val="100000"/>
              </a:lnSpc>
              <a:spcBef>
                <a:spcPts val="40"/>
              </a:spcBef>
            </a:pPr>
            <a:r>
              <a:rPr dirty="0" sz="1400" spc="-145">
                <a:latin typeface="Arial MT"/>
                <a:cs typeface="Arial MT"/>
              </a:rPr>
              <a:t>Argument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5">
                <a:latin typeface="Arial MT"/>
                <a:cs typeface="Arial MT"/>
              </a:rPr>
              <a:t>for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the </a:t>
            </a:r>
            <a:r>
              <a:rPr dirty="0" sz="1400" spc="-135">
                <a:latin typeface="Arial MT"/>
                <a:cs typeface="Arial MT"/>
              </a:rPr>
              <a:t>achieved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degree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75">
                <a:latin typeface="Arial MT"/>
                <a:cs typeface="Arial MT"/>
              </a:rPr>
              <a:t>of </a:t>
            </a:r>
            <a:r>
              <a:rPr dirty="0" sz="1400" spc="-50">
                <a:latin typeface="Arial MT"/>
                <a:cs typeface="Arial MT"/>
              </a:rPr>
              <a:t>cybersecurity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Arial MT"/>
              <a:cs typeface="Arial MT"/>
            </a:endParaRPr>
          </a:p>
          <a:p>
            <a:pPr marL="90805" marR="196215">
              <a:lnSpc>
                <a:spcPct val="100000"/>
              </a:lnSpc>
            </a:pPr>
            <a:r>
              <a:rPr dirty="0" sz="1400" spc="-135">
                <a:latin typeface="Arial MT"/>
                <a:cs typeface="Arial MT"/>
              </a:rPr>
              <a:t>Supported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by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work </a:t>
            </a:r>
            <a:r>
              <a:rPr dirty="0" sz="1400" spc="-10">
                <a:latin typeface="Arial MT"/>
                <a:cs typeface="Arial MT"/>
              </a:rPr>
              <a:t>products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072639" y="3442715"/>
            <a:ext cx="1511935" cy="129730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11760" rIns="0" bIns="0" rtlCol="0" vert="horz">
            <a:spAutoFit/>
          </a:bodyPr>
          <a:lstStyle/>
          <a:p>
            <a:pPr marL="91440" marR="283845">
              <a:lnSpc>
                <a:spcPct val="100000"/>
              </a:lnSpc>
              <a:spcBef>
                <a:spcPts val="880"/>
              </a:spcBef>
            </a:pPr>
            <a:r>
              <a:rPr dirty="0" sz="1400" spc="-140">
                <a:latin typeface="Arial MT"/>
                <a:cs typeface="Arial MT"/>
              </a:rPr>
              <a:t>Evidence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that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0">
                <a:latin typeface="Arial MT"/>
                <a:cs typeface="Arial MT"/>
              </a:rPr>
              <a:t>the </a:t>
            </a:r>
            <a:r>
              <a:rPr dirty="0" sz="1400" spc="-50">
                <a:latin typeface="Arial MT"/>
                <a:cs typeface="Arial MT"/>
              </a:rPr>
              <a:t>cybersecurity </a:t>
            </a:r>
            <a:r>
              <a:rPr dirty="0" sz="1400" spc="-130">
                <a:latin typeface="Arial MT"/>
                <a:cs typeface="Arial MT"/>
              </a:rPr>
              <a:t>requirements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40">
                <a:latin typeface="Arial MT"/>
                <a:cs typeface="Arial MT"/>
              </a:rPr>
              <a:t>are </a:t>
            </a:r>
            <a:r>
              <a:rPr dirty="0" sz="1400" spc="-140">
                <a:latin typeface="Arial MT"/>
                <a:cs typeface="Arial MT"/>
              </a:rPr>
              <a:t>met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during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the </a:t>
            </a:r>
            <a:r>
              <a:rPr dirty="0" sz="1400" spc="-55">
                <a:latin typeface="Arial MT"/>
                <a:cs typeface="Arial MT"/>
              </a:rPr>
              <a:t>development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84447" y="3724655"/>
            <a:ext cx="1511935" cy="129730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Times New Roman"/>
              <a:cs typeface="Times New Roman"/>
            </a:endParaRPr>
          </a:p>
          <a:p>
            <a:pPr marL="92075" marR="114300">
              <a:lnSpc>
                <a:spcPct val="100000"/>
              </a:lnSpc>
            </a:pPr>
            <a:r>
              <a:rPr dirty="0" sz="1400" spc="-120">
                <a:latin typeface="Arial MT"/>
                <a:cs typeface="Arial MT"/>
              </a:rPr>
              <a:t>Definitions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of </a:t>
            </a:r>
            <a:r>
              <a:rPr dirty="0" sz="1400" spc="-130">
                <a:latin typeface="Arial MT"/>
                <a:cs typeface="Arial MT"/>
              </a:rPr>
              <a:t>requirements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during </a:t>
            </a:r>
            <a:r>
              <a:rPr dirty="0" sz="1400" spc="-120">
                <a:latin typeface="Arial MT"/>
                <a:cs typeface="Arial MT"/>
              </a:rPr>
              <a:t>post-</a:t>
            </a:r>
            <a:r>
              <a:rPr dirty="0" sz="1400" spc="-55">
                <a:latin typeface="Arial MT"/>
                <a:cs typeface="Arial MT"/>
              </a:rPr>
              <a:t>development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855208" y="4005071"/>
            <a:ext cx="1076325" cy="1295400"/>
          </a:xfrm>
          <a:prstGeom prst="rect">
            <a:avLst/>
          </a:prstGeom>
          <a:solidFill>
            <a:srgbClr val="D2D2F4"/>
          </a:solidFill>
          <a:ln w="3175">
            <a:solidFill>
              <a:srgbClr val="000000"/>
            </a:solidFill>
          </a:ln>
        </p:spPr>
        <p:txBody>
          <a:bodyPr wrap="square" lIns="0" tIns="111760" rIns="0" bIns="0" rtlCol="0" vert="horz">
            <a:spAutoFit/>
          </a:bodyPr>
          <a:lstStyle/>
          <a:p>
            <a:pPr algn="just" marL="92075">
              <a:lnSpc>
                <a:spcPct val="100000"/>
              </a:lnSpc>
              <a:spcBef>
                <a:spcPts val="880"/>
              </a:spcBef>
            </a:pPr>
            <a:r>
              <a:rPr dirty="0" sz="1400" spc="-145">
                <a:latin typeface="Arial MT"/>
                <a:cs typeface="Arial MT"/>
              </a:rPr>
              <a:t>Approved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by: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algn="just" marL="92075" marR="157480">
              <a:lnSpc>
                <a:spcPct val="100000"/>
              </a:lnSpc>
            </a:pPr>
            <a:r>
              <a:rPr dirty="0" sz="1400" spc="-355">
                <a:latin typeface="Arial MT"/>
                <a:cs typeface="Arial MT"/>
              </a:rPr>
              <a:t>CS</a:t>
            </a:r>
            <a:r>
              <a:rPr dirty="0" sz="1400" spc="254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Manager </a:t>
            </a:r>
            <a:r>
              <a:rPr dirty="0" sz="1400" spc="-135">
                <a:latin typeface="Arial MT"/>
                <a:cs typeface="Arial MT"/>
              </a:rPr>
              <a:t>Project</a:t>
            </a:r>
            <a:r>
              <a:rPr dirty="0" sz="1400" spc="6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Lead </a:t>
            </a:r>
            <a:r>
              <a:rPr dirty="0" sz="1400" spc="-20">
                <a:latin typeface="Arial MT"/>
                <a:cs typeface="Arial MT"/>
              </a:rPr>
              <a:t>Assessor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219188" y="2423160"/>
            <a:ext cx="1911350" cy="1731645"/>
            <a:chOff x="7219188" y="2423160"/>
            <a:chExt cx="1911350" cy="1731645"/>
          </a:xfrm>
        </p:grpSpPr>
        <p:sp>
          <p:nvSpPr>
            <p:cNvPr id="26" name="object 26" descr=""/>
            <p:cNvSpPr/>
            <p:nvPr/>
          </p:nvSpPr>
          <p:spPr>
            <a:xfrm>
              <a:off x="7220712" y="2424684"/>
              <a:ext cx="1908175" cy="1728470"/>
            </a:xfrm>
            <a:custGeom>
              <a:avLst/>
              <a:gdLst/>
              <a:ahLst/>
              <a:cxnLst/>
              <a:rect l="l" t="t" r="r" b="b"/>
              <a:pathLst>
                <a:path w="1908175" h="1728470">
                  <a:moveTo>
                    <a:pt x="216027" y="1512189"/>
                  </a:moveTo>
                  <a:lnTo>
                    <a:pt x="216027" y="108076"/>
                  </a:lnTo>
                  <a:lnTo>
                    <a:pt x="224518" y="66008"/>
                  </a:lnTo>
                  <a:lnTo>
                    <a:pt x="247665" y="31654"/>
                  </a:lnTo>
                  <a:lnTo>
                    <a:pt x="281981" y="8493"/>
                  </a:lnTo>
                  <a:lnTo>
                    <a:pt x="323977" y="0"/>
                  </a:lnTo>
                  <a:lnTo>
                    <a:pt x="1799971" y="0"/>
                  </a:lnTo>
                  <a:lnTo>
                    <a:pt x="1842039" y="8493"/>
                  </a:lnTo>
                  <a:lnTo>
                    <a:pt x="1876393" y="31654"/>
                  </a:lnTo>
                  <a:lnTo>
                    <a:pt x="1899554" y="66008"/>
                  </a:lnTo>
                  <a:lnTo>
                    <a:pt x="1908048" y="108076"/>
                  </a:lnTo>
                  <a:lnTo>
                    <a:pt x="1899554" y="150072"/>
                  </a:lnTo>
                  <a:lnTo>
                    <a:pt x="1876393" y="184388"/>
                  </a:lnTo>
                  <a:lnTo>
                    <a:pt x="1842039" y="207535"/>
                  </a:lnTo>
                  <a:lnTo>
                    <a:pt x="1799971" y="216026"/>
                  </a:lnTo>
                  <a:lnTo>
                    <a:pt x="1692021" y="216026"/>
                  </a:lnTo>
                  <a:lnTo>
                    <a:pt x="1692021" y="1620139"/>
                  </a:lnTo>
                  <a:lnTo>
                    <a:pt x="1683527" y="1662207"/>
                  </a:lnTo>
                  <a:lnTo>
                    <a:pt x="1660366" y="1696561"/>
                  </a:lnTo>
                  <a:lnTo>
                    <a:pt x="1626012" y="1719722"/>
                  </a:lnTo>
                  <a:lnTo>
                    <a:pt x="1583944" y="1728215"/>
                  </a:lnTo>
                  <a:lnTo>
                    <a:pt x="108077" y="1728215"/>
                  </a:lnTo>
                  <a:lnTo>
                    <a:pt x="66008" y="1719722"/>
                  </a:lnTo>
                  <a:lnTo>
                    <a:pt x="31654" y="1696561"/>
                  </a:lnTo>
                  <a:lnTo>
                    <a:pt x="8493" y="1662207"/>
                  </a:lnTo>
                  <a:lnTo>
                    <a:pt x="0" y="1620139"/>
                  </a:lnTo>
                  <a:lnTo>
                    <a:pt x="8493" y="1578143"/>
                  </a:lnTo>
                  <a:lnTo>
                    <a:pt x="31654" y="1543827"/>
                  </a:lnTo>
                  <a:lnTo>
                    <a:pt x="66008" y="1520680"/>
                  </a:lnTo>
                  <a:lnTo>
                    <a:pt x="108077" y="1512189"/>
                  </a:lnTo>
                  <a:lnTo>
                    <a:pt x="216027" y="151218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9190" y="2423160"/>
              <a:ext cx="165100" cy="21907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544689" y="2640711"/>
              <a:ext cx="1368425" cy="0"/>
            </a:xfrm>
            <a:custGeom>
              <a:avLst/>
              <a:gdLst/>
              <a:ahLst/>
              <a:cxnLst/>
              <a:rect l="l" t="t" r="r" b="b"/>
              <a:pathLst>
                <a:path w="1368425" h="0">
                  <a:moveTo>
                    <a:pt x="136804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7265" y="3935349"/>
              <a:ext cx="110998" cy="219075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7517130" y="2763392"/>
            <a:ext cx="1104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-20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Work</a:t>
            </a:r>
            <a:r>
              <a:rPr dirty="0" u="sng" sz="160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spc="-1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517130" y="3249549"/>
            <a:ext cx="118364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40">
                <a:latin typeface="Arial MT"/>
                <a:cs typeface="Arial MT"/>
              </a:rPr>
              <a:t>Release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for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120">
                <a:latin typeface="Arial MT"/>
                <a:cs typeface="Arial MT"/>
              </a:rPr>
              <a:t>post-</a:t>
            </a:r>
            <a:r>
              <a:rPr dirty="0" sz="1400" spc="-130">
                <a:latin typeface="Arial MT"/>
                <a:cs typeface="Arial MT"/>
              </a:rPr>
              <a:t>development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latin typeface="Arial MT"/>
                <a:cs typeface="Arial MT"/>
              </a:rPr>
              <a:t>report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354826" y="281813"/>
            <a:ext cx="3354070" cy="156210"/>
            <a:chOff x="6354826" y="281813"/>
            <a:chExt cx="3354070" cy="156210"/>
          </a:xfrm>
        </p:grpSpPr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4826" y="281813"/>
              <a:ext cx="189483" cy="147827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604127" y="291211"/>
              <a:ext cx="466725" cy="146685"/>
            </a:xfrm>
            <a:custGeom>
              <a:avLst/>
              <a:gdLst/>
              <a:ahLst/>
              <a:cxnLst/>
              <a:rect l="l" t="t" r="r" b="b"/>
              <a:pathLst>
                <a:path w="466725" h="146684">
                  <a:moveTo>
                    <a:pt x="305180" y="31242"/>
                  </a:moveTo>
                  <a:lnTo>
                    <a:pt x="298703" y="31242"/>
                  </a:lnTo>
                  <a:lnTo>
                    <a:pt x="290135" y="31861"/>
                  </a:lnTo>
                  <a:lnTo>
                    <a:pt x="263185" y="62079"/>
                  </a:lnTo>
                  <a:lnTo>
                    <a:pt x="262636" y="71628"/>
                  </a:lnTo>
                  <a:lnTo>
                    <a:pt x="262636" y="78613"/>
                  </a:lnTo>
                  <a:lnTo>
                    <a:pt x="263271" y="84582"/>
                  </a:lnTo>
                  <a:lnTo>
                    <a:pt x="264541" y="89789"/>
                  </a:lnTo>
                  <a:lnTo>
                    <a:pt x="265683" y="94869"/>
                  </a:lnTo>
                  <a:lnTo>
                    <a:pt x="267843" y="99187"/>
                  </a:lnTo>
                  <a:lnTo>
                    <a:pt x="273557" y="106172"/>
                  </a:lnTo>
                  <a:lnTo>
                    <a:pt x="277549" y="108966"/>
                  </a:lnTo>
                  <a:lnTo>
                    <a:pt x="277719" y="108966"/>
                  </a:lnTo>
                  <a:lnTo>
                    <a:pt x="282275" y="110617"/>
                  </a:lnTo>
                  <a:lnTo>
                    <a:pt x="286974" y="112395"/>
                  </a:lnTo>
                  <a:lnTo>
                    <a:pt x="287437" y="112395"/>
                  </a:lnTo>
                  <a:lnTo>
                    <a:pt x="292226" y="113157"/>
                  </a:lnTo>
                  <a:lnTo>
                    <a:pt x="301878" y="113157"/>
                  </a:lnTo>
                  <a:lnTo>
                    <a:pt x="304800" y="112903"/>
                  </a:lnTo>
                  <a:lnTo>
                    <a:pt x="307721" y="112395"/>
                  </a:lnTo>
                  <a:lnTo>
                    <a:pt x="310642" y="112014"/>
                  </a:lnTo>
                  <a:lnTo>
                    <a:pt x="313436" y="111379"/>
                  </a:lnTo>
                  <a:lnTo>
                    <a:pt x="316229" y="110617"/>
                  </a:lnTo>
                  <a:lnTo>
                    <a:pt x="321437" y="108966"/>
                  </a:lnTo>
                  <a:lnTo>
                    <a:pt x="323469" y="108077"/>
                  </a:lnTo>
                  <a:lnTo>
                    <a:pt x="325627" y="107188"/>
                  </a:lnTo>
                  <a:lnTo>
                    <a:pt x="327659" y="106172"/>
                  </a:lnTo>
                  <a:lnTo>
                    <a:pt x="329565" y="104902"/>
                  </a:lnTo>
                  <a:lnTo>
                    <a:pt x="327863" y="100330"/>
                  </a:lnTo>
                  <a:lnTo>
                    <a:pt x="294767" y="100330"/>
                  </a:lnTo>
                  <a:lnTo>
                    <a:pt x="290068" y="99187"/>
                  </a:lnTo>
                  <a:lnTo>
                    <a:pt x="278511" y="80010"/>
                  </a:lnTo>
                  <a:lnTo>
                    <a:pt x="278511" y="76835"/>
                  </a:lnTo>
                  <a:lnTo>
                    <a:pt x="330580" y="76835"/>
                  </a:lnTo>
                  <a:lnTo>
                    <a:pt x="330580" y="64643"/>
                  </a:lnTo>
                  <a:lnTo>
                    <a:pt x="278511" y="64643"/>
                  </a:lnTo>
                  <a:lnTo>
                    <a:pt x="278638" y="64389"/>
                  </a:lnTo>
                  <a:lnTo>
                    <a:pt x="278765" y="63627"/>
                  </a:lnTo>
                  <a:lnTo>
                    <a:pt x="278892" y="61214"/>
                  </a:lnTo>
                  <a:lnTo>
                    <a:pt x="279019" y="60198"/>
                  </a:lnTo>
                  <a:lnTo>
                    <a:pt x="279146" y="59436"/>
                  </a:lnTo>
                  <a:lnTo>
                    <a:pt x="280185" y="54356"/>
                  </a:lnTo>
                  <a:lnTo>
                    <a:pt x="280289" y="53848"/>
                  </a:lnTo>
                  <a:lnTo>
                    <a:pt x="282448" y="49911"/>
                  </a:lnTo>
                  <a:lnTo>
                    <a:pt x="288290" y="44831"/>
                  </a:lnTo>
                  <a:lnTo>
                    <a:pt x="292734" y="43561"/>
                  </a:lnTo>
                  <a:lnTo>
                    <a:pt x="325458" y="43561"/>
                  </a:lnTo>
                  <a:lnTo>
                    <a:pt x="324612" y="42291"/>
                  </a:lnTo>
                  <a:lnTo>
                    <a:pt x="322199" y="38862"/>
                  </a:lnTo>
                  <a:lnTo>
                    <a:pt x="318897" y="36195"/>
                  </a:lnTo>
                  <a:lnTo>
                    <a:pt x="314705" y="34163"/>
                  </a:lnTo>
                  <a:lnTo>
                    <a:pt x="310515" y="32258"/>
                  </a:lnTo>
                  <a:lnTo>
                    <a:pt x="305180" y="31242"/>
                  </a:lnTo>
                  <a:close/>
                </a:path>
                <a:path w="466725" h="146684">
                  <a:moveTo>
                    <a:pt x="325500" y="93980"/>
                  </a:moveTo>
                  <a:lnTo>
                    <a:pt x="322072" y="95631"/>
                  </a:lnTo>
                  <a:lnTo>
                    <a:pt x="317995" y="97155"/>
                  </a:lnTo>
                  <a:lnTo>
                    <a:pt x="314451" y="98298"/>
                  </a:lnTo>
                  <a:lnTo>
                    <a:pt x="310642" y="99695"/>
                  </a:lnTo>
                  <a:lnTo>
                    <a:pt x="306070" y="100330"/>
                  </a:lnTo>
                  <a:lnTo>
                    <a:pt x="327863" y="100330"/>
                  </a:lnTo>
                  <a:lnTo>
                    <a:pt x="325500" y="93980"/>
                  </a:lnTo>
                  <a:close/>
                </a:path>
                <a:path w="466725" h="146684">
                  <a:moveTo>
                    <a:pt x="325458" y="43561"/>
                  </a:moveTo>
                  <a:lnTo>
                    <a:pt x="303656" y="43561"/>
                  </a:lnTo>
                  <a:lnTo>
                    <a:pt x="307467" y="45212"/>
                  </a:lnTo>
                  <a:lnTo>
                    <a:pt x="310388" y="48387"/>
                  </a:lnTo>
                  <a:lnTo>
                    <a:pt x="313181" y="51562"/>
                  </a:lnTo>
                  <a:lnTo>
                    <a:pt x="314705" y="57023"/>
                  </a:lnTo>
                  <a:lnTo>
                    <a:pt x="314705" y="64643"/>
                  </a:lnTo>
                  <a:lnTo>
                    <a:pt x="330580" y="64643"/>
                  </a:lnTo>
                  <a:lnTo>
                    <a:pt x="330552" y="63627"/>
                  </a:lnTo>
                  <a:lnTo>
                    <a:pt x="330436" y="62079"/>
                  </a:lnTo>
                  <a:lnTo>
                    <a:pt x="330371" y="61214"/>
                  </a:lnTo>
                  <a:lnTo>
                    <a:pt x="330295" y="60198"/>
                  </a:lnTo>
                  <a:lnTo>
                    <a:pt x="330200" y="58928"/>
                  </a:lnTo>
                  <a:lnTo>
                    <a:pt x="329311" y="54356"/>
                  </a:lnTo>
                  <a:lnTo>
                    <a:pt x="328570" y="49911"/>
                  </a:lnTo>
                  <a:lnTo>
                    <a:pt x="327981" y="48387"/>
                  </a:lnTo>
                  <a:lnTo>
                    <a:pt x="326898" y="45720"/>
                  </a:lnTo>
                  <a:lnTo>
                    <a:pt x="325458" y="43561"/>
                  </a:lnTo>
                  <a:close/>
                </a:path>
                <a:path w="466725" h="146684">
                  <a:moveTo>
                    <a:pt x="248666" y="33147"/>
                  </a:moveTo>
                  <a:lnTo>
                    <a:pt x="233045" y="33147"/>
                  </a:lnTo>
                  <a:lnTo>
                    <a:pt x="232998" y="66167"/>
                  </a:lnTo>
                  <a:lnTo>
                    <a:pt x="232873" y="123444"/>
                  </a:lnTo>
                  <a:lnTo>
                    <a:pt x="232537" y="125349"/>
                  </a:lnTo>
                  <a:lnTo>
                    <a:pt x="232282" y="127635"/>
                  </a:lnTo>
                  <a:lnTo>
                    <a:pt x="231775" y="129286"/>
                  </a:lnTo>
                  <a:lnTo>
                    <a:pt x="230886" y="130556"/>
                  </a:lnTo>
                  <a:lnTo>
                    <a:pt x="229997" y="131699"/>
                  </a:lnTo>
                  <a:lnTo>
                    <a:pt x="228853" y="132461"/>
                  </a:lnTo>
                  <a:lnTo>
                    <a:pt x="227329" y="132969"/>
                  </a:lnTo>
                  <a:lnTo>
                    <a:pt x="225932" y="133477"/>
                  </a:lnTo>
                  <a:lnTo>
                    <a:pt x="223774" y="133731"/>
                  </a:lnTo>
                  <a:lnTo>
                    <a:pt x="218313" y="133731"/>
                  </a:lnTo>
                  <a:lnTo>
                    <a:pt x="218313" y="146431"/>
                  </a:lnTo>
                  <a:lnTo>
                    <a:pt x="227202" y="146431"/>
                  </a:lnTo>
                  <a:lnTo>
                    <a:pt x="231901" y="145796"/>
                  </a:lnTo>
                  <a:lnTo>
                    <a:pt x="235457" y="144272"/>
                  </a:lnTo>
                  <a:lnTo>
                    <a:pt x="239014" y="142875"/>
                  </a:lnTo>
                  <a:lnTo>
                    <a:pt x="248666" y="118745"/>
                  </a:lnTo>
                  <a:lnTo>
                    <a:pt x="248666" y="33147"/>
                  </a:lnTo>
                  <a:close/>
                </a:path>
                <a:path w="466725" h="146684">
                  <a:moveTo>
                    <a:pt x="190119" y="31242"/>
                  </a:moveTo>
                  <a:lnTo>
                    <a:pt x="183642" y="31242"/>
                  </a:lnTo>
                  <a:lnTo>
                    <a:pt x="174329" y="31863"/>
                  </a:lnTo>
                  <a:lnTo>
                    <a:pt x="145861" y="62188"/>
                  </a:lnTo>
                  <a:lnTo>
                    <a:pt x="145288" y="71755"/>
                  </a:lnTo>
                  <a:lnTo>
                    <a:pt x="145288" y="78232"/>
                  </a:lnTo>
                  <a:lnTo>
                    <a:pt x="145796" y="83947"/>
                  </a:lnTo>
                  <a:lnTo>
                    <a:pt x="146939" y="89027"/>
                  </a:lnTo>
                  <a:lnTo>
                    <a:pt x="147954" y="93980"/>
                  </a:lnTo>
                  <a:lnTo>
                    <a:pt x="149859" y="98425"/>
                  </a:lnTo>
                  <a:lnTo>
                    <a:pt x="152653" y="101981"/>
                  </a:lnTo>
                  <a:lnTo>
                    <a:pt x="155321" y="105664"/>
                  </a:lnTo>
                  <a:lnTo>
                    <a:pt x="159003" y="108331"/>
                  </a:lnTo>
                  <a:lnTo>
                    <a:pt x="167894" y="112141"/>
                  </a:lnTo>
                  <a:lnTo>
                    <a:pt x="173481" y="113157"/>
                  </a:lnTo>
                  <a:lnTo>
                    <a:pt x="180213" y="113157"/>
                  </a:lnTo>
                  <a:lnTo>
                    <a:pt x="211263" y="100457"/>
                  </a:lnTo>
                  <a:lnTo>
                    <a:pt x="176275" y="100457"/>
                  </a:lnTo>
                  <a:lnTo>
                    <a:pt x="173100" y="99822"/>
                  </a:lnTo>
                  <a:lnTo>
                    <a:pt x="170561" y="98425"/>
                  </a:lnTo>
                  <a:lnTo>
                    <a:pt x="168148" y="97155"/>
                  </a:lnTo>
                  <a:lnTo>
                    <a:pt x="166243" y="95377"/>
                  </a:lnTo>
                  <a:lnTo>
                    <a:pt x="163449" y="90551"/>
                  </a:lnTo>
                  <a:lnTo>
                    <a:pt x="162432" y="87630"/>
                  </a:lnTo>
                  <a:lnTo>
                    <a:pt x="161925" y="84201"/>
                  </a:lnTo>
                  <a:lnTo>
                    <a:pt x="161290" y="80899"/>
                  </a:lnTo>
                  <a:lnTo>
                    <a:pt x="161204" y="66167"/>
                  </a:lnTo>
                  <a:lnTo>
                    <a:pt x="161417" y="63754"/>
                  </a:lnTo>
                  <a:lnTo>
                    <a:pt x="162862" y="56896"/>
                  </a:lnTo>
                  <a:lnTo>
                    <a:pt x="162941" y="56515"/>
                  </a:lnTo>
                  <a:lnTo>
                    <a:pt x="175348" y="44323"/>
                  </a:lnTo>
                  <a:lnTo>
                    <a:pt x="174929" y="44323"/>
                  </a:lnTo>
                  <a:lnTo>
                    <a:pt x="179197" y="43561"/>
                  </a:lnTo>
                  <a:lnTo>
                    <a:pt x="212174" y="43561"/>
                  </a:lnTo>
                  <a:lnTo>
                    <a:pt x="208533" y="38735"/>
                  </a:lnTo>
                  <a:lnTo>
                    <a:pt x="204850" y="35941"/>
                  </a:lnTo>
                  <a:lnTo>
                    <a:pt x="200278" y="34036"/>
                  </a:lnTo>
                  <a:lnTo>
                    <a:pt x="195706" y="32258"/>
                  </a:lnTo>
                  <a:lnTo>
                    <a:pt x="190119" y="31242"/>
                  </a:lnTo>
                  <a:close/>
                </a:path>
                <a:path w="466725" h="146684">
                  <a:moveTo>
                    <a:pt x="212174" y="43561"/>
                  </a:moveTo>
                  <a:lnTo>
                    <a:pt x="187451" y="43561"/>
                  </a:lnTo>
                  <a:lnTo>
                    <a:pt x="190626" y="44323"/>
                  </a:lnTo>
                  <a:lnTo>
                    <a:pt x="193167" y="45720"/>
                  </a:lnTo>
                  <a:lnTo>
                    <a:pt x="201929" y="60325"/>
                  </a:lnTo>
                  <a:lnTo>
                    <a:pt x="202565" y="63754"/>
                  </a:lnTo>
                  <a:lnTo>
                    <a:pt x="188214" y="99822"/>
                  </a:lnTo>
                  <a:lnTo>
                    <a:pt x="184530" y="100457"/>
                  </a:lnTo>
                  <a:lnTo>
                    <a:pt x="211263" y="100457"/>
                  </a:lnTo>
                  <a:lnTo>
                    <a:pt x="213443" y="97502"/>
                  </a:lnTo>
                  <a:lnTo>
                    <a:pt x="216369" y="90551"/>
                  </a:lnTo>
                  <a:lnTo>
                    <a:pt x="218118" y="82210"/>
                  </a:lnTo>
                  <a:lnTo>
                    <a:pt x="218694" y="72517"/>
                  </a:lnTo>
                  <a:lnTo>
                    <a:pt x="218694" y="66167"/>
                  </a:lnTo>
                  <a:lnTo>
                    <a:pt x="218186" y="60579"/>
                  </a:lnTo>
                  <a:lnTo>
                    <a:pt x="215900" y="50292"/>
                  </a:lnTo>
                  <a:lnTo>
                    <a:pt x="213995" y="45974"/>
                  </a:lnTo>
                  <a:lnTo>
                    <a:pt x="212174" y="43561"/>
                  </a:lnTo>
                  <a:close/>
                </a:path>
                <a:path w="466725" h="146684">
                  <a:moveTo>
                    <a:pt x="384809" y="31242"/>
                  </a:moveTo>
                  <a:lnTo>
                    <a:pt x="379856" y="31242"/>
                  </a:lnTo>
                  <a:lnTo>
                    <a:pt x="370734" y="31908"/>
                  </a:lnTo>
                  <a:lnTo>
                    <a:pt x="341057" y="63246"/>
                  </a:lnTo>
                  <a:lnTo>
                    <a:pt x="340359" y="73279"/>
                  </a:lnTo>
                  <a:lnTo>
                    <a:pt x="340861" y="81534"/>
                  </a:lnTo>
                  <a:lnTo>
                    <a:pt x="340905" y="82256"/>
                  </a:lnTo>
                  <a:lnTo>
                    <a:pt x="368016" y="112492"/>
                  </a:lnTo>
                  <a:lnTo>
                    <a:pt x="377063" y="113157"/>
                  </a:lnTo>
                  <a:lnTo>
                    <a:pt x="382397" y="113157"/>
                  </a:lnTo>
                  <a:lnTo>
                    <a:pt x="386717" y="112492"/>
                  </a:lnTo>
                  <a:lnTo>
                    <a:pt x="386999" y="112492"/>
                  </a:lnTo>
                  <a:lnTo>
                    <a:pt x="391922" y="111125"/>
                  </a:lnTo>
                  <a:lnTo>
                    <a:pt x="396621" y="109728"/>
                  </a:lnTo>
                  <a:lnTo>
                    <a:pt x="400303" y="108077"/>
                  </a:lnTo>
                  <a:lnTo>
                    <a:pt x="403351" y="106172"/>
                  </a:lnTo>
                  <a:lnTo>
                    <a:pt x="401583" y="100457"/>
                  </a:lnTo>
                  <a:lnTo>
                    <a:pt x="374142" y="100457"/>
                  </a:lnTo>
                  <a:lnTo>
                    <a:pt x="370713" y="99822"/>
                  </a:lnTo>
                  <a:lnTo>
                    <a:pt x="357377" y="84836"/>
                  </a:lnTo>
                  <a:lnTo>
                    <a:pt x="356489" y="81534"/>
                  </a:lnTo>
                  <a:lnTo>
                    <a:pt x="356107" y="77851"/>
                  </a:lnTo>
                  <a:lnTo>
                    <a:pt x="356107" y="63246"/>
                  </a:lnTo>
                  <a:lnTo>
                    <a:pt x="358140" y="55625"/>
                  </a:lnTo>
                  <a:lnTo>
                    <a:pt x="365887" y="46100"/>
                  </a:lnTo>
                  <a:lnTo>
                    <a:pt x="371855" y="43815"/>
                  </a:lnTo>
                  <a:lnTo>
                    <a:pt x="402176" y="43815"/>
                  </a:lnTo>
                  <a:lnTo>
                    <a:pt x="404495" y="41529"/>
                  </a:lnTo>
                  <a:lnTo>
                    <a:pt x="401827" y="38100"/>
                  </a:lnTo>
                  <a:lnTo>
                    <a:pt x="398145" y="35433"/>
                  </a:lnTo>
                  <a:lnTo>
                    <a:pt x="389508" y="32131"/>
                  </a:lnTo>
                  <a:lnTo>
                    <a:pt x="384809" y="31242"/>
                  </a:lnTo>
                  <a:close/>
                </a:path>
                <a:path w="466725" h="146684">
                  <a:moveTo>
                    <a:pt x="400050" y="95504"/>
                  </a:moveTo>
                  <a:lnTo>
                    <a:pt x="396113" y="97028"/>
                  </a:lnTo>
                  <a:lnTo>
                    <a:pt x="392683" y="98298"/>
                  </a:lnTo>
                  <a:lnTo>
                    <a:pt x="386333" y="100076"/>
                  </a:lnTo>
                  <a:lnTo>
                    <a:pt x="382650" y="100457"/>
                  </a:lnTo>
                  <a:lnTo>
                    <a:pt x="401583" y="100457"/>
                  </a:lnTo>
                  <a:lnTo>
                    <a:pt x="400050" y="95504"/>
                  </a:lnTo>
                  <a:close/>
                </a:path>
                <a:path w="466725" h="146684">
                  <a:moveTo>
                    <a:pt x="402176" y="43815"/>
                  </a:moveTo>
                  <a:lnTo>
                    <a:pt x="382777" y="43815"/>
                  </a:lnTo>
                  <a:lnTo>
                    <a:pt x="385572" y="44323"/>
                  </a:lnTo>
                  <a:lnTo>
                    <a:pt x="387984" y="45466"/>
                  </a:lnTo>
                  <a:lnTo>
                    <a:pt x="390525" y="46482"/>
                  </a:lnTo>
                  <a:lnTo>
                    <a:pt x="393065" y="48260"/>
                  </a:lnTo>
                  <a:lnTo>
                    <a:pt x="395477" y="50419"/>
                  </a:lnTo>
                  <a:lnTo>
                    <a:pt x="402176" y="43815"/>
                  </a:lnTo>
                  <a:close/>
                </a:path>
                <a:path w="466725" h="146684">
                  <a:moveTo>
                    <a:pt x="104013" y="33020"/>
                  </a:moveTo>
                  <a:lnTo>
                    <a:pt x="89789" y="33020"/>
                  </a:lnTo>
                  <a:lnTo>
                    <a:pt x="91028" y="48514"/>
                  </a:lnTo>
                  <a:lnTo>
                    <a:pt x="91119" y="49657"/>
                  </a:lnTo>
                  <a:lnTo>
                    <a:pt x="91221" y="50927"/>
                  </a:lnTo>
                  <a:lnTo>
                    <a:pt x="91313" y="52070"/>
                  </a:lnTo>
                  <a:lnTo>
                    <a:pt x="91404" y="53213"/>
                  </a:lnTo>
                  <a:lnTo>
                    <a:pt x="91506" y="54483"/>
                  </a:lnTo>
                  <a:lnTo>
                    <a:pt x="91567" y="111252"/>
                  </a:lnTo>
                  <a:lnTo>
                    <a:pt x="107188" y="111252"/>
                  </a:lnTo>
                  <a:lnTo>
                    <a:pt x="107188" y="55880"/>
                  </a:lnTo>
                  <a:lnTo>
                    <a:pt x="108330" y="54483"/>
                  </a:lnTo>
                  <a:lnTo>
                    <a:pt x="109600" y="53213"/>
                  </a:lnTo>
                  <a:lnTo>
                    <a:pt x="110871" y="52070"/>
                  </a:lnTo>
                  <a:lnTo>
                    <a:pt x="112268" y="50927"/>
                  </a:lnTo>
                  <a:lnTo>
                    <a:pt x="113665" y="49657"/>
                  </a:lnTo>
                  <a:lnTo>
                    <a:pt x="115316" y="48514"/>
                  </a:lnTo>
                  <a:lnTo>
                    <a:pt x="118999" y="46100"/>
                  </a:lnTo>
                  <a:lnTo>
                    <a:pt x="122936" y="44958"/>
                  </a:lnTo>
                  <a:lnTo>
                    <a:pt x="137434" y="44958"/>
                  </a:lnTo>
                  <a:lnTo>
                    <a:pt x="138003" y="43180"/>
                  </a:lnTo>
                  <a:lnTo>
                    <a:pt x="105028" y="43180"/>
                  </a:lnTo>
                  <a:lnTo>
                    <a:pt x="104216" y="35052"/>
                  </a:lnTo>
                  <a:lnTo>
                    <a:pt x="104101" y="33909"/>
                  </a:lnTo>
                  <a:lnTo>
                    <a:pt x="104013" y="33020"/>
                  </a:lnTo>
                  <a:close/>
                </a:path>
                <a:path w="466725" h="146684">
                  <a:moveTo>
                    <a:pt x="137434" y="44958"/>
                  </a:moveTo>
                  <a:lnTo>
                    <a:pt x="130175" y="44958"/>
                  </a:lnTo>
                  <a:lnTo>
                    <a:pt x="133350" y="45466"/>
                  </a:lnTo>
                  <a:lnTo>
                    <a:pt x="136905" y="46609"/>
                  </a:lnTo>
                  <a:lnTo>
                    <a:pt x="137434" y="44958"/>
                  </a:lnTo>
                  <a:close/>
                </a:path>
                <a:path w="466725" h="146684">
                  <a:moveTo>
                    <a:pt x="133730" y="31242"/>
                  </a:moveTo>
                  <a:lnTo>
                    <a:pt x="123951" y="31242"/>
                  </a:lnTo>
                  <a:lnTo>
                    <a:pt x="118872" y="32512"/>
                  </a:lnTo>
                  <a:lnTo>
                    <a:pt x="113919" y="35052"/>
                  </a:lnTo>
                  <a:lnTo>
                    <a:pt x="109600" y="37211"/>
                  </a:lnTo>
                  <a:lnTo>
                    <a:pt x="106679" y="39878"/>
                  </a:lnTo>
                  <a:lnTo>
                    <a:pt x="105028" y="43180"/>
                  </a:lnTo>
                  <a:lnTo>
                    <a:pt x="138003" y="43180"/>
                  </a:lnTo>
                  <a:lnTo>
                    <a:pt x="140970" y="33909"/>
                  </a:lnTo>
                  <a:lnTo>
                    <a:pt x="137541" y="32131"/>
                  </a:lnTo>
                  <a:lnTo>
                    <a:pt x="133730" y="31242"/>
                  </a:lnTo>
                  <a:close/>
                </a:path>
                <a:path w="466725" h="146684">
                  <a:moveTo>
                    <a:pt x="435864" y="14986"/>
                  </a:moveTo>
                  <a:lnTo>
                    <a:pt x="420370" y="17653"/>
                  </a:lnTo>
                  <a:lnTo>
                    <a:pt x="420370" y="33274"/>
                  </a:lnTo>
                  <a:lnTo>
                    <a:pt x="407543" y="34544"/>
                  </a:lnTo>
                  <a:lnTo>
                    <a:pt x="407543" y="46228"/>
                  </a:lnTo>
                  <a:lnTo>
                    <a:pt x="420370" y="46228"/>
                  </a:lnTo>
                  <a:lnTo>
                    <a:pt x="420397" y="89916"/>
                  </a:lnTo>
                  <a:lnTo>
                    <a:pt x="420560" y="92202"/>
                  </a:lnTo>
                  <a:lnTo>
                    <a:pt x="420624" y="93091"/>
                  </a:lnTo>
                  <a:lnTo>
                    <a:pt x="421771" y="99060"/>
                  </a:lnTo>
                  <a:lnTo>
                    <a:pt x="421894" y="99695"/>
                  </a:lnTo>
                  <a:lnTo>
                    <a:pt x="439800" y="113157"/>
                  </a:lnTo>
                  <a:lnTo>
                    <a:pt x="448309" y="113157"/>
                  </a:lnTo>
                  <a:lnTo>
                    <a:pt x="466217" y="108585"/>
                  </a:lnTo>
                  <a:lnTo>
                    <a:pt x="464082" y="99949"/>
                  </a:lnTo>
                  <a:lnTo>
                    <a:pt x="445516" y="99949"/>
                  </a:lnTo>
                  <a:lnTo>
                    <a:pt x="443991" y="99695"/>
                  </a:lnTo>
                  <a:lnTo>
                    <a:pt x="443585" y="99695"/>
                  </a:lnTo>
                  <a:lnTo>
                    <a:pt x="441807" y="99060"/>
                  </a:lnTo>
                  <a:lnTo>
                    <a:pt x="439800" y="98171"/>
                  </a:lnTo>
                  <a:lnTo>
                    <a:pt x="438530" y="97028"/>
                  </a:lnTo>
                  <a:lnTo>
                    <a:pt x="437769" y="95631"/>
                  </a:lnTo>
                  <a:lnTo>
                    <a:pt x="436879" y="94107"/>
                  </a:lnTo>
                  <a:lnTo>
                    <a:pt x="436372" y="92202"/>
                  </a:lnTo>
                  <a:lnTo>
                    <a:pt x="436118" y="89916"/>
                  </a:lnTo>
                  <a:lnTo>
                    <a:pt x="435991" y="87503"/>
                  </a:lnTo>
                  <a:lnTo>
                    <a:pt x="435864" y="45847"/>
                  </a:lnTo>
                  <a:lnTo>
                    <a:pt x="464184" y="45847"/>
                  </a:lnTo>
                  <a:lnTo>
                    <a:pt x="464184" y="33274"/>
                  </a:lnTo>
                  <a:lnTo>
                    <a:pt x="435864" y="33274"/>
                  </a:lnTo>
                  <a:lnTo>
                    <a:pt x="435864" y="14986"/>
                  </a:lnTo>
                  <a:close/>
                </a:path>
                <a:path w="466725" h="146684">
                  <a:moveTo>
                    <a:pt x="463423" y="97282"/>
                  </a:moveTo>
                  <a:lnTo>
                    <a:pt x="458089" y="99060"/>
                  </a:lnTo>
                  <a:lnTo>
                    <a:pt x="453136" y="99949"/>
                  </a:lnTo>
                  <a:lnTo>
                    <a:pt x="464082" y="99949"/>
                  </a:lnTo>
                  <a:lnTo>
                    <a:pt x="463423" y="97282"/>
                  </a:lnTo>
                  <a:close/>
                </a:path>
                <a:path w="466725" h="146684">
                  <a:moveTo>
                    <a:pt x="3784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5494" y="111252"/>
                  </a:lnTo>
                  <a:lnTo>
                    <a:pt x="15494" y="68961"/>
                  </a:lnTo>
                  <a:lnTo>
                    <a:pt x="45466" y="68961"/>
                  </a:lnTo>
                  <a:lnTo>
                    <a:pt x="50292" y="68072"/>
                  </a:lnTo>
                  <a:lnTo>
                    <a:pt x="54609" y="66548"/>
                  </a:lnTo>
                  <a:lnTo>
                    <a:pt x="59054" y="65024"/>
                  </a:lnTo>
                  <a:lnTo>
                    <a:pt x="62738" y="62738"/>
                  </a:lnTo>
                  <a:lnTo>
                    <a:pt x="65786" y="59563"/>
                  </a:lnTo>
                  <a:lnTo>
                    <a:pt x="68961" y="56515"/>
                  </a:lnTo>
                  <a:lnTo>
                    <a:pt x="69604" y="55499"/>
                  </a:lnTo>
                  <a:lnTo>
                    <a:pt x="15494" y="55499"/>
                  </a:lnTo>
                  <a:lnTo>
                    <a:pt x="15494" y="13716"/>
                  </a:lnTo>
                  <a:lnTo>
                    <a:pt x="70621" y="13716"/>
                  </a:lnTo>
                  <a:lnTo>
                    <a:pt x="70280" y="13073"/>
                  </a:lnTo>
                  <a:lnTo>
                    <a:pt x="66040" y="8382"/>
                  </a:lnTo>
                  <a:lnTo>
                    <a:pt x="60706" y="4714"/>
                  </a:lnTo>
                  <a:lnTo>
                    <a:pt x="54229" y="2095"/>
                  </a:lnTo>
                  <a:lnTo>
                    <a:pt x="46609" y="523"/>
                  </a:lnTo>
                  <a:lnTo>
                    <a:pt x="37846" y="0"/>
                  </a:lnTo>
                  <a:close/>
                </a:path>
                <a:path w="466725" h="146684">
                  <a:moveTo>
                    <a:pt x="70621" y="13716"/>
                  </a:moveTo>
                  <a:lnTo>
                    <a:pt x="41401" y="13716"/>
                  </a:lnTo>
                  <a:lnTo>
                    <a:pt x="44196" y="14097"/>
                  </a:lnTo>
                  <a:lnTo>
                    <a:pt x="49529" y="15621"/>
                  </a:lnTo>
                  <a:lnTo>
                    <a:pt x="59944" y="29845"/>
                  </a:lnTo>
                  <a:lnTo>
                    <a:pt x="59944" y="41148"/>
                  </a:lnTo>
                  <a:lnTo>
                    <a:pt x="57912" y="46736"/>
                  </a:lnTo>
                  <a:lnTo>
                    <a:pt x="53975" y="50292"/>
                  </a:lnTo>
                  <a:lnTo>
                    <a:pt x="50038" y="53721"/>
                  </a:lnTo>
                  <a:lnTo>
                    <a:pt x="44830" y="55499"/>
                  </a:lnTo>
                  <a:lnTo>
                    <a:pt x="69604" y="55499"/>
                  </a:lnTo>
                  <a:lnTo>
                    <a:pt x="71374" y="52705"/>
                  </a:lnTo>
                  <a:lnTo>
                    <a:pt x="73025" y="48260"/>
                  </a:lnTo>
                  <a:lnTo>
                    <a:pt x="74802" y="43942"/>
                  </a:lnTo>
                  <a:lnTo>
                    <a:pt x="75692" y="38862"/>
                  </a:lnTo>
                  <a:lnTo>
                    <a:pt x="75692" y="33147"/>
                  </a:lnTo>
                  <a:lnTo>
                    <a:pt x="75208" y="26924"/>
                  </a:lnTo>
                  <a:lnTo>
                    <a:pt x="75094" y="25455"/>
                  </a:lnTo>
                  <a:lnTo>
                    <a:pt x="73294" y="18764"/>
                  </a:lnTo>
                  <a:lnTo>
                    <a:pt x="70621" y="13716"/>
                  </a:lnTo>
                  <a:close/>
                </a:path>
                <a:path w="466725" h="146684">
                  <a:moveTo>
                    <a:pt x="248666" y="1905"/>
                  </a:moveTo>
                  <a:lnTo>
                    <a:pt x="232791" y="1905"/>
                  </a:lnTo>
                  <a:lnTo>
                    <a:pt x="232791" y="18034"/>
                  </a:lnTo>
                  <a:lnTo>
                    <a:pt x="248666" y="18034"/>
                  </a:lnTo>
                  <a:lnTo>
                    <a:pt x="248666" y="190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2287" y="285623"/>
              <a:ext cx="2586101" cy="1520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916426" y="2442845"/>
            <a:ext cx="2224405" cy="492759"/>
          </a:xfrm>
          <a:custGeom>
            <a:avLst/>
            <a:gdLst/>
            <a:ahLst/>
            <a:cxnLst/>
            <a:rect l="l" t="t" r="r" b="b"/>
            <a:pathLst>
              <a:path w="2224404" h="492760">
                <a:moveTo>
                  <a:pt x="728148" y="245177"/>
                </a:moveTo>
                <a:lnTo>
                  <a:pt x="717298" y="245177"/>
                </a:lnTo>
                <a:lnTo>
                  <a:pt x="707124" y="245363"/>
                </a:lnTo>
                <a:lnTo>
                  <a:pt x="708594" y="245363"/>
                </a:lnTo>
                <a:lnTo>
                  <a:pt x="697484" y="245999"/>
                </a:lnTo>
                <a:lnTo>
                  <a:pt x="697719" y="245999"/>
                </a:lnTo>
                <a:lnTo>
                  <a:pt x="687242" y="247038"/>
                </a:lnTo>
                <a:lnTo>
                  <a:pt x="676910" y="248538"/>
                </a:lnTo>
                <a:lnTo>
                  <a:pt x="633991" y="266309"/>
                </a:lnTo>
                <a:lnTo>
                  <a:pt x="610949" y="303974"/>
                </a:lnTo>
                <a:lnTo>
                  <a:pt x="608838" y="325881"/>
                </a:lnTo>
                <a:lnTo>
                  <a:pt x="609099" y="334385"/>
                </a:lnTo>
                <a:lnTo>
                  <a:pt x="618712" y="371887"/>
                </a:lnTo>
                <a:lnTo>
                  <a:pt x="653414" y="401700"/>
                </a:lnTo>
                <a:lnTo>
                  <a:pt x="693547" y="408050"/>
                </a:lnTo>
                <a:lnTo>
                  <a:pt x="708122" y="407408"/>
                </a:lnTo>
                <a:lnTo>
                  <a:pt x="746251" y="397763"/>
                </a:lnTo>
                <a:lnTo>
                  <a:pt x="778128" y="375665"/>
                </a:lnTo>
                <a:lnTo>
                  <a:pt x="844550" y="375665"/>
                </a:lnTo>
                <a:lnTo>
                  <a:pt x="844550" y="365887"/>
                </a:lnTo>
                <a:lnTo>
                  <a:pt x="705993" y="365887"/>
                </a:lnTo>
                <a:lnTo>
                  <a:pt x="694582" y="365289"/>
                </a:lnTo>
                <a:lnTo>
                  <a:pt x="662900" y="334696"/>
                </a:lnTo>
                <a:lnTo>
                  <a:pt x="662392" y="325881"/>
                </a:lnTo>
                <a:lnTo>
                  <a:pt x="662304" y="324357"/>
                </a:lnTo>
                <a:lnTo>
                  <a:pt x="690070" y="288623"/>
                </a:lnTo>
                <a:lnTo>
                  <a:pt x="715733" y="286305"/>
                </a:lnTo>
                <a:lnTo>
                  <a:pt x="820547" y="286305"/>
                </a:lnTo>
                <a:lnTo>
                  <a:pt x="820547" y="247650"/>
                </a:lnTo>
                <a:lnTo>
                  <a:pt x="769112" y="247650"/>
                </a:lnTo>
                <a:lnTo>
                  <a:pt x="763244" y="247038"/>
                </a:lnTo>
                <a:lnTo>
                  <a:pt x="747776" y="245999"/>
                </a:lnTo>
                <a:lnTo>
                  <a:pt x="741535" y="245645"/>
                </a:lnTo>
                <a:lnTo>
                  <a:pt x="734996" y="245363"/>
                </a:lnTo>
                <a:lnTo>
                  <a:pt x="728148" y="245177"/>
                </a:lnTo>
                <a:close/>
              </a:path>
              <a:path w="2224404" h="492760">
                <a:moveTo>
                  <a:pt x="844550" y="375665"/>
                </a:moveTo>
                <a:lnTo>
                  <a:pt x="778128" y="375665"/>
                </a:lnTo>
                <a:lnTo>
                  <a:pt x="780288" y="383666"/>
                </a:lnTo>
                <a:lnTo>
                  <a:pt x="784987" y="390397"/>
                </a:lnTo>
                <a:lnTo>
                  <a:pt x="792099" y="395858"/>
                </a:lnTo>
                <a:lnTo>
                  <a:pt x="798097" y="399432"/>
                </a:lnTo>
                <a:lnTo>
                  <a:pt x="805738" y="402081"/>
                </a:lnTo>
                <a:lnTo>
                  <a:pt x="806051" y="402081"/>
                </a:lnTo>
                <a:lnTo>
                  <a:pt x="814048" y="403484"/>
                </a:lnTo>
                <a:lnTo>
                  <a:pt x="823976" y="403987"/>
                </a:lnTo>
                <a:lnTo>
                  <a:pt x="834009" y="403987"/>
                </a:lnTo>
                <a:lnTo>
                  <a:pt x="838200" y="403351"/>
                </a:lnTo>
                <a:lnTo>
                  <a:pt x="844550" y="402081"/>
                </a:lnTo>
                <a:lnTo>
                  <a:pt x="844550" y="375665"/>
                </a:lnTo>
                <a:close/>
              </a:path>
              <a:path w="2224404" h="492760">
                <a:moveTo>
                  <a:pt x="820547" y="286305"/>
                </a:moveTo>
                <a:lnTo>
                  <a:pt x="724580" y="286305"/>
                </a:lnTo>
                <a:lnTo>
                  <a:pt x="731948" y="286448"/>
                </a:lnTo>
                <a:lnTo>
                  <a:pt x="739007" y="286686"/>
                </a:lnTo>
                <a:lnTo>
                  <a:pt x="762253" y="287908"/>
                </a:lnTo>
                <a:lnTo>
                  <a:pt x="769112" y="288416"/>
                </a:lnTo>
                <a:lnTo>
                  <a:pt x="769112" y="341629"/>
                </a:lnTo>
                <a:lnTo>
                  <a:pt x="731781" y="361707"/>
                </a:lnTo>
                <a:lnTo>
                  <a:pt x="705993" y="365887"/>
                </a:lnTo>
                <a:lnTo>
                  <a:pt x="844550" y="365887"/>
                </a:lnTo>
                <a:lnTo>
                  <a:pt x="844550" y="362965"/>
                </a:lnTo>
                <a:lnTo>
                  <a:pt x="834516" y="362965"/>
                </a:lnTo>
                <a:lnTo>
                  <a:pt x="828039" y="361060"/>
                </a:lnTo>
                <a:lnTo>
                  <a:pt x="825119" y="357250"/>
                </a:lnTo>
                <a:lnTo>
                  <a:pt x="822071" y="353567"/>
                </a:lnTo>
                <a:lnTo>
                  <a:pt x="820640" y="346178"/>
                </a:lnTo>
                <a:lnTo>
                  <a:pt x="820547" y="286305"/>
                </a:lnTo>
                <a:close/>
              </a:path>
              <a:path w="2224404" h="492760">
                <a:moveTo>
                  <a:pt x="810937" y="178180"/>
                </a:moveTo>
                <a:lnTo>
                  <a:pt x="713486" y="178180"/>
                </a:lnTo>
                <a:lnTo>
                  <a:pt x="721580" y="178373"/>
                </a:lnTo>
                <a:lnTo>
                  <a:pt x="728900" y="178958"/>
                </a:lnTo>
                <a:lnTo>
                  <a:pt x="764921" y="201802"/>
                </a:lnTo>
                <a:lnTo>
                  <a:pt x="768838" y="229052"/>
                </a:lnTo>
                <a:lnTo>
                  <a:pt x="768947" y="230788"/>
                </a:lnTo>
                <a:lnTo>
                  <a:pt x="769112" y="239267"/>
                </a:lnTo>
                <a:lnTo>
                  <a:pt x="769112" y="247650"/>
                </a:lnTo>
                <a:lnTo>
                  <a:pt x="820547" y="247650"/>
                </a:lnTo>
                <a:lnTo>
                  <a:pt x="817975" y="204287"/>
                </a:lnTo>
                <a:lnTo>
                  <a:pt x="813270" y="184022"/>
                </a:lnTo>
                <a:lnTo>
                  <a:pt x="813188" y="183735"/>
                </a:lnTo>
                <a:lnTo>
                  <a:pt x="811083" y="178540"/>
                </a:lnTo>
                <a:lnTo>
                  <a:pt x="811015" y="178373"/>
                </a:lnTo>
                <a:lnTo>
                  <a:pt x="810937" y="178180"/>
                </a:lnTo>
                <a:close/>
              </a:path>
              <a:path w="2224404" h="492760">
                <a:moveTo>
                  <a:pt x="724408" y="135508"/>
                </a:moveTo>
                <a:lnTo>
                  <a:pt x="681259" y="139580"/>
                </a:lnTo>
                <a:lnTo>
                  <a:pt x="643191" y="150637"/>
                </a:lnTo>
                <a:lnTo>
                  <a:pt x="620268" y="160146"/>
                </a:lnTo>
                <a:lnTo>
                  <a:pt x="632333" y="196595"/>
                </a:lnTo>
                <a:lnTo>
                  <a:pt x="641828" y="193292"/>
                </a:lnTo>
                <a:lnTo>
                  <a:pt x="651621" y="190071"/>
                </a:lnTo>
                <a:lnTo>
                  <a:pt x="692816" y="179625"/>
                </a:lnTo>
                <a:lnTo>
                  <a:pt x="713486" y="178180"/>
                </a:lnTo>
                <a:lnTo>
                  <a:pt x="810937" y="178180"/>
                </a:lnTo>
                <a:lnTo>
                  <a:pt x="809593" y="174863"/>
                </a:lnTo>
                <a:lnTo>
                  <a:pt x="778934" y="144355"/>
                </a:lnTo>
                <a:lnTo>
                  <a:pt x="738508" y="135961"/>
                </a:lnTo>
                <a:lnTo>
                  <a:pt x="740968" y="135961"/>
                </a:lnTo>
                <a:lnTo>
                  <a:pt x="724408" y="135508"/>
                </a:lnTo>
                <a:close/>
              </a:path>
              <a:path w="2224404" h="492760">
                <a:moveTo>
                  <a:pt x="1491869" y="135508"/>
                </a:moveTo>
                <a:lnTo>
                  <a:pt x="1438640" y="143795"/>
                </a:lnTo>
                <a:lnTo>
                  <a:pt x="1401318" y="168655"/>
                </a:lnTo>
                <a:lnTo>
                  <a:pt x="1379204" y="210581"/>
                </a:lnTo>
                <a:lnTo>
                  <a:pt x="1371853" y="270128"/>
                </a:lnTo>
                <a:lnTo>
                  <a:pt x="1372234" y="286894"/>
                </a:lnTo>
                <a:lnTo>
                  <a:pt x="1377866" y="330033"/>
                </a:lnTo>
                <a:lnTo>
                  <a:pt x="1398651" y="373506"/>
                </a:lnTo>
                <a:lnTo>
                  <a:pt x="1431973" y="397664"/>
                </a:lnTo>
                <a:lnTo>
                  <a:pt x="1476765" y="407525"/>
                </a:lnTo>
                <a:lnTo>
                  <a:pt x="1492885" y="408050"/>
                </a:lnTo>
                <a:lnTo>
                  <a:pt x="1500199" y="407908"/>
                </a:lnTo>
                <a:lnTo>
                  <a:pt x="1506713" y="407525"/>
                </a:lnTo>
                <a:lnTo>
                  <a:pt x="1507024" y="407525"/>
                </a:lnTo>
                <a:lnTo>
                  <a:pt x="1550289" y="399668"/>
                </a:lnTo>
                <a:lnTo>
                  <a:pt x="1588262" y="385063"/>
                </a:lnTo>
                <a:lnTo>
                  <a:pt x="1594485" y="380745"/>
                </a:lnTo>
                <a:lnTo>
                  <a:pt x="1588870" y="365505"/>
                </a:lnTo>
                <a:lnTo>
                  <a:pt x="1498853" y="365505"/>
                </a:lnTo>
                <a:lnTo>
                  <a:pt x="1484687" y="364841"/>
                </a:lnTo>
                <a:lnTo>
                  <a:pt x="1443805" y="348702"/>
                </a:lnTo>
                <a:lnTo>
                  <a:pt x="1426366" y="310437"/>
                </a:lnTo>
                <a:lnTo>
                  <a:pt x="1424813" y="287274"/>
                </a:lnTo>
                <a:lnTo>
                  <a:pt x="1598040" y="287274"/>
                </a:lnTo>
                <a:lnTo>
                  <a:pt x="1598040" y="262254"/>
                </a:lnTo>
                <a:lnTo>
                  <a:pt x="1597781" y="249136"/>
                </a:lnTo>
                <a:lnTo>
                  <a:pt x="1597628" y="246633"/>
                </a:lnTo>
                <a:lnTo>
                  <a:pt x="1424813" y="246633"/>
                </a:lnTo>
                <a:lnTo>
                  <a:pt x="1425066" y="245744"/>
                </a:lnTo>
                <a:lnTo>
                  <a:pt x="1425702" y="239267"/>
                </a:lnTo>
                <a:lnTo>
                  <a:pt x="1425774" y="238146"/>
                </a:lnTo>
                <a:lnTo>
                  <a:pt x="1425883" y="236458"/>
                </a:lnTo>
                <a:lnTo>
                  <a:pt x="1440686" y="196449"/>
                </a:lnTo>
                <a:lnTo>
                  <a:pt x="1478031" y="177442"/>
                </a:lnTo>
                <a:lnTo>
                  <a:pt x="1491869" y="176656"/>
                </a:lnTo>
                <a:lnTo>
                  <a:pt x="1580599" y="176656"/>
                </a:lnTo>
                <a:lnTo>
                  <a:pt x="1577975" y="172338"/>
                </a:lnTo>
                <a:lnTo>
                  <a:pt x="1545209" y="145287"/>
                </a:lnTo>
                <a:lnTo>
                  <a:pt x="1507347" y="136126"/>
                </a:lnTo>
                <a:lnTo>
                  <a:pt x="1491869" y="135508"/>
                </a:lnTo>
                <a:close/>
              </a:path>
              <a:path w="2224404" h="492760">
                <a:moveTo>
                  <a:pt x="1581150" y="344550"/>
                </a:moveTo>
                <a:lnTo>
                  <a:pt x="1544447" y="359028"/>
                </a:lnTo>
                <a:lnTo>
                  <a:pt x="1498853" y="365505"/>
                </a:lnTo>
                <a:lnTo>
                  <a:pt x="1588870" y="365505"/>
                </a:lnTo>
                <a:lnTo>
                  <a:pt x="1581150" y="344550"/>
                </a:lnTo>
                <a:close/>
              </a:path>
              <a:path w="2224404" h="492760">
                <a:moveTo>
                  <a:pt x="1580599" y="176656"/>
                </a:moveTo>
                <a:lnTo>
                  <a:pt x="1491869" y="176656"/>
                </a:lnTo>
                <a:lnTo>
                  <a:pt x="1503513" y="177655"/>
                </a:lnTo>
                <a:lnTo>
                  <a:pt x="1513871" y="180641"/>
                </a:lnTo>
                <a:lnTo>
                  <a:pt x="1541478" y="214058"/>
                </a:lnTo>
                <a:lnTo>
                  <a:pt x="1545036" y="245744"/>
                </a:lnTo>
                <a:lnTo>
                  <a:pt x="1545082" y="246633"/>
                </a:lnTo>
                <a:lnTo>
                  <a:pt x="1597628" y="246633"/>
                </a:lnTo>
                <a:lnTo>
                  <a:pt x="1597180" y="239267"/>
                </a:lnTo>
                <a:lnTo>
                  <a:pt x="1597111" y="238146"/>
                </a:lnTo>
                <a:lnTo>
                  <a:pt x="1597009" y="236458"/>
                </a:lnTo>
                <a:lnTo>
                  <a:pt x="1587881" y="190928"/>
                </a:lnTo>
                <a:lnTo>
                  <a:pt x="1583404" y="181270"/>
                </a:lnTo>
                <a:lnTo>
                  <a:pt x="1580599" y="176656"/>
                </a:lnTo>
                <a:close/>
              </a:path>
              <a:path w="2224404" h="492760">
                <a:moveTo>
                  <a:pt x="928751" y="141604"/>
                </a:moveTo>
                <a:lnTo>
                  <a:pt x="877824" y="141604"/>
                </a:lnTo>
                <a:lnTo>
                  <a:pt x="877934" y="313451"/>
                </a:lnTo>
                <a:lnTo>
                  <a:pt x="883296" y="359189"/>
                </a:lnTo>
                <a:lnTo>
                  <a:pt x="905859" y="393239"/>
                </a:lnTo>
                <a:lnTo>
                  <a:pt x="951918" y="407644"/>
                </a:lnTo>
                <a:lnTo>
                  <a:pt x="964564" y="408050"/>
                </a:lnTo>
                <a:lnTo>
                  <a:pt x="979068" y="407310"/>
                </a:lnTo>
                <a:lnTo>
                  <a:pt x="1022985" y="396113"/>
                </a:lnTo>
                <a:lnTo>
                  <a:pt x="1048003" y="380238"/>
                </a:lnTo>
                <a:lnTo>
                  <a:pt x="1097332" y="380238"/>
                </a:lnTo>
                <a:lnTo>
                  <a:pt x="1096454" y="364489"/>
                </a:lnTo>
                <a:lnTo>
                  <a:pt x="964819" y="364489"/>
                </a:lnTo>
                <a:lnTo>
                  <a:pt x="956818" y="362965"/>
                </a:lnTo>
                <a:lnTo>
                  <a:pt x="951102" y="360044"/>
                </a:lnTo>
                <a:lnTo>
                  <a:pt x="945261" y="357124"/>
                </a:lnTo>
                <a:lnTo>
                  <a:pt x="940562" y="352932"/>
                </a:lnTo>
                <a:lnTo>
                  <a:pt x="929195" y="313451"/>
                </a:lnTo>
                <a:lnTo>
                  <a:pt x="928927" y="307466"/>
                </a:lnTo>
                <a:lnTo>
                  <a:pt x="928866" y="306107"/>
                </a:lnTo>
                <a:lnTo>
                  <a:pt x="928751" y="141604"/>
                </a:lnTo>
                <a:close/>
              </a:path>
              <a:path w="2224404" h="492760">
                <a:moveTo>
                  <a:pt x="1097332" y="380238"/>
                </a:moveTo>
                <a:lnTo>
                  <a:pt x="1048003" y="380238"/>
                </a:lnTo>
                <a:lnTo>
                  <a:pt x="1049976" y="401446"/>
                </a:lnTo>
                <a:lnTo>
                  <a:pt x="1050036" y="402081"/>
                </a:lnTo>
                <a:lnTo>
                  <a:pt x="1098550" y="402081"/>
                </a:lnTo>
                <a:lnTo>
                  <a:pt x="1097424" y="381888"/>
                </a:lnTo>
                <a:lnTo>
                  <a:pt x="1097332" y="380238"/>
                </a:lnTo>
                <a:close/>
              </a:path>
              <a:path w="2224404" h="492760">
                <a:moveTo>
                  <a:pt x="1094613" y="141604"/>
                </a:moveTo>
                <a:lnTo>
                  <a:pt x="1043051" y="141604"/>
                </a:lnTo>
                <a:lnTo>
                  <a:pt x="1043051" y="341121"/>
                </a:lnTo>
                <a:lnTo>
                  <a:pt x="1036827" y="344804"/>
                </a:lnTo>
                <a:lnTo>
                  <a:pt x="1030097" y="348614"/>
                </a:lnTo>
                <a:lnTo>
                  <a:pt x="1022858" y="352425"/>
                </a:lnTo>
                <a:lnTo>
                  <a:pt x="1016762" y="355726"/>
                </a:lnTo>
                <a:lnTo>
                  <a:pt x="974978" y="364489"/>
                </a:lnTo>
                <a:lnTo>
                  <a:pt x="1096454" y="364489"/>
                </a:lnTo>
                <a:lnTo>
                  <a:pt x="1094613" y="331469"/>
                </a:lnTo>
                <a:lnTo>
                  <a:pt x="1094613" y="141604"/>
                </a:lnTo>
                <a:close/>
              </a:path>
              <a:path w="2224404" h="492760">
                <a:moveTo>
                  <a:pt x="1154684" y="348995"/>
                </a:moveTo>
                <a:lnTo>
                  <a:pt x="1138682" y="388112"/>
                </a:lnTo>
                <a:lnTo>
                  <a:pt x="1148849" y="392920"/>
                </a:lnTo>
                <a:lnTo>
                  <a:pt x="1159541" y="397049"/>
                </a:lnTo>
                <a:lnTo>
                  <a:pt x="1170757" y="400488"/>
                </a:lnTo>
                <a:lnTo>
                  <a:pt x="1182497" y="403225"/>
                </a:lnTo>
                <a:lnTo>
                  <a:pt x="1194494" y="405318"/>
                </a:lnTo>
                <a:lnTo>
                  <a:pt x="1207122" y="406886"/>
                </a:lnTo>
                <a:lnTo>
                  <a:pt x="1207432" y="406886"/>
                </a:lnTo>
                <a:lnTo>
                  <a:pt x="1218965" y="407743"/>
                </a:lnTo>
                <a:lnTo>
                  <a:pt x="1278254" y="403399"/>
                </a:lnTo>
                <a:lnTo>
                  <a:pt x="1326068" y="378840"/>
                </a:lnTo>
                <a:lnTo>
                  <a:pt x="1335198" y="365505"/>
                </a:lnTo>
                <a:lnTo>
                  <a:pt x="1232408" y="365505"/>
                </a:lnTo>
                <a:lnTo>
                  <a:pt x="1221331" y="365246"/>
                </a:lnTo>
                <a:lnTo>
                  <a:pt x="1181651" y="359104"/>
                </a:lnTo>
                <a:lnTo>
                  <a:pt x="1163466" y="352905"/>
                </a:lnTo>
                <a:lnTo>
                  <a:pt x="1154684" y="348995"/>
                </a:lnTo>
                <a:close/>
              </a:path>
              <a:path w="2224404" h="492760">
                <a:moveTo>
                  <a:pt x="1249299" y="135508"/>
                </a:moveTo>
                <a:lnTo>
                  <a:pt x="1237275" y="135818"/>
                </a:lnTo>
                <a:lnTo>
                  <a:pt x="1239158" y="135818"/>
                </a:lnTo>
                <a:lnTo>
                  <a:pt x="1230884" y="136445"/>
                </a:lnTo>
                <a:lnTo>
                  <a:pt x="1185495" y="147514"/>
                </a:lnTo>
                <a:lnTo>
                  <a:pt x="1152271" y="175259"/>
                </a:lnTo>
                <a:lnTo>
                  <a:pt x="1142619" y="211835"/>
                </a:lnTo>
                <a:lnTo>
                  <a:pt x="1143403" y="223646"/>
                </a:lnTo>
                <a:lnTo>
                  <a:pt x="1143476" y="224740"/>
                </a:lnTo>
                <a:lnTo>
                  <a:pt x="1163597" y="260355"/>
                </a:lnTo>
                <a:lnTo>
                  <a:pt x="1198697" y="279159"/>
                </a:lnTo>
                <a:lnTo>
                  <a:pt x="1235700" y="292469"/>
                </a:lnTo>
                <a:lnTo>
                  <a:pt x="1245187" y="295878"/>
                </a:lnTo>
                <a:lnTo>
                  <a:pt x="1284224" y="315626"/>
                </a:lnTo>
                <a:lnTo>
                  <a:pt x="1291082" y="333247"/>
                </a:lnTo>
                <a:lnTo>
                  <a:pt x="1291082" y="340359"/>
                </a:lnTo>
                <a:lnTo>
                  <a:pt x="1274190" y="359790"/>
                </a:lnTo>
                <a:lnTo>
                  <a:pt x="1268857" y="362076"/>
                </a:lnTo>
                <a:lnTo>
                  <a:pt x="1262634" y="363474"/>
                </a:lnTo>
                <a:lnTo>
                  <a:pt x="1248410" y="364997"/>
                </a:lnTo>
                <a:lnTo>
                  <a:pt x="1240789" y="365505"/>
                </a:lnTo>
                <a:lnTo>
                  <a:pt x="1335198" y="365505"/>
                </a:lnTo>
                <a:lnTo>
                  <a:pt x="1340685" y="349503"/>
                </a:lnTo>
                <a:lnTo>
                  <a:pt x="1342516" y="330834"/>
                </a:lnTo>
                <a:lnTo>
                  <a:pt x="1341586" y="317384"/>
                </a:lnTo>
                <a:lnTo>
                  <a:pt x="1319603" y="280150"/>
                </a:lnTo>
                <a:lnTo>
                  <a:pt x="1280606" y="259752"/>
                </a:lnTo>
                <a:lnTo>
                  <a:pt x="1242056" y="246290"/>
                </a:lnTo>
                <a:lnTo>
                  <a:pt x="1233455" y="242966"/>
                </a:lnTo>
                <a:lnTo>
                  <a:pt x="1225760" y="239571"/>
                </a:lnTo>
                <a:lnTo>
                  <a:pt x="1218946" y="236092"/>
                </a:lnTo>
                <a:lnTo>
                  <a:pt x="1209421" y="232028"/>
                </a:lnTo>
                <a:lnTo>
                  <a:pt x="1202816" y="227964"/>
                </a:lnTo>
                <a:lnTo>
                  <a:pt x="1199134" y="223646"/>
                </a:lnTo>
                <a:lnTo>
                  <a:pt x="1195451" y="219455"/>
                </a:lnTo>
                <a:lnTo>
                  <a:pt x="1193673" y="213740"/>
                </a:lnTo>
                <a:lnTo>
                  <a:pt x="1193673" y="199135"/>
                </a:lnTo>
                <a:lnTo>
                  <a:pt x="1233465" y="177736"/>
                </a:lnTo>
                <a:lnTo>
                  <a:pt x="1247775" y="177164"/>
                </a:lnTo>
                <a:lnTo>
                  <a:pt x="1328283" y="177164"/>
                </a:lnTo>
                <a:lnTo>
                  <a:pt x="1338072" y="152653"/>
                </a:lnTo>
                <a:lnTo>
                  <a:pt x="1299337" y="140462"/>
                </a:lnTo>
                <a:lnTo>
                  <a:pt x="1263278" y="135818"/>
                </a:lnTo>
                <a:lnTo>
                  <a:pt x="1249299" y="135508"/>
                </a:lnTo>
                <a:close/>
              </a:path>
              <a:path w="2224404" h="492760">
                <a:moveTo>
                  <a:pt x="1328283" y="177164"/>
                </a:moveTo>
                <a:lnTo>
                  <a:pt x="1247775" y="177164"/>
                </a:lnTo>
                <a:lnTo>
                  <a:pt x="1258327" y="177405"/>
                </a:lnTo>
                <a:lnTo>
                  <a:pt x="1268285" y="178133"/>
                </a:lnTo>
                <a:lnTo>
                  <a:pt x="1278353" y="179450"/>
                </a:lnTo>
                <a:lnTo>
                  <a:pt x="1278125" y="179450"/>
                </a:lnTo>
                <a:lnTo>
                  <a:pt x="1286510" y="181101"/>
                </a:lnTo>
                <a:lnTo>
                  <a:pt x="1295201" y="183169"/>
                </a:lnTo>
                <a:lnTo>
                  <a:pt x="1304131" y="185547"/>
                </a:lnTo>
                <a:lnTo>
                  <a:pt x="1313299" y="188210"/>
                </a:lnTo>
                <a:lnTo>
                  <a:pt x="1322704" y="191134"/>
                </a:lnTo>
                <a:lnTo>
                  <a:pt x="1328187" y="177405"/>
                </a:lnTo>
                <a:lnTo>
                  <a:pt x="1328283" y="177164"/>
                </a:lnTo>
                <a:close/>
              </a:path>
              <a:path w="2224404" h="492760">
                <a:moveTo>
                  <a:pt x="2044700" y="31495"/>
                </a:moveTo>
                <a:lnTo>
                  <a:pt x="1782190" y="31495"/>
                </a:lnTo>
                <a:lnTo>
                  <a:pt x="1782190" y="75691"/>
                </a:lnTo>
                <a:lnTo>
                  <a:pt x="1988185" y="75691"/>
                </a:lnTo>
                <a:lnTo>
                  <a:pt x="1855851" y="401954"/>
                </a:lnTo>
                <a:lnTo>
                  <a:pt x="1909572" y="401954"/>
                </a:lnTo>
                <a:lnTo>
                  <a:pt x="2044700" y="62864"/>
                </a:lnTo>
                <a:lnTo>
                  <a:pt x="2044700" y="31495"/>
                </a:lnTo>
                <a:close/>
              </a:path>
              <a:path w="2224404" h="492760">
                <a:moveTo>
                  <a:pt x="343281" y="25907"/>
                </a:moveTo>
                <a:lnTo>
                  <a:pt x="323153" y="26644"/>
                </a:lnTo>
                <a:lnTo>
                  <a:pt x="324006" y="26644"/>
                </a:lnTo>
                <a:lnTo>
                  <a:pt x="306450" y="28670"/>
                </a:lnTo>
                <a:lnTo>
                  <a:pt x="258383" y="43320"/>
                </a:lnTo>
                <a:lnTo>
                  <a:pt x="220218" y="71627"/>
                </a:lnTo>
                <a:lnTo>
                  <a:pt x="193178" y="113972"/>
                </a:lnTo>
                <a:lnTo>
                  <a:pt x="178244" y="170513"/>
                </a:lnTo>
                <a:lnTo>
                  <a:pt x="175387" y="216788"/>
                </a:lnTo>
                <a:lnTo>
                  <a:pt x="177790" y="261129"/>
                </a:lnTo>
                <a:lnTo>
                  <a:pt x="184991" y="299672"/>
                </a:lnTo>
                <a:lnTo>
                  <a:pt x="213740" y="359409"/>
                </a:lnTo>
                <a:lnTo>
                  <a:pt x="263588" y="395636"/>
                </a:lnTo>
                <a:lnTo>
                  <a:pt x="336296" y="408050"/>
                </a:lnTo>
                <a:lnTo>
                  <a:pt x="353915" y="407572"/>
                </a:lnTo>
                <a:lnTo>
                  <a:pt x="404368" y="400303"/>
                </a:lnTo>
                <a:lnTo>
                  <a:pt x="448087" y="386570"/>
                </a:lnTo>
                <a:lnTo>
                  <a:pt x="460375" y="381000"/>
                </a:lnTo>
                <a:lnTo>
                  <a:pt x="454370" y="362457"/>
                </a:lnTo>
                <a:lnTo>
                  <a:pt x="337820" y="362457"/>
                </a:lnTo>
                <a:lnTo>
                  <a:pt x="311292" y="360197"/>
                </a:lnTo>
                <a:lnTo>
                  <a:pt x="269954" y="342151"/>
                </a:lnTo>
                <a:lnTo>
                  <a:pt x="243881" y="306363"/>
                </a:lnTo>
                <a:lnTo>
                  <a:pt x="230979" y="254166"/>
                </a:lnTo>
                <a:lnTo>
                  <a:pt x="229362" y="221995"/>
                </a:lnTo>
                <a:lnTo>
                  <a:pt x="231076" y="186918"/>
                </a:lnTo>
                <a:lnTo>
                  <a:pt x="244792" y="130288"/>
                </a:lnTo>
                <a:lnTo>
                  <a:pt x="272555" y="91803"/>
                </a:lnTo>
                <a:lnTo>
                  <a:pt x="316319" y="72511"/>
                </a:lnTo>
                <a:lnTo>
                  <a:pt x="344297" y="70103"/>
                </a:lnTo>
                <a:lnTo>
                  <a:pt x="455312" y="70103"/>
                </a:lnTo>
                <a:lnTo>
                  <a:pt x="449851" y="63666"/>
                </a:lnTo>
                <a:lnTo>
                  <a:pt x="409828" y="37591"/>
                </a:lnTo>
                <a:lnTo>
                  <a:pt x="360805" y="26644"/>
                </a:lnTo>
                <a:lnTo>
                  <a:pt x="343281" y="25907"/>
                </a:lnTo>
                <a:close/>
              </a:path>
              <a:path w="2224404" h="492760">
                <a:moveTo>
                  <a:pt x="447421" y="340994"/>
                </a:moveTo>
                <a:lnTo>
                  <a:pt x="398779" y="355853"/>
                </a:lnTo>
                <a:lnTo>
                  <a:pt x="355060" y="362033"/>
                </a:lnTo>
                <a:lnTo>
                  <a:pt x="337820" y="362457"/>
                </a:lnTo>
                <a:lnTo>
                  <a:pt x="454370" y="362457"/>
                </a:lnTo>
                <a:lnTo>
                  <a:pt x="447421" y="340994"/>
                </a:lnTo>
                <a:close/>
              </a:path>
              <a:path w="2224404" h="492760">
                <a:moveTo>
                  <a:pt x="455312" y="70103"/>
                </a:moveTo>
                <a:lnTo>
                  <a:pt x="344297" y="70103"/>
                </a:lnTo>
                <a:lnTo>
                  <a:pt x="358229" y="70673"/>
                </a:lnTo>
                <a:lnTo>
                  <a:pt x="370887" y="72374"/>
                </a:lnTo>
                <a:lnTo>
                  <a:pt x="411289" y="90170"/>
                </a:lnTo>
                <a:lnTo>
                  <a:pt x="429768" y="105409"/>
                </a:lnTo>
                <a:lnTo>
                  <a:pt x="460375" y="76072"/>
                </a:lnTo>
                <a:lnTo>
                  <a:pt x="455312" y="70103"/>
                </a:lnTo>
                <a:close/>
              </a:path>
              <a:path w="2224404" h="492760">
                <a:moveTo>
                  <a:pt x="559943" y="12700"/>
                </a:moveTo>
                <a:lnTo>
                  <a:pt x="508381" y="19938"/>
                </a:lnTo>
                <a:lnTo>
                  <a:pt x="508381" y="333247"/>
                </a:lnTo>
                <a:lnTo>
                  <a:pt x="509142" y="349436"/>
                </a:lnTo>
                <a:lnTo>
                  <a:pt x="511311" y="362965"/>
                </a:lnTo>
                <a:lnTo>
                  <a:pt x="511428" y="363696"/>
                </a:lnTo>
                <a:lnTo>
                  <a:pt x="537781" y="400335"/>
                </a:lnTo>
                <a:lnTo>
                  <a:pt x="565276" y="405002"/>
                </a:lnTo>
                <a:lnTo>
                  <a:pt x="569849" y="405002"/>
                </a:lnTo>
                <a:lnTo>
                  <a:pt x="573532" y="404749"/>
                </a:lnTo>
                <a:lnTo>
                  <a:pt x="576072" y="403987"/>
                </a:lnTo>
                <a:lnTo>
                  <a:pt x="578738" y="403987"/>
                </a:lnTo>
                <a:lnTo>
                  <a:pt x="581660" y="403225"/>
                </a:lnTo>
                <a:lnTo>
                  <a:pt x="584835" y="401574"/>
                </a:lnTo>
                <a:lnTo>
                  <a:pt x="584835" y="362965"/>
                </a:lnTo>
                <a:lnTo>
                  <a:pt x="573786" y="362965"/>
                </a:lnTo>
                <a:lnTo>
                  <a:pt x="566801" y="361314"/>
                </a:lnTo>
                <a:lnTo>
                  <a:pt x="559960" y="333247"/>
                </a:lnTo>
                <a:lnTo>
                  <a:pt x="559943" y="12700"/>
                </a:lnTo>
                <a:close/>
              </a:path>
              <a:path w="2224404" h="492760">
                <a:moveTo>
                  <a:pt x="2224151" y="0"/>
                </a:moveTo>
                <a:lnTo>
                  <a:pt x="2090039" y="0"/>
                </a:lnTo>
                <a:lnTo>
                  <a:pt x="2090039" y="43687"/>
                </a:lnTo>
                <a:lnTo>
                  <a:pt x="2172716" y="43687"/>
                </a:lnTo>
                <a:lnTo>
                  <a:pt x="2172716" y="448182"/>
                </a:lnTo>
                <a:lnTo>
                  <a:pt x="2090039" y="448182"/>
                </a:lnTo>
                <a:lnTo>
                  <a:pt x="2090039" y="492378"/>
                </a:lnTo>
                <a:lnTo>
                  <a:pt x="2224151" y="492378"/>
                </a:lnTo>
                <a:lnTo>
                  <a:pt x="2224151" y="0"/>
                </a:lnTo>
                <a:close/>
              </a:path>
              <a:path w="2224404" h="492760">
                <a:moveTo>
                  <a:pt x="135127" y="0"/>
                </a:moveTo>
                <a:lnTo>
                  <a:pt x="0" y="0"/>
                </a:lnTo>
                <a:lnTo>
                  <a:pt x="0" y="492378"/>
                </a:lnTo>
                <a:lnTo>
                  <a:pt x="135127" y="492378"/>
                </a:lnTo>
                <a:lnTo>
                  <a:pt x="135127" y="448182"/>
                </a:lnTo>
                <a:lnTo>
                  <a:pt x="51435" y="448182"/>
                </a:lnTo>
                <a:lnTo>
                  <a:pt x="51435" y="43687"/>
                </a:lnTo>
                <a:lnTo>
                  <a:pt x="135127" y="43687"/>
                </a:lnTo>
                <a:lnTo>
                  <a:pt x="135127" y="0"/>
                </a:lnTo>
                <a:close/>
              </a:path>
            </a:pathLst>
          </a:custGeom>
          <a:solidFill>
            <a:srgbClr val="2121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0612" y="3065145"/>
            <a:ext cx="7599730" cy="5064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33616" y="155955"/>
              <a:ext cx="802005" cy="247015"/>
            </a:xfrm>
            <a:custGeom>
              <a:avLst/>
              <a:gdLst/>
              <a:ahLst/>
              <a:cxnLst/>
              <a:rect l="l" t="t" r="r" b="b"/>
              <a:pathLst>
                <a:path w="802005" h="247015">
                  <a:moveTo>
                    <a:pt x="371538" y="123063"/>
                  </a:moveTo>
                  <a:lnTo>
                    <a:pt x="352706" y="123063"/>
                  </a:lnTo>
                  <a:lnTo>
                    <a:pt x="346824" y="123571"/>
                  </a:lnTo>
                  <a:lnTo>
                    <a:pt x="340080" y="124587"/>
                  </a:lnTo>
                  <a:lnTo>
                    <a:pt x="333349" y="125729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12"/>
                  </a:lnTo>
                  <a:lnTo>
                    <a:pt x="313016" y="138302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44" y="170052"/>
                  </a:lnTo>
                  <a:lnTo>
                    <a:pt x="323028" y="199517"/>
                  </a:lnTo>
                  <a:lnTo>
                    <a:pt x="323184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60" y="192404"/>
                  </a:lnTo>
                  <a:lnTo>
                    <a:pt x="390804" y="188341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346392" y="183515"/>
                  </a:lnTo>
                  <a:lnTo>
                    <a:pt x="341117" y="181991"/>
                  </a:lnTo>
                  <a:lnTo>
                    <a:pt x="340804" y="181991"/>
                  </a:lnTo>
                  <a:lnTo>
                    <a:pt x="337502" y="178689"/>
                  </a:lnTo>
                  <a:lnTo>
                    <a:pt x="334327" y="175387"/>
                  </a:lnTo>
                  <a:lnTo>
                    <a:pt x="332740" y="170052"/>
                  </a:lnTo>
                  <a:lnTo>
                    <a:pt x="332740" y="156210"/>
                  </a:lnTo>
                  <a:lnTo>
                    <a:pt x="334632" y="151384"/>
                  </a:lnTo>
                  <a:lnTo>
                    <a:pt x="338416" y="148209"/>
                  </a:lnTo>
                  <a:lnTo>
                    <a:pt x="342201" y="145161"/>
                  </a:lnTo>
                  <a:lnTo>
                    <a:pt x="349440" y="143637"/>
                  </a:lnTo>
                  <a:lnTo>
                    <a:pt x="412127" y="143637"/>
                  </a:lnTo>
                  <a:lnTo>
                    <a:pt x="412127" y="124205"/>
                  </a:lnTo>
                  <a:lnTo>
                    <a:pt x="386321" y="124205"/>
                  </a:lnTo>
                  <a:lnTo>
                    <a:pt x="383260" y="123951"/>
                  </a:lnTo>
                  <a:lnTo>
                    <a:pt x="379691" y="123571"/>
                  </a:lnTo>
                  <a:lnTo>
                    <a:pt x="371538" y="123063"/>
                  </a:lnTo>
                  <a:close/>
                </a:path>
                <a:path w="802005" h="247015">
                  <a:moveTo>
                    <a:pt x="424116" y="188341"/>
                  </a:moveTo>
                  <a:lnTo>
                    <a:pt x="390804" y="188341"/>
                  </a:lnTo>
                  <a:lnTo>
                    <a:pt x="391909" y="192404"/>
                  </a:lnTo>
                  <a:lnTo>
                    <a:pt x="394258" y="195707"/>
                  </a:lnTo>
                  <a:lnTo>
                    <a:pt x="401584" y="201422"/>
                  </a:lnTo>
                  <a:lnTo>
                    <a:pt x="401954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709" y="201757"/>
                  </a:lnTo>
                  <a:lnTo>
                    <a:pt x="424116" y="201757"/>
                  </a:lnTo>
                  <a:lnTo>
                    <a:pt x="424116" y="188341"/>
                  </a:lnTo>
                  <a:close/>
                </a:path>
                <a:path w="802005" h="247015">
                  <a:moveTo>
                    <a:pt x="412127" y="143637"/>
                  </a:moveTo>
                  <a:lnTo>
                    <a:pt x="370192" y="143637"/>
                  </a:lnTo>
                  <a:lnTo>
                    <a:pt x="378968" y="144145"/>
                  </a:lnTo>
                  <a:lnTo>
                    <a:pt x="386321" y="144652"/>
                  </a:lnTo>
                  <a:lnTo>
                    <a:pt x="386321" y="171323"/>
                  </a:lnTo>
                  <a:lnTo>
                    <a:pt x="383793" y="173354"/>
                  </a:lnTo>
                  <a:lnTo>
                    <a:pt x="382152" y="174625"/>
                  </a:lnTo>
                  <a:lnTo>
                    <a:pt x="377558" y="177292"/>
                  </a:lnTo>
                  <a:lnTo>
                    <a:pt x="371868" y="179704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424116" y="183515"/>
                  </a:lnTo>
                  <a:lnTo>
                    <a:pt x="424116" y="181991"/>
                  </a:lnTo>
                  <a:lnTo>
                    <a:pt x="419112" y="181991"/>
                  </a:lnTo>
                  <a:lnTo>
                    <a:pt x="415861" y="181101"/>
                  </a:lnTo>
                  <a:lnTo>
                    <a:pt x="412877" y="177292"/>
                  </a:lnTo>
                  <a:lnTo>
                    <a:pt x="412127" y="173354"/>
                  </a:lnTo>
                  <a:lnTo>
                    <a:pt x="412127" y="143637"/>
                  </a:lnTo>
                  <a:close/>
                </a:path>
                <a:path w="802005" h="247015">
                  <a:moveTo>
                    <a:pt x="407876" y="89408"/>
                  </a:moveTo>
                  <a:lnTo>
                    <a:pt x="364070" y="89408"/>
                  </a:lnTo>
                  <a:lnTo>
                    <a:pt x="368706" y="89916"/>
                  </a:lnTo>
                  <a:lnTo>
                    <a:pt x="372313" y="90932"/>
                  </a:lnTo>
                  <a:lnTo>
                    <a:pt x="386321" y="114046"/>
                  </a:lnTo>
                  <a:lnTo>
                    <a:pt x="386321" y="124205"/>
                  </a:lnTo>
                  <a:lnTo>
                    <a:pt x="412127" y="124205"/>
                  </a:lnTo>
                  <a:lnTo>
                    <a:pt x="412127" y="112141"/>
                  </a:lnTo>
                  <a:lnTo>
                    <a:pt x="411472" y="105155"/>
                  </a:lnTo>
                  <a:lnTo>
                    <a:pt x="411353" y="103886"/>
                  </a:lnTo>
                  <a:lnTo>
                    <a:pt x="408270" y="90297"/>
                  </a:lnTo>
                  <a:lnTo>
                    <a:pt x="408119" y="89916"/>
                  </a:lnTo>
                  <a:lnTo>
                    <a:pt x="407876" y="89408"/>
                  </a:lnTo>
                  <a:close/>
                </a:path>
                <a:path w="802005" h="247015">
                  <a:moveTo>
                    <a:pt x="372960" y="67945"/>
                  </a:moveTo>
                  <a:lnTo>
                    <a:pt x="363893" y="67945"/>
                  </a:lnTo>
                  <a:lnTo>
                    <a:pt x="356389" y="68181"/>
                  </a:lnTo>
                  <a:lnTo>
                    <a:pt x="348361" y="68961"/>
                  </a:lnTo>
                  <a:lnTo>
                    <a:pt x="348702" y="68961"/>
                  </a:lnTo>
                  <a:lnTo>
                    <a:pt x="342260" y="70034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1"/>
                  </a:lnTo>
                  <a:lnTo>
                    <a:pt x="323977" y="96393"/>
                  </a:lnTo>
                  <a:lnTo>
                    <a:pt x="330606" y="94234"/>
                  </a:lnTo>
                  <a:lnTo>
                    <a:pt x="337591" y="92328"/>
                  </a:lnTo>
                  <a:lnTo>
                    <a:pt x="344563" y="90297"/>
                  </a:lnTo>
                  <a:lnTo>
                    <a:pt x="351510" y="89408"/>
                  </a:lnTo>
                  <a:lnTo>
                    <a:pt x="407876" y="89408"/>
                  </a:lnTo>
                  <a:lnTo>
                    <a:pt x="405561" y="84582"/>
                  </a:lnTo>
                  <a:lnTo>
                    <a:pt x="380593" y="68961"/>
                  </a:lnTo>
                  <a:lnTo>
                    <a:pt x="372960" y="67945"/>
                  </a:lnTo>
                  <a:close/>
                </a:path>
                <a:path w="802005" h="247015">
                  <a:moveTo>
                    <a:pt x="748398" y="67945"/>
                  </a:moveTo>
                  <a:lnTo>
                    <a:pt x="711327" y="77321"/>
                  </a:lnTo>
                  <a:lnTo>
                    <a:pt x="689098" y="119461"/>
                  </a:lnTo>
                  <a:lnTo>
                    <a:pt x="688174" y="135509"/>
                  </a:lnTo>
                  <a:lnTo>
                    <a:pt x="688367" y="143892"/>
                  </a:lnTo>
                  <a:lnTo>
                    <a:pt x="696772" y="181483"/>
                  </a:lnTo>
                  <a:lnTo>
                    <a:pt x="733385" y="203549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0"/>
                  </a:lnTo>
                  <a:lnTo>
                    <a:pt x="797032" y="183261"/>
                  </a:lnTo>
                  <a:lnTo>
                    <a:pt x="741883" y="183261"/>
                  </a:lnTo>
                  <a:lnTo>
                    <a:pt x="734009" y="181483"/>
                  </a:lnTo>
                  <a:lnTo>
                    <a:pt x="714730" y="149478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54" y="122554"/>
                  </a:lnTo>
                  <a:lnTo>
                    <a:pt x="715022" y="122047"/>
                  </a:lnTo>
                  <a:lnTo>
                    <a:pt x="715232" y="119461"/>
                  </a:lnTo>
                  <a:lnTo>
                    <a:pt x="715352" y="117983"/>
                  </a:lnTo>
                  <a:lnTo>
                    <a:pt x="738517" y="88646"/>
                  </a:lnTo>
                  <a:lnTo>
                    <a:pt x="793121" y="88646"/>
                  </a:lnTo>
                  <a:lnTo>
                    <a:pt x="791565" y="86360"/>
                  </a:lnTo>
                  <a:lnTo>
                    <a:pt x="756170" y="68254"/>
                  </a:lnTo>
                  <a:lnTo>
                    <a:pt x="748398" y="67945"/>
                  </a:lnTo>
                  <a:close/>
                </a:path>
                <a:path w="802005" h="247015">
                  <a:moveTo>
                    <a:pt x="793153" y="172847"/>
                  </a:moveTo>
                  <a:lnTo>
                    <a:pt x="787450" y="175514"/>
                  </a:lnTo>
                  <a:lnTo>
                    <a:pt x="780944" y="178053"/>
                  </a:lnTo>
                  <a:lnTo>
                    <a:pt x="768235" y="182245"/>
                  </a:lnTo>
                  <a:lnTo>
                    <a:pt x="760603" y="183261"/>
                  </a:lnTo>
                  <a:lnTo>
                    <a:pt x="797032" y="183261"/>
                  </a:lnTo>
                  <a:lnTo>
                    <a:pt x="793153" y="172847"/>
                  </a:lnTo>
                  <a:close/>
                </a:path>
                <a:path w="802005" h="247015">
                  <a:moveTo>
                    <a:pt x="793121" y="88646"/>
                  </a:moveTo>
                  <a:lnTo>
                    <a:pt x="756602" y="88646"/>
                  </a:lnTo>
                  <a:lnTo>
                    <a:pt x="763104" y="91313"/>
                  </a:lnTo>
                  <a:lnTo>
                    <a:pt x="767892" y="96520"/>
                  </a:lnTo>
                  <a:lnTo>
                    <a:pt x="771026" y="101230"/>
                  </a:lnTo>
                  <a:lnTo>
                    <a:pt x="773264" y="107346"/>
                  </a:lnTo>
                  <a:lnTo>
                    <a:pt x="774510" y="114300"/>
                  </a:lnTo>
                  <a:lnTo>
                    <a:pt x="774607" y="114843"/>
                  </a:lnTo>
                  <a:lnTo>
                    <a:pt x="774972" y="122047"/>
                  </a:lnTo>
                  <a:lnTo>
                    <a:pt x="775055" y="123698"/>
                  </a:lnTo>
                  <a:lnTo>
                    <a:pt x="801624" y="123698"/>
                  </a:lnTo>
                  <a:lnTo>
                    <a:pt x="801581" y="122047"/>
                  </a:lnTo>
                  <a:lnTo>
                    <a:pt x="801366" y="119461"/>
                  </a:lnTo>
                  <a:lnTo>
                    <a:pt x="801244" y="117983"/>
                  </a:lnTo>
                  <a:lnTo>
                    <a:pt x="801117" y="116459"/>
                  </a:lnTo>
                  <a:lnTo>
                    <a:pt x="801001" y="115062"/>
                  </a:lnTo>
                  <a:lnTo>
                    <a:pt x="800938" y="114300"/>
                  </a:lnTo>
                  <a:lnTo>
                    <a:pt x="798230" y="99060"/>
                  </a:lnTo>
                  <a:lnTo>
                    <a:pt x="797251" y="96520"/>
                  </a:lnTo>
                  <a:lnTo>
                    <a:pt x="795540" y="92201"/>
                  </a:lnTo>
                  <a:lnTo>
                    <a:pt x="793121" y="88646"/>
                  </a:lnTo>
                  <a:close/>
                </a:path>
                <a:path w="802005" h="247015">
                  <a:moveTo>
                    <a:pt x="465988" y="70993"/>
                  </a:moveTo>
                  <a:lnTo>
                    <a:pt x="440436" y="70993"/>
                  </a:lnTo>
                  <a:lnTo>
                    <a:pt x="440436" y="162178"/>
                  </a:lnTo>
                  <a:lnTo>
                    <a:pt x="456412" y="199136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1"/>
                  </a:lnTo>
                  <a:lnTo>
                    <a:pt x="525792" y="190626"/>
                  </a:lnTo>
                  <a:lnTo>
                    <a:pt x="550507" y="190626"/>
                  </a:lnTo>
                  <a:lnTo>
                    <a:pt x="550064" y="182752"/>
                  </a:lnTo>
                  <a:lnTo>
                    <a:pt x="484085" y="182752"/>
                  </a:lnTo>
                  <a:lnTo>
                    <a:pt x="480072" y="181991"/>
                  </a:lnTo>
                  <a:lnTo>
                    <a:pt x="477164" y="180594"/>
                  </a:lnTo>
                  <a:lnTo>
                    <a:pt x="474243" y="179070"/>
                  </a:lnTo>
                  <a:lnTo>
                    <a:pt x="471919" y="177038"/>
                  </a:lnTo>
                  <a:lnTo>
                    <a:pt x="470217" y="174244"/>
                  </a:lnTo>
                  <a:lnTo>
                    <a:pt x="468503" y="171576"/>
                  </a:lnTo>
                  <a:lnTo>
                    <a:pt x="467372" y="168021"/>
                  </a:lnTo>
                  <a:lnTo>
                    <a:pt x="466813" y="163957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close/>
                </a:path>
                <a:path w="802005" h="247015">
                  <a:moveTo>
                    <a:pt x="550507" y="190626"/>
                  </a:moveTo>
                  <a:lnTo>
                    <a:pt x="525792" y="190626"/>
                  </a:lnTo>
                  <a:lnTo>
                    <a:pt x="526785" y="201295"/>
                  </a:lnTo>
                  <a:lnTo>
                    <a:pt x="526821" y="201676"/>
                  </a:lnTo>
                  <a:lnTo>
                    <a:pt x="551129" y="201676"/>
                  </a:lnTo>
                  <a:lnTo>
                    <a:pt x="550507" y="190626"/>
                  </a:lnTo>
                  <a:close/>
                </a:path>
                <a:path w="802005" h="247015">
                  <a:moveTo>
                    <a:pt x="549135" y="70993"/>
                  </a:moveTo>
                  <a:lnTo>
                    <a:pt x="523316" y="70993"/>
                  </a:lnTo>
                  <a:lnTo>
                    <a:pt x="523316" y="171069"/>
                  </a:lnTo>
                  <a:lnTo>
                    <a:pt x="520191" y="172974"/>
                  </a:lnTo>
                  <a:lnTo>
                    <a:pt x="516813" y="174878"/>
                  </a:lnTo>
                  <a:lnTo>
                    <a:pt x="510095" y="178435"/>
                  </a:lnTo>
                  <a:lnTo>
                    <a:pt x="506425" y="179832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2"/>
                  </a:lnTo>
                  <a:lnTo>
                    <a:pt x="550064" y="182752"/>
                  </a:lnTo>
                  <a:lnTo>
                    <a:pt x="549942" y="180594"/>
                  </a:lnTo>
                  <a:lnTo>
                    <a:pt x="549821" y="178435"/>
                  </a:lnTo>
                  <a:lnTo>
                    <a:pt x="549742" y="177038"/>
                  </a:lnTo>
                  <a:lnTo>
                    <a:pt x="549621" y="174878"/>
                  </a:lnTo>
                  <a:lnTo>
                    <a:pt x="549514" y="172974"/>
                  </a:lnTo>
                  <a:lnTo>
                    <a:pt x="549406" y="171069"/>
                  </a:lnTo>
                  <a:lnTo>
                    <a:pt x="549306" y="169291"/>
                  </a:lnTo>
                  <a:lnTo>
                    <a:pt x="549235" y="168021"/>
                  </a:lnTo>
                  <a:lnTo>
                    <a:pt x="549135" y="70993"/>
                  </a:lnTo>
                  <a:close/>
                </a:path>
                <a:path w="802005" h="247015">
                  <a:moveTo>
                    <a:pt x="578866" y="175005"/>
                  </a:moveTo>
                  <a:lnTo>
                    <a:pt x="570852" y="194691"/>
                  </a:lnTo>
                  <a:lnTo>
                    <a:pt x="577481" y="198120"/>
                  </a:lnTo>
                  <a:lnTo>
                    <a:pt x="584796" y="200660"/>
                  </a:lnTo>
                  <a:lnTo>
                    <a:pt x="593335" y="202295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5"/>
                  </a:lnTo>
                  <a:lnTo>
                    <a:pt x="669402" y="183308"/>
                  </a:lnTo>
                  <a:lnTo>
                    <a:pt x="610817" y="183308"/>
                  </a:lnTo>
                  <a:lnTo>
                    <a:pt x="603377" y="182625"/>
                  </a:lnTo>
                  <a:lnTo>
                    <a:pt x="590753" y="179832"/>
                  </a:lnTo>
                  <a:lnTo>
                    <a:pt x="584682" y="177800"/>
                  </a:lnTo>
                  <a:lnTo>
                    <a:pt x="578866" y="175005"/>
                  </a:lnTo>
                  <a:close/>
                </a:path>
                <a:path w="802005" h="247015">
                  <a:moveTo>
                    <a:pt x="635977" y="67945"/>
                  </a:moveTo>
                  <a:lnTo>
                    <a:pt x="620229" y="67945"/>
                  </a:lnTo>
                  <a:lnTo>
                    <a:pt x="614019" y="68579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1"/>
                  </a:lnTo>
                  <a:lnTo>
                    <a:pt x="590321" y="76073"/>
                  </a:lnTo>
                  <a:lnTo>
                    <a:pt x="585101" y="78867"/>
                  </a:lnTo>
                  <a:lnTo>
                    <a:pt x="580898" y="82930"/>
                  </a:lnTo>
                  <a:lnTo>
                    <a:pt x="574459" y="92837"/>
                  </a:lnTo>
                  <a:lnTo>
                    <a:pt x="572846" y="99060"/>
                  </a:lnTo>
                  <a:lnTo>
                    <a:pt x="572846" y="115443"/>
                  </a:lnTo>
                  <a:lnTo>
                    <a:pt x="596722" y="138302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8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0"/>
                  </a:lnTo>
                  <a:lnTo>
                    <a:pt x="647255" y="170688"/>
                  </a:lnTo>
                  <a:lnTo>
                    <a:pt x="646506" y="173482"/>
                  </a:lnTo>
                  <a:lnTo>
                    <a:pt x="624279" y="183308"/>
                  </a:lnTo>
                  <a:lnTo>
                    <a:pt x="669402" y="183308"/>
                  </a:lnTo>
                  <a:lnTo>
                    <a:pt x="672020" y="175641"/>
                  </a:lnTo>
                  <a:lnTo>
                    <a:pt x="672147" y="175269"/>
                  </a:lnTo>
                  <a:lnTo>
                    <a:pt x="673061" y="165862"/>
                  </a:lnTo>
                  <a:lnTo>
                    <a:pt x="673061" y="156337"/>
                  </a:lnTo>
                  <a:lnTo>
                    <a:pt x="670560" y="149098"/>
                  </a:lnTo>
                  <a:lnTo>
                    <a:pt x="634123" y="127380"/>
                  </a:lnTo>
                  <a:lnTo>
                    <a:pt x="620801" y="123063"/>
                  </a:lnTo>
                  <a:lnTo>
                    <a:pt x="615353" y="120776"/>
                  </a:lnTo>
                  <a:lnTo>
                    <a:pt x="611124" y="118364"/>
                  </a:lnTo>
                  <a:lnTo>
                    <a:pt x="606323" y="116332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09"/>
                  </a:lnTo>
                  <a:lnTo>
                    <a:pt x="598411" y="107188"/>
                  </a:lnTo>
                  <a:lnTo>
                    <a:pt x="598411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65926" y="88900"/>
                  </a:lnTo>
                  <a:lnTo>
                    <a:pt x="670814" y="76580"/>
                  </a:lnTo>
                  <a:lnTo>
                    <a:pt x="664972" y="74041"/>
                  </a:lnTo>
                  <a:lnTo>
                    <a:pt x="658507" y="72009"/>
                  </a:lnTo>
                  <a:lnTo>
                    <a:pt x="651421" y="70485"/>
                  </a:lnTo>
                  <a:lnTo>
                    <a:pt x="644347" y="68834"/>
                  </a:lnTo>
                  <a:lnTo>
                    <a:pt x="635977" y="67945"/>
                  </a:lnTo>
                  <a:close/>
                </a:path>
                <a:path w="802005" h="247015">
                  <a:moveTo>
                    <a:pt x="665926" y="88900"/>
                  </a:moveTo>
                  <a:lnTo>
                    <a:pt x="632790" y="88900"/>
                  </a:lnTo>
                  <a:lnTo>
                    <a:pt x="639254" y="89535"/>
                  </a:lnTo>
                  <a:lnTo>
                    <a:pt x="650697" y="92075"/>
                  </a:lnTo>
                  <a:lnTo>
                    <a:pt x="656755" y="93852"/>
                  </a:lnTo>
                  <a:lnTo>
                    <a:pt x="663155" y="95885"/>
                  </a:lnTo>
                  <a:lnTo>
                    <a:pt x="665926" y="88900"/>
                  </a:lnTo>
                  <a:close/>
                </a:path>
                <a:path w="802005" h="247015">
                  <a:moveTo>
                    <a:pt x="172656" y="12953"/>
                  </a:moveTo>
                  <a:lnTo>
                    <a:pt x="162535" y="13333"/>
                  </a:lnTo>
                  <a:lnTo>
                    <a:pt x="162968" y="13333"/>
                  </a:lnTo>
                  <a:lnTo>
                    <a:pt x="153354" y="14462"/>
                  </a:lnTo>
                  <a:lnTo>
                    <a:pt x="153700" y="14462"/>
                  </a:lnTo>
                  <a:lnTo>
                    <a:pt x="145635" y="16115"/>
                  </a:lnTo>
                  <a:lnTo>
                    <a:pt x="137579" y="18542"/>
                  </a:lnTo>
                  <a:lnTo>
                    <a:pt x="105732" y="42229"/>
                  </a:lnTo>
                  <a:lnTo>
                    <a:pt x="89895" y="85534"/>
                  </a:lnTo>
                  <a:lnTo>
                    <a:pt x="88468" y="108712"/>
                  </a:lnTo>
                  <a:lnTo>
                    <a:pt x="89670" y="130974"/>
                  </a:lnTo>
                  <a:lnTo>
                    <a:pt x="107708" y="180213"/>
                  </a:lnTo>
                  <a:lnTo>
                    <a:pt x="149458" y="203001"/>
                  </a:lnTo>
                  <a:lnTo>
                    <a:pt x="169113" y="204597"/>
                  </a:lnTo>
                  <a:lnTo>
                    <a:pt x="177964" y="204358"/>
                  </a:lnTo>
                  <a:lnTo>
                    <a:pt x="218465" y="196437"/>
                  </a:lnTo>
                  <a:lnTo>
                    <a:pt x="231381" y="191135"/>
                  </a:lnTo>
                  <a:lnTo>
                    <a:pt x="228341" y="181737"/>
                  </a:lnTo>
                  <a:lnTo>
                    <a:pt x="169913" y="181737"/>
                  </a:lnTo>
                  <a:lnTo>
                    <a:pt x="156597" y="180615"/>
                  </a:lnTo>
                  <a:lnTo>
                    <a:pt x="122781" y="153652"/>
                  </a:lnTo>
                  <a:lnTo>
                    <a:pt x="115531" y="111378"/>
                  </a:lnTo>
                  <a:lnTo>
                    <a:pt x="116391" y="93755"/>
                  </a:lnTo>
                  <a:lnTo>
                    <a:pt x="129273" y="54483"/>
                  </a:lnTo>
                  <a:lnTo>
                    <a:pt x="173151" y="35178"/>
                  </a:lnTo>
                  <a:lnTo>
                    <a:pt x="228884" y="35178"/>
                  </a:lnTo>
                  <a:lnTo>
                    <a:pt x="226087" y="31906"/>
                  </a:lnTo>
                  <a:lnTo>
                    <a:pt x="189933" y="14462"/>
                  </a:lnTo>
                  <a:lnTo>
                    <a:pt x="181443" y="13333"/>
                  </a:lnTo>
                  <a:lnTo>
                    <a:pt x="172656" y="12953"/>
                  </a:lnTo>
                  <a:close/>
                </a:path>
                <a:path w="802005" h="247015">
                  <a:moveTo>
                    <a:pt x="224891" y="171069"/>
                  </a:moveTo>
                  <a:lnTo>
                    <a:pt x="186521" y="180943"/>
                  </a:lnTo>
                  <a:lnTo>
                    <a:pt x="169913" y="181737"/>
                  </a:lnTo>
                  <a:lnTo>
                    <a:pt x="228341" y="181737"/>
                  </a:lnTo>
                  <a:lnTo>
                    <a:pt x="224891" y="171069"/>
                  </a:lnTo>
                  <a:close/>
                </a:path>
                <a:path w="802005" h="247015">
                  <a:moveTo>
                    <a:pt x="228884" y="35178"/>
                  </a:moveTo>
                  <a:lnTo>
                    <a:pt x="182892" y="35178"/>
                  </a:lnTo>
                  <a:lnTo>
                    <a:pt x="190944" y="36702"/>
                  </a:lnTo>
                  <a:lnTo>
                    <a:pt x="197294" y="39624"/>
                  </a:lnTo>
                  <a:lnTo>
                    <a:pt x="203644" y="42672"/>
                  </a:lnTo>
                  <a:lnTo>
                    <a:pt x="209880" y="47117"/>
                  </a:lnTo>
                  <a:lnTo>
                    <a:pt x="216001" y="52832"/>
                  </a:lnTo>
                  <a:lnTo>
                    <a:pt x="231381" y="38100"/>
                  </a:lnTo>
                  <a:lnTo>
                    <a:pt x="228884" y="35178"/>
                  </a:lnTo>
                  <a:close/>
                </a:path>
                <a:path w="802005" h="247015">
                  <a:moveTo>
                    <a:pt x="281559" y="6350"/>
                  </a:moveTo>
                  <a:lnTo>
                    <a:pt x="255752" y="10033"/>
                  </a:lnTo>
                  <a:lnTo>
                    <a:pt x="255752" y="167132"/>
                  </a:lnTo>
                  <a:lnTo>
                    <a:pt x="256061" y="173736"/>
                  </a:lnTo>
                  <a:lnTo>
                    <a:pt x="256131" y="175228"/>
                  </a:lnTo>
                  <a:lnTo>
                    <a:pt x="257086" y="181228"/>
                  </a:lnTo>
                  <a:lnTo>
                    <a:pt x="257208" y="181991"/>
                  </a:lnTo>
                  <a:lnTo>
                    <a:pt x="257268" y="182372"/>
                  </a:lnTo>
                  <a:lnTo>
                    <a:pt x="259165" y="188563"/>
                  </a:lnTo>
                  <a:lnTo>
                    <a:pt x="261823" y="193801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lnTo>
                    <a:pt x="288505" y="181991"/>
                  </a:lnTo>
                  <a:lnTo>
                    <a:pt x="285038" y="181228"/>
                  </a:lnTo>
                  <a:lnTo>
                    <a:pt x="283641" y="179577"/>
                  </a:lnTo>
                  <a:lnTo>
                    <a:pt x="282257" y="178053"/>
                  </a:lnTo>
                  <a:lnTo>
                    <a:pt x="281559" y="173736"/>
                  </a:lnTo>
                  <a:lnTo>
                    <a:pt x="281559" y="6350"/>
                  </a:lnTo>
                  <a:close/>
                </a:path>
                <a:path w="802005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4673" y="155955"/>
              <a:ext cx="223431" cy="24688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2244" y="162305"/>
              <a:ext cx="1203706" cy="19824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7517" y="162305"/>
              <a:ext cx="2508631" cy="25400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79654" y="614526"/>
            <a:ext cx="9006205" cy="334645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Procedure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Distributed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activities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Supplier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selection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record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capability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65">
                <a:latin typeface="Arial MT"/>
                <a:cs typeface="Arial MT"/>
              </a:rPr>
              <a:t>Secure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production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55">
                <a:latin typeface="Arial MT"/>
                <a:cs typeface="Arial MT"/>
              </a:rPr>
              <a:t>Regular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training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55">
                <a:latin typeface="Arial MT"/>
                <a:cs typeface="Arial MT"/>
              </a:rPr>
              <a:t>Previous</a:t>
            </a:r>
            <a:r>
              <a:rPr dirty="0" sz="1600" spc="-114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Report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220">
                <a:latin typeface="Arial MT"/>
                <a:cs typeface="Arial MT"/>
              </a:rPr>
              <a:t>CSMS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certification,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etc..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Request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Quotation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goals,set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Expectation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CIA</a:t>
            </a:r>
            <a:r>
              <a:rPr dirty="0" sz="1600" spc="-114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Request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conform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ISO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21434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Interface</a:t>
            </a:r>
            <a:r>
              <a:rPr dirty="0" sz="1600" spc="-11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Agreement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(CIA)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9632" y="3963479"/>
            <a:ext cx="8470900" cy="2898140"/>
            <a:chOff x="609632" y="3963479"/>
            <a:chExt cx="8470900" cy="289814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632" y="4184212"/>
              <a:ext cx="8470327" cy="89281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844795" y="4981955"/>
              <a:ext cx="33655" cy="1876425"/>
            </a:xfrm>
            <a:custGeom>
              <a:avLst/>
              <a:gdLst/>
              <a:ahLst/>
              <a:cxnLst/>
              <a:rect l="l" t="t" r="r" b="b"/>
              <a:pathLst>
                <a:path w="33654" h="1876425">
                  <a:moveTo>
                    <a:pt x="0" y="0"/>
                  </a:moveTo>
                  <a:lnTo>
                    <a:pt x="33273" y="1876044"/>
                  </a:lnTo>
                </a:path>
              </a:pathLst>
            </a:custGeom>
            <a:ln w="6096">
              <a:solidFill>
                <a:srgbClr val="5F5F5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597022" y="3980941"/>
              <a:ext cx="4649470" cy="351155"/>
            </a:xfrm>
            <a:custGeom>
              <a:avLst/>
              <a:gdLst/>
              <a:ahLst/>
              <a:cxnLst/>
              <a:rect l="l" t="t" r="r" b="b"/>
              <a:pathLst>
                <a:path w="4649470" h="351154">
                  <a:moveTo>
                    <a:pt x="0" y="136524"/>
                  </a:moveTo>
                  <a:lnTo>
                    <a:pt x="101472" y="348360"/>
                  </a:lnTo>
                </a:path>
                <a:path w="4649470" h="351154">
                  <a:moveTo>
                    <a:pt x="407796" y="0"/>
                  </a:moveTo>
                  <a:lnTo>
                    <a:pt x="86359" y="350646"/>
                  </a:lnTo>
                </a:path>
                <a:path w="4649470" h="351154">
                  <a:moveTo>
                    <a:pt x="4241419" y="136524"/>
                  </a:moveTo>
                  <a:lnTo>
                    <a:pt x="4342892" y="348360"/>
                  </a:lnTo>
                </a:path>
                <a:path w="4649470" h="351154">
                  <a:moveTo>
                    <a:pt x="4649216" y="0"/>
                  </a:moveTo>
                  <a:lnTo>
                    <a:pt x="4327779" y="350646"/>
                  </a:lnTo>
                </a:path>
              </a:pathLst>
            </a:custGeom>
            <a:ln w="349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3439667" y="5289648"/>
            <a:ext cx="1155700" cy="1083945"/>
            <a:chOff x="3439667" y="5289648"/>
            <a:chExt cx="1155700" cy="1083945"/>
          </a:xfrm>
        </p:grpSpPr>
        <p:sp>
          <p:nvSpPr>
            <p:cNvPr id="18" name="object 18" descr=""/>
            <p:cNvSpPr/>
            <p:nvPr/>
          </p:nvSpPr>
          <p:spPr>
            <a:xfrm>
              <a:off x="3512819" y="5445096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227477" y="0"/>
                  </a:moveTo>
                  <a:lnTo>
                    <a:pt x="170607" y="6139"/>
                  </a:lnTo>
                  <a:lnTo>
                    <a:pt x="113738" y="25579"/>
                  </a:lnTo>
                  <a:lnTo>
                    <a:pt x="5686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434" y="785958"/>
                  </a:lnTo>
                  <a:lnTo>
                    <a:pt x="56869" y="762169"/>
                  </a:lnTo>
                  <a:lnTo>
                    <a:pt x="113738" y="727381"/>
                  </a:lnTo>
                  <a:lnTo>
                    <a:pt x="170607" y="707941"/>
                  </a:lnTo>
                  <a:lnTo>
                    <a:pt x="227477" y="701801"/>
                  </a:lnTo>
                  <a:lnTo>
                    <a:pt x="255911" y="703080"/>
                  </a:lnTo>
                  <a:lnTo>
                    <a:pt x="312780" y="713057"/>
                  </a:lnTo>
                  <a:lnTo>
                    <a:pt x="369650" y="731218"/>
                  </a:lnTo>
                  <a:lnTo>
                    <a:pt x="426519" y="755519"/>
                  </a:lnTo>
                  <a:lnTo>
                    <a:pt x="483388" y="783912"/>
                  </a:lnTo>
                  <a:lnTo>
                    <a:pt x="597127" y="844791"/>
                  </a:lnTo>
                  <a:lnTo>
                    <a:pt x="625561" y="859372"/>
                  </a:lnTo>
                  <a:lnTo>
                    <a:pt x="682431" y="885975"/>
                  </a:lnTo>
                  <a:lnTo>
                    <a:pt x="739300" y="907462"/>
                  </a:lnTo>
                  <a:lnTo>
                    <a:pt x="796169" y="921786"/>
                  </a:lnTo>
                  <a:lnTo>
                    <a:pt x="853038" y="926902"/>
                  </a:lnTo>
                  <a:lnTo>
                    <a:pt x="881473" y="925367"/>
                  </a:lnTo>
                  <a:lnTo>
                    <a:pt x="938342" y="912833"/>
                  </a:lnTo>
                  <a:lnTo>
                    <a:pt x="995212" y="885975"/>
                  </a:lnTo>
                  <a:lnTo>
                    <a:pt x="1052081" y="842745"/>
                  </a:lnTo>
                  <a:lnTo>
                    <a:pt x="1080515" y="814352"/>
                  </a:lnTo>
                  <a:lnTo>
                    <a:pt x="1080515" y="112550"/>
                  </a:lnTo>
                  <a:lnTo>
                    <a:pt x="1052081" y="140943"/>
                  </a:lnTo>
                  <a:lnTo>
                    <a:pt x="1023646" y="164732"/>
                  </a:lnTo>
                  <a:lnTo>
                    <a:pt x="966777" y="199520"/>
                  </a:lnTo>
                  <a:lnTo>
                    <a:pt x="909908" y="218961"/>
                  </a:lnTo>
                  <a:lnTo>
                    <a:pt x="853038" y="225100"/>
                  </a:lnTo>
                  <a:lnTo>
                    <a:pt x="824604" y="223821"/>
                  </a:lnTo>
                  <a:lnTo>
                    <a:pt x="767735" y="213845"/>
                  </a:lnTo>
                  <a:lnTo>
                    <a:pt x="710865" y="195683"/>
                  </a:lnTo>
                  <a:lnTo>
                    <a:pt x="653996" y="171383"/>
                  </a:lnTo>
                  <a:lnTo>
                    <a:pt x="597127" y="142989"/>
                  </a:lnTo>
                  <a:lnTo>
                    <a:pt x="483388" y="82110"/>
                  </a:lnTo>
                  <a:lnTo>
                    <a:pt x="454954" y="67530"/>
                  </a:lnTo>
                  <a:lnTo>
                    <a:pt x="398084" y="40927"/>
                  </a:lnTo>
                  <a:lnTo>
                    <a:pt x="341215" y="19440"/>
                  </a:lnTo>
                  <a:lnTo>
                    <a:pt x="284346" y="5115"/>
                  </a:lnTo>
                  <a:lnTo>
                    <a:pt x="255911" y="1278"/>
                  </a:lnTo>
                  <a:lnTo>
                    <a:pt x="227477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512819" y="5445096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0" y="112550"/>
                  </a:moveTo>
                  <a:lnTo>
                    <a:pt x="28434" y="84156"/>
                  </a:lnTo>
                  <a:lnTo>
                    <a:pt x="85303" y="40927"/>
                  </a:lnTo>
                  <a:lnTo>
                    <a:pt x="142173" y="14068"/>
                  </a:lnTo>
                  <a:lnTo>
                    <a:pt x="199042" y="1534"/>
                  </a:lnTo>
                  <a:lnTo>
                    <a:pt x="227477" y="0"/>
                  </a:lnTo>
                  <a:lnTo>
                    <a:pt x="255911" y="1278"/>
                  </a:lnTo>
                  <a:lnTo>
                    <a:pt x="312780" y="11255"/>
                  </a:lnTo>
                  <a:lnTo>
                    <a:pt x="369650" y="29416"/>
                  </a:lnTo>
                  <a:lnTo>
                    <a:pt x="426519" y="53717"/>
                  </a:lnTo>
                  <a:lnTo>
                    <a:pt x="483388" y="82110"/>
                  </a:lnTo>
                  <a:lnTo>
                    <a:pt x="540258" y="112550"/>
                  </a:lnTo>
                  <a:lnTo>
                    <a:pt x="568692" y="127898"/>
                  </a:lnTo>
                  <a:lnTo>
                    <a:pt x="625561" y="157570"/>
                  </a:lnTo>
                  <a:lnTo>
                    <a:pt x="682431" y="184173"/>
                  </a:lnTo>
                  <a:lnTo>
                    <a:pt x="739300" y="205660"/>
                  </a:lnTo>
                  <a:lnTo>
                    <a:pt x="796169" y="219984"/>
                  </a:lnTo>
                  <a:lnTo>
                    <a:pt x="853038" y="225100"/>
                  </a:lnTo>
                  <a:lnTo>
                    <a:pt x="881473" y="223565"/>
                  </a:lnTo>
                  <a:lnTo>
                    <a:pt x="938342" y="211031"/>
                  </a:lnTo>
                  <a:lnTo>
                    <a:pt x="995212" y="184173"/>
                  </a:lnTo>
                  <a:lnTo>
                    <a:pt x="1052081" y="140943"/>
                  </a:lnTo>
                  <a:lnTo>
                    <a:pt x="1080515" y="112550"/>
                  </a:lnTo>
                  <a:lnTo>
                    <a:pt x="1080515" y="814352"/>
                  </a:lnTo>
                  <a:lnTo>
                    <a:pt x="1052081" y="842745"/>
                  </a:lnTo>
                  <a:lnTo>
                    <a:pt x="995212" y="885975"/>
                  </a:lnTo>
                  <a:lnTo>
                    <a:pt x="938342" y="912833"/>
                  </a:lnTo>
                  <a:lnTo>
                    <a:pt x="881473" y="925367"/>
                  </a:lnTo>
                  <a:lnTo>
                    <a:pt x="853038" y="926902"/>
                  </a:lnTo>
                  <a:lnTo>
                    <a:pt x="824604" y="925623"/>
                  </a:lnTo>
                  <a:lnTo>
                    <a:pt x="767735" y="915647"/>
                  </a:lnTo>
                  <a:lnTo>
                    <a:pt x="710865" y="897485"/>
                  </a:lnTo>
                  <a:lnTo>
                    <a:pt x="653996" y="873185"/>
                  </a:lnTo>
                  <a:lnTo>
                    <a:pt x="597127" y="844791"/>
                  </a:lnTo>
                  <a:lnTo>
                    <a:pt x="540257" y="814352"/>
                  </a:lnTo>
                  <a:lnTo>
                    <a:pt x="511823" y="799004"/>
                  </a:lnTo>
                  <a:lnTo>
                    <a:pt x="454954" y="769332"/>
                  </a:lnTo>
                  <a:lnTo>
                    <a:pt x="398084" y="742729"/>
                  </a:lnTo>
                  <a:lnTo>
                    <a:pt x="341215" y="721242"/>
                  </a:lnTo>
                  <a:lnTo>
                    <a:pt x="284346" y="706917"/>
                  </a:lnTo>
                  <a:lnTo>
                    <a:pt x="227477" y="701801"/>
                  </a:lnTo>
                  <a:lnTo>
                    <a:pt x="199042" y="703336"/>
                  </a:lnTo>
                  <a:lnTo>
                    <a:pt x="142173" y="715870"/>
                  </a:lnTo>
                  <a:lnTo>
                    <a:pt x="85303" y="742729"/>
                  </a:lnTo>
                  <a:lnTo>
                    <a:pt x="2843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441191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227477" y="0"/>
                  </a:moveTo>
                  <a:lnTo>
                    <a:pt x="170607" y="6139"/>
                  </a:lnTo>
                  <a:lnTo>
                    <a:pt x="113738" y="25579"/>
                  </a:lnTo>
                  <a:lnTo>
                    <a:pt x="5686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434" y="785958"/>
                  </a:lnTo>
                  <a:lnTo>
                    <a:pt x="56869" y="762169"/>
                  </a:lnTo>
                  <a:lnTo>
                    <a:pt x="113738" y="727381"/>
                  </a:lnTo>
                  <a:lnTo>
                    <a:pt x="170607" y="707941"/>
                  </a:lnTo>
                  <a:lnTo>
                    <a:pt x="227477" y="701801"/>
                  </a:lnTo>
                  <a:lnTo>
                    <a:pt x="255911" y="703080"/>
                  </a:lnTo>
                  <a:lnTo>
                    <a:pt x="312780" y="713057"/>
                  </a:lnTo>
                  <a:lnTo>
                    <a:pt x="369650" y="731218"/>
                  </a:lnTo>
                  <a:lnTo>
                    <a:pt x="426519" y="755519"/>
                  </a:lnTo>
                  <a:lnTo>
                    <a:pt x="483388" y="783912"/>
                  </a:lnTo>
                  <a:lnTo>
                    <a:pt x="597127" y="844791"/>
                  </a:lnTo>
                  <a:lnTo>
                    <a:pt x="625561" y="859372"/>
                  </a:lnTo>
                  <a:lnTo>
                    <a:pt x="682431" y="885975"/>
                  </a:lnTo>
                  <a:lnTo>
                    <a:pt x="739300" y="907462"/>
                  </a:lnTo>
                  <a:lnTo>
                    <a:pt x="796169" y="921786"/>
                  </a:lnTo>
                  <a:lnTo>
                    <a:pt x="853038" y="926902"/>
                  </a:lnTo>
                  <a:lnTo>
                    <a:pt x="881473" y="925367"/>
                  </a:lnTo>
                  <a:lnTo>
                    <a:pt x="938342" y="912833"/>
                  </a:lnTo>
                  <a:lnTo>
                    <a:pt x="995212" y="885975"/>
                  </a:lnTo>
                  <a:lnTo>
                    <a:pt x="1052081" y="842745"/>
                  </a:lnTo>
                  <a:lnTo>
                    <a:pt x="1080516" y="814352"/>
                  </a:lnTo>
                  <a:lnTo>
                    <a:pt x="1080516" y="112550"/>
                  </a:lnTo>
                  <a:lnTo>
                    <a:pt x="1052081" y="140943"/>
                  </a:lnTo>
                  <a:lnTo>
                    <a:pt x="1023646" y="164732"/>
                  </a:lnTo>
                  <a:lnTo>
                    <a:pt x="966777" y="199520"/>
                  </a:lnTo>
                  <a:lnTo>
                    <a:pt x="909908" y="218961"/>
                  </a:lnTo>
                  <a:lnTo>
                    <a:pt x="853038" y="225100"/>
                  </a:lnTo>
                  <a:lnTo>
                    <a:pt x="824604" y="223821"/>
                  </a:lnTo>
                  <a:lnTo>
                    <a:pt x="767735" y="213845"/>
                  </a:lnTo>
                  <a:lnTo>
                    <a:pt x="710865" y="195683"/>
                  </a:lnTo>
                  <a:lnTo>
                    <a:pt x="653996" y="171383"/>
                  </a:lnTo>
                  <a:lnTo>
                    <a:pt x="597127" y="142989"/>
                  </a:lnTo>
                  <a:lnTo>
                    <a:pt x="483388" y="82110"/>
                  </a:lnTo>
                  <a:lnTo>
                    <a:pt x="454954" y="67530"/>
                  </a:lnTo>
                  <a:lnTo>
                    <a:pt x="398084" y="40927"/>
                  </a:lnTo>
                  <a:lnTo>
                    <a:pt x="341215" y="19440"/>
                  </a:lnTo>
                  <a:lnTo>
                    <a:pt x="284346" y="5115"/>
                  </a:lnTo>
                  <a:lnTo>
                    <a:pt x="255911" y="1278"/>
                  </a:lnTo>
                  <a:lnTo>
                    <a:pt x="227477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41191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0" y="112550"/>
                  </a:moveTo>
                  <a:lnTo>
                    <a:pt x="28434" y="84156"/>
                  </a:lnTo>
                  <a:lnTo>
                    <a:pt x="85303" y="40927"/>
                  </a:lnTo>
                  <a:lnTo>
                    <a:pt x="142173" y="14068"/>
                  </a:lnTo>
                  <a:lnTo>
                    <a:pt x="199042" y="1534"/>
                  </a:lnTo>
                  <a:lnTo>
                    <a:pt x="227477" y="0"/>
                  </a:lnTo>
                  <a:lnTo>
                    <a:pt x="255911" y="1278"/>
                  </a:lnTo>
                  <a:lnTo>
                    <a:pt x="312780" y="11255"/>
                  </a:lnTo>
                  <a:lnTo>
                    <a:pt x="369650" y="29416"/>
                  </a:lnTo>
                  <a:lnTo>
                    <a:pt x="426519" y="53717"/>
                  </a:lnTo>
                  <a:lnTo>
                    <a:pt x="483388" y="82110"/>
                  </a:lnTo>
                  <a:lnTo>
                    <a:pt x="540258" y="112550"/>
                  </a:lnTo>
                  <a:lnTo>
                    <a:pt x="568692" y="127898"/>
                  </a:lnTo>
                  <a:lnTo>
                    <a:pt x="625561" y="157570"/>
                  </a:lnTo>
                  <a:lnTo>
                    <a:pt x="682431" y="184173"/>
                  </a:lnTo>
                  <a:lnTo>
                    <a:pt x="739300" y="205660"/>
                  </a:lnTo>
                  <a:lnTo>
                    <a:pt x="796169" y="219984"/>
                  </a:lnTo>
                  <a:lnTo>
                    <a:pt x="853038" y="225100"/>
                  </a:lnTo>
                  <a:lnTo>
                    <a:pt x="881473" y="223565"/>
                  </a:lnTo>
                  <a:lnTo>
                    <a:pt x="938342" y="211031"/>
                  </a:lnTo>
                  <a:lnTo>
                    <a:pt x="995212" y="184173"/>
                  </a:lnTo>
                  <a:lnTo>
                    <a:pt x="1052081" y="140943"/>
                  </a:lnTo>
                  <a:lnTo>
                    <a:pt x="1080516" y="112550"/>
                  </a:lnTo>
                  <a:lnTo>
                    <a:pt x="1080516" y="814352"/>
                  </a:lnTo>
                  <a:lnTo>
                    <a:pt x="1052081" y="842745"/>
                  </a:lnTo>
                  <a:lnTo>
                    <a:pt x="995212" y="885975"/>
                  </a:lnTo>
                  <a:lnTo>
                    <a:pt x="938342" y="912833"/>
                  </a:lnTo>
                  <a:lnTo>
                    <a:pt x="881473" y="925367"/>
                  </a:lnTo>
                  <a:lnTo>
                    <a:pt x="853038" y="926902"/>
                  </a:lnTo>
                  <a:lnTo>
                    <a:pt x="824604" y="925623"/>
                  </a:lnTo>
                  <a:lnTo>
                    <a:pt x="767735" y="915647"/>
                  </a:lnTo>
                  <a:lnTo>
                    <a:pt x="710865" y="897485"/>
                  </a:lnTo>
                  <a:lnTo>
                    <a:pt x="653996" y="873185"/>
                  </a:lnTo>
                  <a:lnTo>
                    <a:pt x="597127" y="844791"/>
                  </a:lnTo>
                  <a:lnTo>
                    <a:pt x="540257" y="814352"/>
                  </a:lnTo>
                  <a:lnTo>
                    <a:pt x="511823" y="799004"/>
                  </a:lnTo>
                  <a:lnTo>
                    <a:pt x="454954" y="769332"/>
                  </a:lnTo>
                  <a:lnTo>
                    <a:pt x="398084" y="742729"/>
                  </a:lnTo>
                  <a:lnTo>
                    <a:pt x="341215" y="721242"/>
                  </a:lnTo>
                  <a:lnTo>
                    <a:pt x="284346" y="706917"/>
                  </a:lnTo>
                  <a:lnTo>
                    <a:pt x="227477" y="701801"/>
                  </a:lnTo>
                  <a:lnTo>
                    <a:pt x="199042" y="703336"/>
                  </a:lnTo>
                  <a:lnTo>
                    <a:pt x="142173" y="715870"/>
                  </a:lnTo>
                  <a:lnTo>
                    <a:pt x="85303" y="742729"/>
                  </a:lnTo>
                  <a:lnTo>
                    <a:pt x="2843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539997" y="5557215"/>
            <a:ext cx="882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002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Proposed </a:t>
            </a:r>
            <a:r>
              <a:rPr dirty="0" sz="1200" spc="-110">
                <a:latin typeface="Arial MT"/>
                <a:cs typeface="Arial MT"/>
              </a:rPr>
              <a:t>Implementation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990600" y="5289648"/>
            <a:ext cx="1155700" cy="1083945"/>
            <a:chOff x="990600" y="5289648"/>
            <a:chExt cx="1155700" cy="1083945"/>
          </a:xfrm>
        </p:grpSpPr>
        <p:sp>
          <p:nvSpPr>
            <p:cNvPr id="24" name="object 24" descr=""/>
            <p:cNvSpPr/>
            <p:nvPr/>
          </p:nvSpPr>
          <p:spPr>
            <a:xfrm>
              <a:off x="1065276" y="5445096"/>
              <a:ext cx="1079500" cy="927100"/>
            </a:xfrm>
            <a:custGeom>
              <a:avLst/>
              <a:gdLst/>
              <a:ahLst/>
              <a:cxnLst/>
              <a:rect l="l" t="t" r="r" b="b"/>
              <a:pathLst>
                <a:path w="1079500" h="927100">
                  <a:moveTo>
                    <a:pt x="227156" y="0"/>
                  </a:moveTo>
                  <a:lnTo>
                    <a:pt x="170367" y="6139"/>
                  </a:lnTo>
                  <a:lnTo>
                    <a:pt x="113578" y="25579"/>
                  </a:lnTo>
                  <a:lnTo>
                    <a:pt x="5678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394" y="785958"/>
                  </a:lnTo>
                  <a:lnTo>
                    <a:pt x="56789" y="762169"/>
                  </a:lnTo>
                  <a:lnTo>
                    <a:pt x="113578" y="727381"/>
                  </a:lnTo>
                  <a:lnTo>
                    <a:pt x="170367" y="707941"/>
                  </a:lnTo>
                  <a:lnTo>
                    <a:pt x="227156" y="701801"/>
                  </a:lnTo>
                  <a:lnTo>
                    <a:pt x="255550" y="703080"/>
                  </a:lnTo>
                  <a:lnTo>
                    <a:pt x="312339" y="713057"/>
                  </a:lnTo>
                  <a:lnTo>
                    <a:pt x="369128" y="731218"/>
                  </a:lnTo>
                  <a:lnTo>
                    <a:pt x="425917" y="755519"/>
                  </a:lnTo>
                  <a:lnTo>
                    <a:pt x="482706" y="783912"/>
                  </a:lnTo>
                  <a:lnTo>
                    <a:pt x="596285" y="844791"/>
                  </a:lnTo>
                  <a:lnTo>
                    <a:pt x="624679" y="859372"/>
                  </a:lnTo>
                  <a:lnTo>
                    <a:pt x="681468" y="885975"/>
                  </a:lnTo>
                  <a:lnTo>
                    <a:pt x="738257" y="907462"/>
                  </a:lnTo>
                  <a:lnTo>
                    <a:pt x="795046" y="921786"/>
                  </a:lnTo>
                  <a:lnTo>
                    <a:pt x="851835" y="926902"/>
                  </a:lnTo>
                  <a:lnTo>
                    <a:pt x="880230" y="925367"/>
                  </a:lnTo>
                  <a:lnTo>
                    <a:pt x="937019" y="912833"/>
                  </a:lnTo>
                  <a:lnTo>
                    <a:pt x="993808" y="885975"/>
                  </a:lnTo>
                  <a:lnTo>
                    <a:pt x="1050597" y="842745"/>
                  </a:lnTo>
                  <a:lnTo>
                    <a:pt x="1078992" y="814352"/>
                  </a:lnTo>
                  <a:lnTo>
                    <a:pt x="1078992" y="112550"/>
                  </a:lnTo>
                  <a:lnTo>
                    <a:pt x="1050597" y="140943"/>
                  </a:lnTo>
                  <a:lnTo>
                    <a:pt x="1022202" y="164732"/>
                  </a:lnTo>
                  <a:lnTo>
                    <a:pt x="965413" y="199520"/>
                  </a:lnTo>
                  <a:lnTo>
                    <a:pt x="908624" y="218961"/>
                  </a:lnTo>
                  <a:lnTo>
                    <a:pt x="851835" y="225100"/>
                  </a:lnTo>
                  <a:lnTo>
                    <a:pt x="823441" y="223821"/>
                  </a:lnTo>
                  <a:lnTo>
                    <a:pt x="766652" y="213845"/>
                  </a:lnTo>
                  <a:lnTo>
                    <a:pt x="709863" y="195683"/>
                  </a:lnTo>
                  <a:lnTo>
                    <a:pt x="653074" y="171383"/>
                  </a:lnTo>
                  <a:lnTo>
                    <a:pt x="596285" y="142989"/>
                  </a:lnTo>
                  <a:lnTo>
                    <a:pt x="482706" y="82110"/>
                  </a:lnTo>
                  <a:lnTo>
                    <a:pt x="454312" y="67530"/>
                  </a:lnTo>
                  <a:lnTo>
                    <a:pt x="397523" y="40927"/>
                  </a:lnTo>
                  <a:lnTo>
                    <a:pt x="340734" y="19440"/>
                  </a:lnTo>
                  <a:lnTo>
                    <a:pt x="283945" y="5115"/>
                  </a:lnTo>
                  <a:lnTo>
                    <a:pt x="255550" y="1278"/>
                  </a:lnTo>
                  <a:lnTo>
                    <a:pt x="227156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65276" y="5445096"/>
              <a:ext cx="1079500" cy="927100"/>
            </a:xfrm>
            <a:custGeom>
              <a:avLst/>
              <a:gdLst/>
              <a:ahLst/>
              <a:cxnLst/>
              <a:rect l="l" t="t" r="r" b="b"/>
              <a:pathLst>
                <a:path w="1079500" h="927100">
                  <a:moveTo>
                    <a:pt x="0" y="112550"/>
                  </a:moveTo>
                  <a:lnTo>
                    <a:pt x="28394" y="84156"/>
                  </a:lnTo>
                  <a:lnTo>
                    <a:pt x="85183" y="40927"/>
                  </a:lnTo>
                  <a:lnTo>
                    <a:pt x="141972" y="14068"/>
                  </a:lnTo>
                  <a:lnTo>
                    <a:pt x="198761" y="1534"/>
                  </a:lnTo>
                  <a:lnTo>
                    <a:pt x="227156" y="0"/>
                  </a:lnTo>
                  <a:lnTo>
                    <a:pt x="255550" y="1278"/>
                  </a:lnTo>
                  <a:lnTo>
                    <a:pt x="312339" y="11255"/>
                  </a:lnTo>
                  <a:lnTo>
                    <a:pt x="369128" y="29416"/>
                  </a:lnTo>
                  <a:lnTo>
                    <a:pt x="425917" y="53717"/>
                  </a:lnTo>
                  <a:lnTo>
                    <a:pt x="482706" y="82110"/>
                  </a:lnTo>
                  <a:lnTo>
                    <a:pt x="539495" y="112550"/>
                  </a:lnTo>
                  <a:lnTo>
                    <a:pt x="567890" y="127898"/>
                  </a:lnTo>
                  <a:lnTo>
                    <a:pt x="624679" y="157570"/>
                  </a:lnTo>
                  <a:lnTo>
                    <a:pt x="681468" y="184173"/>
                  </a:lnTo>
                  <a:lnTo>
                    <a:pt x="738257" y="205660"/>
                  </a:lnTo>
                  <a:lnTo>
                    <a:pt x="795046" y="219984"/>
                  </a:lnTo>
                  <a:lnTo>
                    <a:pt x="851835" y="225100"/>
                  </a:lnTo>
                  <a:lnTo>
                    <a:pt x="880230" y="223565"/>
                  </a:lnTo>
                  <a:lnTo>
                    <a:pt x="937019" y="211031"/>
                  </a:lnTo>
                  <a:lnTo>
                    <a:pt x="993808" y="184173"/>
                  </a:lnTo>
                  <a:lnTo>
                    <a:pt x="1050597" y="140943"/>
                  </a:lnTo>
                  <a:lnTo>
                    <a:pt x="1078992" y="112550"/>
                  </a:lnTo>
                  <a:lnTo>
                    <a:pt x="1078992" y="814352"/>
                  </a:lnTo>
                  <a:lnTo>
                    <a:pt x="1050597" y="842745"/>
                  </a:lnTo>
                  <a:lnTo>
                    <a:pt x="993808" y="885975"/>
                  </a:lnTo>
                  <a:lnTo>
                    <a:pt x="937019" y="912833"/>
                  </a:lnTo>
                  <a:lnTo>
                    <a:pt x="880230" y="925367"/>
                  </a:lnTo>
                  <a:lnTo>
                    <a:pt x="851835" y="926902"/>
                  </a:lnTo>
                  <a:lnTo>
                    <a:pt x="823441" y="925623"/>
                  </a:lnTo>
                  <a:lnTo>
                    <a:pt x="766652" y="915647"/>
                  </a:lnTo>
                  <a:lnTo>
                    <a:pt x="709863" y="897485"/>
                  </a:lnTo>
                  <a:lnTo>
                    <a:pt x="653074" y="873185"/>
                  </a:lnTo>
                  <a:lnTo>
                    <a:pt x="596285" y="844791"/>
                  </a:lnTo>
                  <a:lnTo>
                    <a:pt x="539496" y="814352"/>
                  </a:lnTo>
                  <a:lnTo>
                    <a:pt x="511101" y="799004"/>
                  </a:lnTo>
                  <a:lnTo>
                    <a:pt x="454312" y="769332"/>
                  </a:lnTo>
                  <a:lnTo>
                    <a:pt x="397523" y="742729"/>
                  </a:lnTo>
                  <a:lnTo>
                    <a:pt x="340734" y="721242"/>
                  </a:lnTo>
                  <a:lnTo>
                    <a:pt x="283945" y="706917"/>
                  </a:lnTo>
                  <a:lnTo>
                    <a:pt x="227156" y="701801"/>
                  </a:lnTo>
                  <a:lnTo>
                    <a:pt x="198761" y="703336"/>
                  </a:lnTo>
                  <a:lnTo>
                    <a:pt x="141972" y="715870"/>
                  </a:lnTo>
                  <a:lnTo>
                    <a:pt x="85183" y="742729"/>
                  </a:lnTo>
                  <a:lnTo>
                    <a:pt x="2839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92123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227477" y="0"/>
                  </a:moveTo>
                  <a:lnTo>
                    <a:pt x="170607" y="6139"/>
                  </a:lnTo>
                  <a:lnTo>
                    <a:pt x="113738" y="25579"/>
                  </a:lnTo>
                  <a:lnTo>
                    <a:pt x="5686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434" y="785958"/>
                  </a:lnTo>
                  <a:lnTo>
                    <a:pt x="56869" y="762169"/>
                  </a:lnTo>
                  <a:lnTo>
                    <a:pt x="113738" y="727381"/>
                  </a:lnTo>
                  <a:lnTo>
                    <a:pt x="170607" y="707941"/>
                  </a:lnTo>
                  <a:lnTo>
                    <a:pt x="227477" y="701801"/>
                  </a:lnTo>
                  <a:lnTo>
                    <a:pt x="255911" y="703080"/>
                  </a:lnTo>
                  <a:lnTo>
                    <a:pt x="312780" y="713057"/>
                  </a:lnTo>
                  <a:lnTo>
                    <a:pt x="369650" y="731218"/>
                  </a:lnTo>
                  <a:lnTo>
                    <a:pt x="426519" y="755519"/>
                  </a:lnTo>
                  <a:lnTo>
                    <a:pt x="483388" y="783912"/>
                  </a:lnTo>
                  <a:lnTo>
                    <a:pt x="597127" y="844791"/>
                  </a:lnTo>
                  <a:lnTo>
                    <a:pt x="625561" y="859372"/>
                  </a:lnTo>
                  <a:lnTo>
                    <a:pt x="682431" y="885975"/>
                  </a:lnTo>
                  <a:lnTo>
                    <a:pt x="739300" y="907462"/>
                  </a:lnTo>
                  <a:lnTo>
                    <a:pt x="796169" y="921786"/>
                  </a:lnTo>
                  <a:lnTo>
                    <a:pt x="853038" y="926902"/>
                  </a:lnTo>
                  <a:lnTo>
                    <a:pt x="881473" y="925367"/>
                  </a:lnTo>
                  <a:lnTo>
                    <a:pt x="938342" y="912833"/>
                  </a:lnTo>
                  <a:lnTo>
                    <a:pt x="995212" y="885975"/>
                  </a:lnTo>
                  <a:lnTo>
                    <a:pt x="1052081" y="842745"/>
                  </a:lnTo>
                  <a:lnTo>
                    <a:pt x="1080515" y="814352"/>
                  </a:lnTo>
                  <a:lnTo>
                    <a:pt x="1080515" y="112550"/>
                  </a:lnTo>
                  <a:lnTo>
                    <a:pt x="1052081" y="140943"/>
                  </a:lnTo>
                  <a:lnTo>
                    <a:pt x="1023646" y="164732"/>
                  </a:lnTo>
                  <a:lnTo>
                    <a:pt x="966777" y="199520"/>
                  </a:lnTo>
                  <a:lnTo>
                    <a:pt x="909908" y="218961"/>
                  </a:lnTo>
                  <a:lnTo>
                    <a:pt x="853038" y="225100"/>
                  </a:lnTo>
                  <a:lnTo>
                    <a:pt x="824604" y="223821"/>
                  </a:lnTo>
                  <a:lnTo>
                    <a:pt x="767735" y="213845"/>
                  </a:lnTo>
                  <a:lnTo>
                    <a:pt x="710865" y="195683"/>
                  </a:lnTo>
                  <a:lnTo>
                    <a:pt x="653996" y="171383"/>
                  </a:lnTo>
                  <a:lnTo>
                    <a:pt x="597127" y="142989"/>
                  </a:lnTo>
                  <a:lnTo>
                    <a:pt x="483388" y="82110"/>
                  </a:lnTo>
                  <a:lnTo>
                    <a:pt x="454954" y="67530"/>
                  </a:lnTo>
                  <a:lnTo>
                    <a:pt x="398084" y="40927"/>
                  </a:lnTo>
                  <a:lnTo>
                    <a:pt x="341215" y="19440"/>
                  </a:lnTo>
                  <a:lnTo>
                    <a:pt x="284346" y="5115"/>
                  </a:lnTo>
                  <a:lnTo>
                    <a:pt x="255911" y="1278"/>
                  </a:lnTo>
                  <a:lnTo>
                    <a:pt x="227477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92123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0" y="112550"/>
                  </a:moveTo>
                  <a:lnTo>
                    <a:pt x="28434" y="84156"/>
                  </a:lnTo>
                  <a:lnTo>
                    <a:pt x="85303" y="40927"/>
                  </a:lnTo>
                  <a:lnTo>
                    <a:pt x="142173" y="14068"/>
                  </a:lnTo>
                  <a:lnTo>
                    <a:pt x="199042" y="1534"/>
                  </a:lnTo>
                  <a:lnTo>
                    <a:pt x="227477" y="0"/>
                  </a:lnTo>
                  <a:lnTo>
                    <a:pt x="255911" y="1278"/>
                  </a:lnTo>
                  <a:lnTo>
                    <a:pt x="312780" y="11255"/>
                  </a:lnTo>
                  <a:lnTo>
                    <a:pt x="369650" y="29416"/>
                  </a:lnTo>
                  <a:lnTo>
                    <a:pt x="426519" y="53717"/>
                  </a:lnTo>
                  <a:lnTo>
                    <a:pt x="483388" y="82110"/>
                  </a:lnTo>
                  <a:lnTo>
                    <a:pt x="540257" y="112550"/>
                  </a:lnTo>
                  <a:lnTo>
                    <a:pt x="568692" y="127898"/>
                  </a:lnTo>
                  <a:lnTo>
                    <a:pt x="625561" y="157570"/>
                  </a:lnTo>
                  <a:lnTo>
                    <a:pt x="682431" y="184173"/>
                  </a:lnTo>
                  <a:lnTo>
                    <a:pt x="739300" y="205660"/>
                  </a:lnTo>
                  <a:lnTo>
                    <a:pt x="796169" y="219984"/>
                  </a:lnTo>
                  <a:lnTo>
                    <a:pt x="853038" y="225100"/>
                  </a:lnTo>
                  <a:lnTo>
                    <a:pt x="881473" y="223565"/>
                  </a:lnTo>
                  <a:lnTo>
                    <a:pt x="938342" y="211031"/>
                  </a:lnTo>
                  <a:lnTo>
                    <a:pt x="995212" y="184173"/>
                  </a:lnTo>
                  <a:lnTo>
                    <a:pt x="1052081" y="140943"/>
                  </a:lnTo>
                  <a:lnTo>
                    <a:pt x="1080515" y="112550"/>
                  </a:lnTo>
                  <a:lnTo>
                    <a:pt x="1080515" y="814352"/>
                  </a:lnTo>
                  <a:lnTo>
                    <a:pt x="1052081" y="842745"/>
                  </a:lnTo>
                  <a:lnTo>
                    <a:pt x="995212" y="885975"/>
                  </a:lnTo>
                  <a:lnTo>
                    <a:pt x="938342" y="912833"/>
                  </a:lnTo>
                  <a:lnTo>
                    <a:pt x="881473" y="925367"/>
                  </a:lnTo>
                  <a:lnTo>
                    <a:pt x="853038" y="926902"/>
                  </a:lnTo>
                  <a:lnTo>
                    <a:pt x="824604" y="925623"/>
                  </a:lnTo>
                  <a:lnTo>
                    <a:pt x="767735" y="915647"/>
                  </a:lnTo>
                  <a:lnTo>
                    <a:pt x="710865" y="897485"/>
                  </a:lnTo>
                  <a:lnTo>
                    <a:pt x="653996" y="873185"/>
                  </a:lnTo>
                  <a:lnTo>
                    <a:pt x="597127" y="844791"/>
                  </a:lnTo>
                  <a:lnTo>
                    <a:pt x="540257" y="814352"/>
                  </a:lnTo>
                  <a:lnTo>
                    <a:pt x="511823" y="799004"/>
                  </a:lnTo>
                  <a:lnTo>
                    <a:pt x="454954" y="769332"/>
                  </a:lnTo>
                  <a:lnTo>
                    <a:pt x="398084" y="742729"/>
                  </a:lnTo>
                  <a:lnTo>
                    <a:pt x="341215" y="721242"/>
                  </a:lnTo>
                  <a:lnTo>
                    <a:pt x="284346" y="706917"/>
                  </a:lnTo>
                  <a:lnTo>
                    <a:pt x="227477" y="701801"/>
                  </a:lnTo>
                  <a:lnTo>
                    <a:pt x="199042" y="703336"/>
                  </a:lnTo>
                  <a:lnTo>
                    <a:pt x="142173" y="715870"/>
                  </a:lnTo>
                  <a:lnTo>
                    <a:pt x="85303" y="742729"/>
                  </a:lnTo>
                  <a:lnTo>
                    <a:pt x="2843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164742" y="5648655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Specification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687056" y="5289648"/>
            <a:ext cx="1155700" cy="1083945"/>
            <a:chOff x="7687056" y="5289648"/>
            <a:chExt cx="1155700" cy="1083945"/>
          </a:xfrm>
        </p:grpSpPr>
        <p:sp>
          <p:nvSpPr>
            <p:cNvPr id="30" name="object 30" descr=""/>
            <p:cNvSpPr/>
            <p:nvPr/>
          </p:nvSpPr>
          <p:spPr>
            <a:xfrm>
              <a:off x="7761732" y="5445096"/>
              <a:ext cx="1079500" cy="927100"/>
            </a:xfrm>
            <a:custGeom>
              <a:avLst/>
              <a:gdLst/>
              <a:ahLst/>
              <a:cxnLst/>
              <a:rect l="l" t="t" r="r" b="b"/>
              <a:pathLst>
                <a:path w="1079500" h="927100">
                  <a:moveTo>
                    <a:pt x="227156" y="0"/>
                  </a:moveTo>
                  <a:lnTo>
                    <a:pt x="170367" y="6139"/>
                  </a:lnTo>
                  <a:lnTo>
                    <a:pt x="113578" y="25579"/>
                  </a:lnTo>
                  <a:lnTo>
                    <a:pt x="5678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394" y="785958"/>
                  </a:lnTo>
                  <a:lnTo>
                    <a:pt x="56789" y="762169"/>
                  </a:lnTo>
                  <a:lnTo>
                    <a:pt x="113578" y="727381"/>
                  </a:lnTo>
                  <a:lnTo>
                    <a:pt x="170367" y="707941"/>
                  </a:lnTo>
                  <a:lnTo>
                    <a:pt x="227156" y="701801"/>
                  </a:lnTo>
                  <a:lnTo>
                    <a:pt x="255550" y="703080"/>
                  </a:lnTo>
                  <a:lnTo>
                    <a:pt x="312339" y="713057"/>
                  </a:lnTo>
                  <a:lnTo>
                    <a:pt x="369128" y="731218"/>
                  </a:lnTo>
                  <a:lnTo>
                    <a:pt x="425917" y="755519"/>
                  </a:lnTo>
                  <a:lnTo>
                    <a:pt x="482706" y="783912"/>
                  </a:lnTo>
                  <a:lnTo>
                    <a:pt x="596285" y="844791"/>
                  </a:lnTo>
                  <a:lnTo>
                    <a:pt x="624679" y="859372"/>
                  </a:lnTo>
                  <a:lnTo>
                    <a:pt x="681468" y="885975"/>
                  </a:lnTo>
                  <a:lnTo>
                    <a:pt x="738257" y="907462"/>
                  </a:lnTo>
                  <a:lnTo>
                    <a:pt x="795046" y="921786"/>
                  </a:lnTo>
                  <a:lnTo>
                    <a:pt x="851835" y="926902"/>
                  </a:lnTo>
                  <a:lnTo>
                    <a:pt x="880230" y="925367"/>
                  </a:lnTo>
                  <a:lnTo>
                    <a:pt x="937019" y="912833"/>
                  </a:lnTo>
                  <a:lnTo>
                    <a:pt x="993808" y="885975"/>
                  </a:lnTo>
                  <a:lnTo>
                    <a:pt x="1050597" y="842745"/>
                  </a:lnTo>
                  <a:lnTo>
                    <a:pt x="1078992" y="814352"/>
                  </a:lnTo>
                  <a:lnTo>
                    <a:pt x="1078992" y="112550"/>
                  </a:lnTo>
                  <a:lnTo>
                    <a:pt x="1050597" y="140943"/>
                  </a:lnTo>
                  <a:lnTo>
                    <a:pt x="1022202" y="164732"/>
                  </a:lnTo>
                  <a:lnTo>
                    <a:pt x="965413" y="199520"/>
                  </a:lnTo>
                  <a:lnTo>
                    <a:pt x="908624" y="218961"/>
                  </a:lnTo>
                  <a:lnTo>
                    <a:pt x="851835" y="225100"/>
                  </a:lnTo>
                  <a:lnTo>
                    <a:pt x="823441" y="223821"/>
                  </a:lnTo>
                  <a:lnTo>
                    <a:pt x="766652" y="213845"/>
                  </a:lnTo>
                  <a:lnTo>
                    <a:pt x="709863" y="195683"/>
                  </a:lnTo>
                  <a:lnTo>
                    <a:pt x="653074" y="171383"/>
                  </a:lnTo>
                  <a:lnTo>
                    <a:pt x="596285" y="142989"/>
                  </a:lnTo>
                  <a:lnTo>
                    <a:pt x="482706" y="82110"/>
                  </a:lnTo>
                  <a:lnTo>
                    <a:pt x="454312" y="67530"/>
                  </a:lnTo>
                  <a:lnTo>
                    <a:pt x="397523" y="40927"/>
                  </a:lnTo>
                  <a:lnTo>
                    <a:pt x="340734" y="19440"/>
                  </a:lnTo>
                  <a:lnTo>
                    <a:pt x="283945" y="5115"/>
                  </a:lnTo>
                  <a:lnTo>
                    <a:pt x="255550" y="1278"/>
                  </a:lnTo>
                  <a:lnTo>
                    <a:pt x="227156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761732" y="5445096"/>
              <a:ext cx="1079500" cy="927100"/>
            </a:xfrm>
            <a:custGeom>
              <a:avLst/>
              <a:gdLst/>
              <a:ahLst/>
              <a:cxnLst/>
              <a:rect l="l" t="t" r="r" b="b"/>
              <a:pathLst>
                <a:path w="1079500" h="927100">
                  <a:moveTo>
                    <a:pt x="0" y="112550"/>
                  </a:moveTo>
                  <a:lnTo>
                    <a:pt x="28394" y="84156"/>
                  </a:lnTo>
                  <a:lnTo>
                    <a:pt x="85183" y="40927"/>
                  </a:lnTo>
                  <a:lnTo>
                    <a:pt x="141972" y="14068"/>
                  </a:lnTo>
                  <a:lnTo>
                    <a:pt x="198761" y="1534"/>
                  </a:lnTo>
                  <a:lnTo>
                    <a:pt x="227156" y="0"/>
                  </a:lnTo>
                  <a:lnTo>
                    <a:pt x="255550" y="1278"/>
                  </a:lnTo>
                  <a:lnTo>
                    <a:pt x="312339" y="11255"/>
                  </a:lnTo>
                  <a:lnTo>
                    <a:pt x="369128" y="29416"/>
                  </a:lnTo>
                  <a:lnTo>
                    <a:pt x="425917" y="53717"/>
                  </a:lnTo>
                  <a:lnTo>
                    <a:pt x="482706" y="82110"/>
                  </a:lnTo>
                  <a:lnTo>
                    <a:pt x="539496" y="112550"/>
                  </a:lnTo>
                  <a:lnTo>
                    <a:pt x="567890" y="127898"/>
                  </a:lnTo>
                  <a:lnTo>
                    <a:pt x="624679" y="157570"/>
                  </a:lnTo>
                  <a:lnTo>
                    <a:pt x="681468" y="184173"/>
                  </a:lnTo>
                  <a:lnTo>
                    <a:pt x="738257" y="205660"/>
                  </a:lnTo>
                  <a:lnTo>
                    <a:pt x="795046" y="219984"/>
                  </a:lnTo>
                  <a:lnTo>
                    <a:pt x="851835" y="225100"/>
                  </a:lnTo>
                  <a:lnTo>
                    <a:pt x="880230" y="223565"/>
                  </a:lnTo>
                  <a:lnTo>
                    <a:pt x="937019" y="211031"/>
                  </a:lnTo>
                  <a:lnTo>
                    <a:pt x="993808" y="184173"/>
                  </a:lnTo>
                  <a:lnTo>
                    <a:pt x="1050597" y="140943"/>
                  </a:lnTo>
                  <a:lnTo>
                    <a:pt x="1078992" y="112550"/>
                  </a:lnTo>
                  <a:lnTo>
                    <a:pt x="1078992" y="814352"/>
                  </a:lnTo>
                  <a:lnTo>
                    <a:pt x="1050597" y="842745"/>
                  </a:lnTo>
                  <a:lnTo>
                    <a:pt x="993808" y="885975"/>
                  </a:lnTo>
                  <a:lnTo>
                    <a:pt x="937019" y="912833"/>
                  </a:lnTo>
                  <a:lnTo>
                    <a:pt x="880230" y="925367"/>
                  </a:lnTo>
                  <a:lnTo>
                    <a:pt x="851835" y="926902"/>
                  </a:lnTo>
                  <a:lnTo>
                    <a:pt x="823441" y="925623"/>
                  </a:lnTo>
                  <a:lnTo>
                    <a:pt x="766652" y="915647"/>
                  </a:lnTo>
                  <a:lnTo>
                    <a:pt x="709863" y="897485"/>
                  </a:lnTo>
                  <a:lnTo>
                    <a:pt x="653074" y="873185"/>
                  </a:lnTo>
                  <a:lnTo>
                    <a:pt x="596285" y="844791"/>
                  </a:lnTo>
                  <a:lnTo>
                    <a:pt x="539495" y="814352"/>
                  </a:lnTo>
                  <a:lnTo>
                    <a:pt x="511101" y="799004"/>
                  </a:lnTo>
                  <a:lnTo>
                    <a:pt x="454312" y="769332"/>
                  </a:lnTo>
                  <a:lnTo>
                    <a:pt x="397523" y="742729"/>
                  </a:lnTo>
                  <a:lnTo>
                    <a:pt x="340734" y="721242"/>
                  </a:lnTo>
                  <a:lnTo>
                    <a:pt x="283945" y="706917"/>
                  </a:lnTo>
                  <a:lnTo>
                    <a:pt x="227156" y="701801"/>
                  </a:lnTo>
                  <a:lnTo>
                    <a:pt x="198761" y="703336"/>
                  </a:lnTo>
                  <a:lnTo>
                    <a:pt x="141972" y="715870"/>
                  </a:lnTo>
                  <a:lnTo>
                    <a:pt x="85183" y="742729"/>
                  </a:lnTo>
                  <a:lnTo>
                    <a:pt x="2839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688580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227477" y="0"/>
                  </a:moveTo>
                  <a:lnTo>
                    <a:pt x="170607" y="6139"/>
                  </a:lnTo>
                  <a:lnTo>
                    <a:pt x="113738" y="25579"/>
                  </a:lnTo>
                  <a:lnTo>
                    <a:pt x="5686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434" y="785958"/>
                  </a:lnTo>
                  <a:lnTo>
                    <a:pt x="56869" y="762169"/>
                  </a:lnTo>
                  <a:lnTo>
                    <a:pt x="113738" y="727381"/>
                  </a:lnTo>
                  <a:lnTo>
                    <a:pt x="170607" y="707941"/>
                  </a:lnTo>
                  <a:lnTo>
                    <a:pt x="227477" y="701801"/>
                  </a:lnTo>
                  <a:lnTo>
                    <a:pt x="255911" y="703080"/>
                  </a:lnTo>
                  <a:lnTo>
                    <a:pt x="312780" y="713057"/>
                  </a:lnTo>
                  <a:lnTo>
                    <a:pt x="369650" y="731218"/>
                  </a:lnTo>
                  <a:lnTo>
                    <a:pt x="426519" y="755519"/>
                  </a:lnTo>
                  <a:lnTo>
                    <a:pt x="483388" y="783912"/>
                  </a:lnTo>
                  <a:lnTo>
                    <a:pt x="597127" y="844791"/>
                  </a:lnTo>
                  <a:lnTo>
                    <a:pt x="625561" y="859372"/>
                  </a:lnTo>
                  <a:lnTo>
                    <a:pt x="682431" y="885975"/>
                  </a:lnTo>
                  <a:lnTo>
                    <a:pt x="739300" y="907462"/>
                  </a:lnTo>
                  <a:lnTo>
                    <a:pt x="796169" y="921786"/>
                  </a:lnTo>
                  <a:lnTo>
                    <a:pt x="853038" y="926902"/>
                  </a:lnTo>
                  <a:lnTo>
                    <a:pt x="881473" y="925367"/>
                  </a:lnTo>
                  <a:lnTo>
                    <a:pt x="938342" y="912833"/>
                  </a:lnTo>
                  <a:lnTo>
                    <a:pt x="995212" y="885975"/>
                  </a:lnTo>
                  <a:lnTo>
                    <a:pt x="1052081" y="842745"/>
                  </a:lnTo>
                  <a:lnTo>
                    <a:pt x="1080516" y="814352"/>
                  </a:lnTo>
                  <a:lnTo>
                    <a:pt x="1080516" y="112550"/>
                  </a:lnTo>
                  <a:lnTo>
                    <a:pt x="1052081" y="140943"/>
                  </a:lnTo>
                  <a:lnTo>
                    <a:pt x="1023646" y="164732"/>
                  </a:lnTo>
                  <a:lnTo>
                    <a:pt x="966777" y="199520"/>
                  </a:lnTo>
                  <a:lnTo>
                    <a:pt x="909908" y="218961"/>
                  </a:lnTo>
                  <a:lnTo>
                    <a:pt x="853038" y="225100"/>
                  </a:lnTo>
                  <a:lnTo>
                    <a:pt x="824604" y="223821"/>
                  </a:lnTo>
                  <a:lnTo>
                    <a:pt x="767735" y="213845"/>
                  </a:lnTo>
                  <a:lnTo>
                    <a:pt x="710865" y="195683"/>
                  </a:lnTo>
                  <a:lnTo>
                    <a:pt x="653996" y="171383"/>
                  </a:lnTo>
                  <a:lnTo>
                    <a:pt x="597127" y="142989"/>
                  </a:lnTo>
                  <a:lnTo>
                    <a:pt x="483388" y="82110"/>
                  </a:lnTo>
                  <a:lnTo>
                    <a:pt x="454954" y="67530"/>
                  </a:lnTo>
                  <a:lnTo>
                    <a:pt x="398084" y="40927"/>
                  </a:lnTo>
                  <a:lnTo>
                    <a:pt x="341215" y="19440"/>
                  </a:lnTo>
                  <a:lnTo>
                    <a:pt x="284346" y="5115"/>
                  </a:lnTo>
                  <a:lnTo>
                    <a:pt x="255911" y="1278"/>
                  </a:lnTo>
                  <a:lnTo>
                    <a:pt x="227477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688580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0" y="112550"/>
                  </a:moveTo>
                  <a:lnTo>
                    <a:pt x="28434" y="84156"/>
                  </a:lnTo>
                  <a:lnTo>
                    <a:pt x="85303" y="40927"/>
                  </a:lnTo>
                  <a:lnTo>
                    <a:pt x="142173" y="14068"/>
                  </a:lnTo>
                  <a:lnTo>
                    <a:pt x="199042" y="1534"/>
                  </a:lnTo>
                  <a:lnTo>
                    <a:pt x="227477" y="0"/>
                  </a:lnTo>
                  <a:lnTo>
                    <a:pt x="255911" y="1278"/>
                  </a:lnTo>
                  <a:lnTo>
                    <a:pt x="312780" y="11255"/>
                  </a:lnTo>
                  <a:lnTo>
                    <a:pt x="369650" y="29416"/>
                  </a:lnTo>
                  <a:lnTo>
                    <a:pt x="426519" y="53717"/>
                  </a:lnTo>
                  <a:lnTo>
                    <a:pt x="483388" y="82110"/>
                  </a:lnTo>
                  <a:lnTo>
                    <a:pt x="540257" y="112550"/>
                  </a:lnTo>
                  <a:lnTo>
                    <a:pt x="568692" y="127898"/>
                  </a:lnTo>
                  <a:lnTo>
                    <a:pt x="625561" y="157570"/>
                  </a:lnTo>
                  <a:lnTo>
                    <a:pt x="682431" y="184173"/>
                  </a:lnTo>
                  <a:lnTo>
                    <a:pt x="739300" y="205660"/>
                  </a:lnTo>
                  <a:lnTo>
                    <a:pt x="796169" y="219984"/>
                  </a:lnTo>
                  <a:lnTo>
                    <a:pt x="853038" y="225100"/>
                  </a:lnTo>
                  <a:lnTo>
                    <a:pt x="881473" y="223565"/>
                  </a:lnTo>
                  <a:lnTo>
                    <a:pt x="938342" y="211031"/>
                  </a:lnTo>
                  <a:lnTo>
                    <a:pt x="995212" y="184173"/>
                  </a:lnTo>
                  <a:lnTo>
                    <a:pt x="1052081" y="140943"/>
                  </a:lnTo>
                  <a:lnTo>
                    <a:pt x="1080516" y="112550"/>
                  </a:lnTo>
                  <a:lnTo>
                    <a:pt x="1080516" y="814352"/>
                  </a:lnTo>
                  <a:lnTo>
                    <a:pt x="1052081" y="842745"/>
                  </a:lnTo>
                  <a:lnTo>
                    <a:pt x="995212" y="885975"/>
                  </a:lnTo>
                  <a:lnTo>
                    <a:pt x="938342" y="912833"/>
                  </a:lnTo>
                  <a:lnTo>
                    <a:pt x="881473" y="925367"/>
                  </a:lnTo>
                  <a:lnTo>
                    <a:pt x="853038" y="926902"/>
                  </a:lnTo>
                  <a:lnTo>
                    <a:pt x="824604" y="925623"/>
                  </a:lnTo>
                  <a:lnTo>
                    <a:pt x="767735" y="915647"/>
                  </a:lnTo>
                  <a:lnTo>
                    <a:pt x="710865" y="897485"/>
                  </a:lnTo>
                  <a:lnTo>
                    <a:pt x="653996" y="873185"/>
                  </a:lnTo>
                  <a:lnTo>
                    <a:pt x="597127" y="844791"/>
                  </a:lnTo>
                  <a:lnTo>
                    <a:pt x="540258" y="814352"/>
                  </a:lnTo>
                  <a:lnTo>
                    <a:pt x="511823" y="799004"/>
                  </a:lnTo>
                  <a:lnTo>
                    <a:pt x="454954" y="769332"/>
                  </a:lnTo>
                  <a:lnTo>
                    <a:pt x="398084" y="742729"/>
                  </a:lnTo>
                  <a:lnTo>
                    <a:pt x="341215" y="721242"/>
                  </a:lnTo>
                  <a:lnTo>
                    <a:pt x="284346" y="706917"/>
                  </a:lnTo>
                  <a:lnTo>
                    <a:pt x="227477" y="701801"/>
                  </a:lnTo>
                  <a:lnTo>
                    <a:pt x="199042" y="703336"/>
                  </a:lnTo>
                  <a:lnTo>
                    <a:pt x="142173" y="715870"/>
                  </a:lnTo>
                  <a:lnTo>
                    <a:pt x="85303" y="742729"/>
                  </a:lnTo>
                  <a:lnTo>
                    <a:pt x="2843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789291" y="5557215"/>
            <a:ext cx="882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002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Proposed </a:t>
            </a:r>
            <a:r>
              <a:rPr dirty="0" sz="1200" spc="-110">
                <a:latin typeface="Arial MT"/>
                <a:cs typeface="Arial MT"/>
              </a:rPr>
              <a:t>Implementation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239511" y="5289648"/>
            <a:ext cx="1155700" cy="1083945"/>
            <a:chOff x="5239511" y="5289648"/>
            <a:chExt cx="1155700" cy="1083945"/>
          </a:xfrm>
        </p:grpSpPr>
        <p:sp>
          <p:nvSpPr>
            <p:cNvPr id="36" name="object 36" descr=""/>
            <p:cNvSpPr/>
            <p:nvPr/>
          </p:nvSpPr>
          <p:spPr>
            <a:xfrm>
              <a:off x="5312663" y="5445096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227477" y="0"/>
                  </a:moveTo>
                  <a:lnTo>
                    <a:pt x="170607" y="6139"/>
                  </a:lnTo>
                  <a:lnTo>
                    <a:pt x="113738" y="25579"/>
                  </a:lnTo>
                  <a:lnTo>
                    <a:pt x="5686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434" y="785958"/>
                  </a:lnTo>
                  <a:lnTo>
                    <a:pt x="56869" y="762169"/>
                  </a:lnTo>
                  <a:lnTo>
                    <a:pt x="113738" y="727381"/>
                  </a:lnTo>
                  <a:lnTo>
                    <a:pt x="170607" y="707941"/>
                  </a:lnTo>
                  <a:lnTo>
                    <a:pt x="227477" y="701801"/>
                  </a:lnTo>
                  <a:lnTo>
                    <a:pt x="255911" y="703080"/>
                  </a:lnTo>
                  <a:lnTo>
                    <a:pt x="312780" y="713057"/>
                  </a:lnTo>
                  <a:lnTo>
                    <a:pt x="369650" y="731218"/>
                  </a:lnTo>
                  <a:lnTo>
                    <a:pt x="426519" y="755519"/>
                  </a:lnTo>
                  <a:lnTo>
                    <a:pt x="483388" y="783912"/>
                  </a:lnTo>
                  <a:lnTo>
                    <a:pt x="597127" y="844791"/>
                  </a:lnTo>
                  <a:lnTo>
                    <a:pt x="625561" y="859372"/>
                  </a:lnTo>
                  <a:lnTo>
                    <a:pt x="682431" y="885975"/>
                  </a:lnTo>
                  <a:lnTo>
                    <a:pt x="739300" y="907462"/>
                  </a:lnTo>
                  <a:lnTo>
                    <a:pt x="796169" y="921786"/>
                  </a:lnTo>
                  <a:lnTo>
                    <a:pt x="853038" y="926902"/>
                  </a:lnTo>
                  <a:lnTo>
                    <a:pt x="881473" y="925367"/>
                  </a:lnTo>
                  <a:lnTo>
                    <a:pt x="938342" y="912833"/>
                  </a:lnTo>
                  <a:lnTo>
                    <a:pt x="995212" y="885975"/>
                  </a:lnTo>
                  <a:lnTo>
                    <a:pt x="1052081" y="842745"/>
                  </a:lnTo>
                  <a:lnTo>
                    <a:pt x="1080515" y="814352"/>
                  </a:lnTo>
                  <a:lnTo>
                    <a:pt x="1080515" y="112550"/>
                  </a:lnTo>
                  <a:lnTo>
                    <a:pt x="1052081" y="140943"/>
                  </a:lnTo>
                  <a:lnTo>
                    <a:pt x="1023646" y="164732"/>
                  </a:lnTo>
                  <a:lnTo>
                    <a:pt x="966777" y="199520"/>
                  </a:lnTo>
                  <a:lnTo>
                    <a:pt x="909908" y="218961"/>
                  </a:lnTo>
                  <a:lnTo>
                    <a:pt x="853038" y="225100"/>
                  </a:lnTo>
                  <a:lnTo>
                    <a:pt x="824604" y="223821"/>
                  </a:lnTo>
                  <a:lnTo>
                    <a:pt x="767735" y="213845"/>
                  </a:lnTo>
                  <a:lnTo>
                    <a:pt x="710865" y="195683"/>
                  </a:lnTo>
                  <a:lnTo>
                    <a:pt x="653996" y="171383"/>
                  </a:lnTo>
                  <a:lnTo>
                    <a:pt x="597127" y="142989"/>
                  </a:lnTo>
                  <a:lnTo>
                    <a:pt x="483388" y="82110"/>
                  </a:lnTo>
                  <a:lnTo>
                    <a:pt x="454954" y="67530"/>
                  </a:lnTo>
                  <a:lnTo>
                    <a:pt x="398084" y="40927"/>
                  </a:lnTo>
                  <a:lnTo>
                    <a:pt x="341215" y="19440"/>
                  </a:lnTo>
                  <a:lnTo>
                    <a:pt x="284346" y="5115"/>
                  </a:lnTo>
                  <a:lnTo>
                    <a:pt x="255911" y="1278"/>
                  </a:lnTo>
                  <a:lnTo>
                    <a:pt x="227477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312663" y="5445096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0" y="112550"/>
                  </a:moveTo>
                  <a:lnTo>
                    <a:pt x="28434" y="84156"/>
                  </a:lnTo>
                  <a:lnTo>
                    <a:pt x="85303" y="40927"/>
                  </a:lnTo>
                  <a:lnTo>
                    <a:pt x="142173" y="14068"/>
                  </a:lnTo>
                  <a:lnTo>
                    <a:pt x="199042" y="1534"/>
                  </a:lnTo>
                  <a:lnTo>
                    <a:pt x="227477" y="0"/>
                  </a:lnTo>
                  <a:lnTo>
                    <a:pt x="255911" y="1278"/>
                  </a:lnTo>
                  <a:lnTo>
                    <a:pt x="312780" y="11255"/>
                  </a:lnTo>
                  <a:lnTo>
                    <a:pt x="369650" y="29416"/>
                  </a:lnTo>
                  <a:lnTo>
                    <a:pt x="426519" y="53717"/>
                  </a:lnTo>
                  <a:lnTo>
                    <a:pt x="483388" y="82110"/>
                  </a:lnTo>
                  <a:lnTo>
                    <a:pt x="540258" y="112550"/>
                  </a:lnTo>
                  <a:lnTo>
                    <a:pt x="568692" y="127898"/>
                  </a:lnTo>
                  <a:lnTo>
                    <a:pt x="625561" y="157570"/>
                  </a:lnTo>
                  <a:lnTo>
                    <a:pt x="682431" y="184173"/>
                  </a:lnTo>
                  <a:lnTo>
                    <a:pt x="739300" y="205660"/>
                  </a:lnTo>
                  <a:lnTo>
                    <a:pt x="796169" y="219984"/>
                  </a:lnTo>
                  <a:lnTo>
                    <a:pt x="853038" y="225100"/>
                  </a:lnTo>
                  <a:lnTo>
                    <a:pt x="881473" y="223565"/>
                  </a:lnTo>
                  <a:lnTo>
                    <a:pt x="938342" y="211031"/>
                  </a:lnTo>
                  <a:lnTo>
                    <a:pt x="995212" y="184173"/>
                  </a:lnTo>
                  <a:lnTo>
                    <a:pt x="1052081" y="140943"/>
                  </a:lnTo>
                  <a:lnTo>
                    <a:pt x="1080515" y="112550"/>
                  </a:lnTo>
                  <a:lnTo>
                    <a:pt x="1080515" y="814352"/>
                  </a:lnTo>
                  <a:lnTo>
                    <a:pt x="1052081" y="842745"/>
                  </a:lnTo>
                  <a:lnTo>
                    <a:pt x="995212" y="885975"/>
                  </a:lnTo>
                  <a:lnTo>
                    <a:pt x="938342" y="912833"/>
                  </a:lnTo>
                  <a:lnTo>
                    <a:pt x="881473" y="925367"/>
                  </a:lnTo>
                  <a:lnTo>
                    <a:pt x="853038" y="926902"/>
                  </a:lnTo>
                  <a:lnTo>
                    <a:pt x="824604" y="925623"/>
                  </a:lnTo>
                  <a:lnTo>
                    <a:pt x="767735" y="915647"/>
                  </a:lnTo>
                  <a:lnTo>
                    <a:pt x="710865" y="897485"/>
                  </a:lnTo>
                  <a:lnTo>
                    <a:pt x="653996" y="873185"/>
                  </a:lnTo>
                  <a:lnTo>
                    <a:pt x="597127" y="844791"/>
                  </a:lnTo>
                  <a:lnTo>
                    <a:pt x="540257" y="814352"/>
                  </a:lnTo>
                  <a:lnTo>
                    <a:pt x="511823" y="799004"/>
                  </a:lnTo>
                  <a:lnTo>
                    <a:pt x="454954" y="769332"/>
                  </a:lnTo>
                  <a:lnTo>
                    <a:pt x="398084" y="742729"/>
                  </a:lnTo>
                  <a:lnTo>
                    <a:pt x="341215" y="721242"/>
                  </a:lnTo>
                  <a:lnTo>
                    <a:pt x="284346" y="706917"/>
                  </a:lnTo>
                  <a:lnTo>
                    <a:pt x="227477" y="701801"/>
                  </a:lnTo>
                  <a:lnTo>
                    <a:pt x="199042" y="703336"/>
                  </a:lnTo>
                  <a:lnTo>
                    <a:pt x="142173" y="715870"/>
                  </a:lnTo>
                  <a:lnTo>
                    <a:pt x="85303" y="742729"/>
                  </a:lnTo>
                  <a:lnTo>
                    <a:pt x="2843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241035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227477" y="0"/>
                  </a:moveTo>
                  <a:lnTo>
                    <a:pt x="170607" y="6139"/>
                  </a:lnTo>
                  <a:lnTo>
                    <a:pt x="113738" y="25579"/>
                  </a:lnTo>
                  <a:lnTo>
                    <a:pt x="56869" y="60367"/>
                  </a:lnTo>
                  <a:lnTo>
                    <a:pt x="0" y="112550"/>
                  </a:lnTo>
                  <a:lnTo>
                    <a:pt x="0" y="814352"/>
                  </a:lnTo>
                  <a:lnTo>
                    <a:pt x="28434" y="785958"/>
                  </a:lnTo>
                  <a:lnTo>
                    <a:pt x="56869" y="762169"/>
                  </a:lnTo>
                  <a:lnTo>
                    <a:pt x="113738" y="727381"/>
                  </a:lnTo>
                  <a:lnTo>
                    <a:pt x="170607" y="707941"/>
                  </a:lnTo>
                  <a:lnTo>
                    <a:pt x="227477" y="701801"/>
                  </a:lnTo>
                  <a:lnTo>
                    <a:pt x="255911" y="703080"/>
                  </a:lnTo>
                  <a:lnTo>
                    <a:pt x="312780" y="713057"/>
                  </a:lnTo>
                  <a:lnTo>
                    <a:pt x="369650" y="731218"/>
                  </a:lnTo>
                  <a:lnTo>
                    <a:pt x="426519" y="755519"/>
                  </a:lnTo>
                  <a:lnTo>
                    <a:pt x="483388" y="783912"/>
                  </a:lnTo>
                  <a:lnTo>
                    <a:pt x="597127" y="844791"/>
                  </a:lnTo>
                  <a:lnTo>
                    <a:pt x="625561" y="859372"/>
                  </a:lnTo>
                  <a:lnTo>
                    <a:pt x="682431" y="885975"/>
                  </a:lnTo>
                  <a:lnTo>
                    <a:pt x="739300" y="907462"/>
                  </a:lnTo>
                  <a:lnTo>
                    <a:pt x="796169" y="921786"/>
                  </a:lnTo>
                  <a:lnTo>
                    <a:pt x="853038" y="926902"/>
                  </a:lnTo>
                  <a:lnTo>
                    <a:pt x="881473" y="925367"/>
                  </a:lnTo>
                  <a:lnTo>
                    <a:pt x="938342" y="912833"/>
                  </a:lnTo>
                  <a:lnTo>
                    <a:pt x="995212" y="885975"/>
                  </a:lnTo>
                  <a:lnTo>
                    <a:pt x="1052081" y="842745"/>
                  </a:lnTo>
                  <a:lnTo>
                    <a:pt x="1080515" y="814352"/>
                  </a:lnTo>
                  <a:lnTo>
                    <a:pt x="1080515" y="112550"/>
                  </a:lnTo>
                  <a:lnTo>
                    <a:pt x="1052081" y="140943"/>
                  </a:lnTo>
                  <a:lnTo>
                    <a:pt x="1023646" y="164732"/>
                  </a:lnTo>
                  <a:lnTo>
                    <a:pt x="966777" y="199520"/>
                  </a:lnTo>
                  <a:lnTo>
                    <a:pt x="909908" y="218961"/>
                  </a:lnTo>
                  <a:lnTo>
                    <a:pt x="853038" y="225100"/>
                  </a:lnTo>
                  <a:lnTo>
                    <a:pt x="824604" y="223821"/>
                  </a:lnTo>
                  <a:lnTo>
                    <a:pt x="767735" y="213845"/>
                  </a:lnTo>
                  <a:lnTo>
                    <a:pt x="710865" y="195683"/>
                  </a:lnTo>
                  <a:lnTo>
                    <a:pt x="653996" y="171383"/>
                  </a:lnTo>
                  <a:lnTo>
                    <a:pt x="597127" y="142989"/>
                  </a:lnTo>
                  <a:lnTo>
                    <a:pt x="483388" y="82110"/>
                  </a:lnTo>
                  <a:lnTo>
                    <a:pt x="454954" y="67530"/>
                  </a:lnTo>
                  <a:lnTo>
                    <a:pt x="398084" y="40927"/>
                  </a:lnTo>
                  <a:lnTo>
                    <a:pt x="341215" y="19440"/>
                  </a:lnTo>
                  <a:lnTo>
                    <a:pt x="284346" y="5115"/>
                  </a:lnTo>
                  <a:lnTo>
                    <a:pt x="255911" y="1278"/>
                  </a:lnTo>
                  <a:lnTo>
                    <a:pt x="227477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241035" y="5291172"/>
              <a:ext cx="1080770" cy="927100"/>
            </a:xfrm>
            <a:custGeom>
              <a:avLst/>
              <a:gdLst/>
              <a:ahLst/>
              <a:cxnLst/>
              <a:rect l="l" t="t" r="r" b="b"/>
              <a:pathLst>
                <a:path w="1080770" h="927100">
                  <a:moveTo>
                    <a:pt x="0" y="112550"/>
                  </a:moveTo>
                  <a:lnTo>
                    <a:pt x="28434" y="84156"/>
                  </a:lnTo>
                  <a:lnTo>
                    <a:pt x="85303" y="40927"/>
                  </a:lnTo>
                  <a:lnTo>
                    <a:pt x="142173" y="14068"/>
                  </a:lnTo>
                  <a:lnTo>
                    <a:pt x="199042" y="1534"/>
                  </a:lnTo>
                  <a:lnTo>
                    <a:pt x="227477" y="0"/>
                  </a:lnTo>
                  <a:lnTo>
                    <a:pt x="255911" y="1278"/>
                  </a:lnTo>
                  <a:lnTo>
                    <a:pt x="312780" y="11255"/>
                  </a:lnTo>
                  <a:lnTo>
                    <a:pt x="369650" y="29416"/>
                  </a:lnTo>
                  <a:lnTo>
                    <a:pt x="426519" y="53717"/>
                  </a:lnTo>
                  <a:lnTo>
                    <a:pt x="483388" y="82110"/>
                  </a:lnTo>
                  <a:lnTo>
                    <a:pt x="540258" y="112550"/>
                  </a:lnTo>
                  <a:lnTo>
                    <a:pt x="568692" y="127898"/>
                  </a:lnTo>
                  <a:lnTo>
                    <a:pt x="625561" y="157570"/>
                  </a:lnTo>
                  <a:lnTo>
                    <a:pt x="682431" y="184173"/>
                  </a:lnTo>
                  <a:lnTo>
                    <a:pt x="739300" y="205660"/>
                  </a:lnTo>
                  <a:lnTo>
                    <a:pt x="796169" y="219984"/>
                  </a:lnTo>
                  <a:lnTo>
                    <a:pt x="853038" y="225100"/>
                  </a:lnTo>
                  <a:lnTo>
                    <a:pt x="881473" y="223565"/>
                  </a:lnTo>
                  <a:lnTo>
                    <a:pt x="938342" y="211031"/>
                  </a:lnTo>
                  <a:lnTo>
                    <a:pt x="995212" y="184173"/>
                  </a:lnTo>
                  <a:lnTo>
                    <a:pt x="1052081" y="140943"/>
                  </a:lnTo>
                  <a:lnTo>
                    <a:pt x="1080515" y="112550"/>
                  </a:lnTo>
                  <a:lnTo>
                    <a:pt x="1080515" y="814352"/>
                  </a:lnTo>
                  <a:lnTo>
                    <a:pt x="1052081" y="842745"/>
                  </a:lnTo>
                  <a:lnTo>
                    <a:pt x="995212" y="885975"/>
                  </a:lnTo>
                  <a:lnTo>
                    <a:pt x="938342" y="912833"/>
                  </a:lnTo>
                  <a:lnTo>
                    <a:pt x="881473" y="925367"/>
                  </a:lnTo>
                  <a:lnTo>
                    <a:pt x="853038" y="926902"/>
                  </a:lnTo>
                  <a:lnTo>
                    <a:pt x="824604" y="925623"/>
                  </a:lnTo>
                  <a:lnTo>
                    <a:pt x="767735" y="915647"/>
                  </a:lnTo>
                  <a:lnTo>
                    <a:pt x="710865" y="897485"/>
                  </a:lnTo>
                  <a:lnTo>
                    <a:pt x="653996" y="873185"/>
                  </a:lnTo>
                  <a:lnTo>
                    <a:pt x="597127" y="844791"/>
                  </a:lnTo>
                  <a:lnTo>
                    <a:pt x="540257" y="814352"/>
                  </a:lnTo>
                  <a:lnTo>
                    <a:pt x="511823" y="799004"/>
                  </a:lnTo>
                  <a:lnTo>
                    <a:pt x="454954" y="769332"/>
                  </a:lnTo>
                  <a:lnTo>
                    <a:pt x="398084" y="742729"/>
                  </a:lnTo>
                  <a:lnTo>
                    <a:pt x="341215" y="721242"/>
                  </a:lnTo>
                  <a:lnTo>
                    <a:pt x="284346" y="706917"/>
                  </a:lnTo>
                  <a:lnTo>
                    <a:pt x="227477" y="701801"/>
                  </a:lnTo>
                  <a:lnTo>
                    <a:pt x="199042" y="703336"/>
                  </a:lnTo>
                  <a:lnTo>
                    <a:pt x="142173" y="715870"/>
                  </a:lnTo>
                  <a:lnTo>
                    <a:pt x="85303" y="742729"/>
                  </a:lnTo>
                  <a:lnTo>
                    <a:pt x="28434" y="785958"/>
                  </a:lnTo>
                  <a:lnTo>
                    <a:pt x="0" y="814352"/>
                  </a:lnTo>
                  <a:lnTo>
                    <a:pt x="0" y="1125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5413628" y="5648655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Specification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94054" y="6396634"/>
            <a:ext cx="10826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0">
                <a:solidFill>
                  <a:srgbClr val="0000FF"/>
                </a:solidFill>
                <a:latin typeface="Arial MT"/>
                <a:cs typeface="Arial MT"/>
              </a:rPr>
              <a:t>What</a:t>
            </a:r>
            <a:r>
              <a:rPr dirty="0" sz="1400" spc="-6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50">
                <a:solidFill>
                  <a:srgbClr val="0000FF"/>
                </a:solidFill>
                <a:latin typeface="Arial MT"/>
                <a:cs typeface="Arial MT"/>
              </a:rPr>
              <a:t>do</a:t>
            </a:r>
            <a:r>
              <a:rPr dirty="0" sz="1400" spc="-70">
                <a:solidFill>
                  <a:srgbClr val="0000FF"/>
                </a:solidFill>
                <a:latin typeface="Arial MT"/>
                <a:cs typeface="Arial MT"/>
              </a:rPr>
              <a:t> I</a:t>
            </a:r>
            <a:r>
              <a:rPr dirty="0" sz="1400" spc="-4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20">
                <a:solidFill>
                  <a:srgbClr val="0000FF"/>
                </a:solidFill>
                <a:latin typeface="Arial MT"/>
                <a:cs typeface="Arial MT"/>
              </a:rPr>
              <a:t>want?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337686" y="6396634"/>
            <a:ext cx="13246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0">
                <a:solidFill>
                  <a:srgbClr val="0000FF"/>
                </a:solidFill>
                <a:latin typeface="Arial MT"/>
                <a:cs typeface="Arial MT"/>
              </a:rPr>
              <a:t>What</a:t>
            </a:r>
            <a:r>
              <a:rPr dirty="0" sz="1400" spc="-6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40">
                <a:solidFill>
                  <a:srgbClr val="0000FF"/>
                </a:solidFill>
                <a:latin typeface="Arial MT"/>
                <a:cs typeface="Arial MT"/>
              </a:rPr>
              <a:t>can</a:t>
            </a:r>
            <a:r>
              <a:rPr dirty="0" sz="1400" spc="-75">
                <a:solidFill>
                  <a:srgbClr val="0000FF"/>
                </a:solidFill>
                <a:latin typeface="Arial MT"/>
                <a:cs typeface="Arial MT"/>
              </a:rPr>
              <a:t> I</a:t>
            </a:r>
            <a:r>
              <a:rPr dirty="0" sz="1400" spc="-6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solidFill>
                  <a:srgbClr val="0000FF"/>
                </a:solidFill>
                <a:latin typeface="Arial MT"/>
                <a:cs typeface="Arial MT"/>
              </a:rPr>
              <a:t>provide?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239003" y="6396634"/>
            <a:ext cx="10826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0">
                <a:solidFill>
                  <a:srgbClr val="0000FF"/>
                </a:solidFill>
                <a:latin typeface="Arial MT"/>
                <a:cs typeface="Arial MT"/>
              </a:rPr>
              <a:t>What</a:t>
            </a:r>
            <a:r>
              <a:rPr dirty="0" sz="1400" spc="-6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50">
                <a:solidFill>
                  <a:srgbClr val="0000FF"/>
                </a:solidFill>
                <a:latin typeface="Arial MT"/>
                <a:cs typeface="Arial MT"/>
              </a:rPr>
              <a:t>do</a:t>
            </a:r>
            <a:r>
              <a:rPr dirty="0" sz="1400" spc="-70">
                <a:solidFill>
                  <a:srgbClr val="0000FF"/>
                </a:solidFill>
                <a:latin typeface="Arial MT"/>
                <a:cs typeface="Arial MT"/>
              </a:rPr>
              <a:t> I</a:t>
            </a:r>
            <a:r>
              <a:rPr dirty="0" sz="1400" spc="-4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20">
                <a:solidFill>
                  <a:srgbClr val="0000FF"/>
                </a:solidFill>
                <a:latin typeface="Arial MT"/>
                <a:cs typeface="Arial MT"/>
              </a:rPr>
              <a:t>want?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582661" y="6396634"/>
            <a:ext cx="13246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0">
                <a:solidFill>
                  <a:srgbClr val="0000FF"/>
                </a:solidFill>
                <a:latin typeface="Arial MT"/>
                <a:cs typeface="Arial MT"/>
              </a:rPr>
              <a:t>What</a:t>
            </a:r>
            <a:r>
              <a:rPr dirty="0" sz="1400" spc="-6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40">
                <a:solidFill>
                  <a:srgbClr val="0000FF"/>
                </a:solidFill>
                <a:latin typeface="Arial MT"/>
                <a:cs typeface="Arial MT"/>
              </a:rPr>
              <a:t>can</a:t>
            </a:r>
            <a:r>
              <a:rPr dirty="0" sz="1400" spc="-75">
                <a:solidFill>
                  <a:srgbClr val="0000FF"/>
                </a:solidFill>
                <a:latin typeface="Arial MT"/>
                <a:cs typeface="Arial MT"/>
              </a:rPr>
              <a:t> I</a:t>
            </a:r>
            <a:r>
              <a:rPr dirty="0" sz="1400" spc="-6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solidFill>
                  <a:srgbClr val="0000FF"/>
                </a:solidFill>
                <a:latin typeface="Arial MT"/>
                <a:cs typeface="Arial MT"/>
              </a:rPr>
              <a:t>provide?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27115" y="3436620"/>
            <a:ext cx="4942840" cy="3377565"/>
            <a:chOff x="227115" y="3436620"/>
            <a:chExt cx="4942840" cy="33775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115" y="6416517"/>
              <a:ext cx="530273" cy="26269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540" y="3436620"/>
              <a:ext cx="4658868" cy="3377184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120" y="151384"/>
              <a:ext cx="4505058" cy="264922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51892" y="614526"/>
            <a:ext cx="8737600" cy="260858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200">
                <a:latin typeface="Arial MT"/>
                <a:cs typeface="Arial MT"/>
              </a:rPr>
              <a:t>A</a:t>
            </a:r>
            <a:r>
              <a:rPr dirty="0" sz="1600" spc="-12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customer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supplier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specify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distributed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interface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95">
                <a:latin typeface="Arial MT"/>
                <a:cs typeface="Arial MT"/>
              </a:rPr>
              <a:t>agreement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5">
                <a:latin typeface="Arial MT"/>
                <a:cs typeface="Arial MT"/>
              </a:rPr>
              <a:t>CIA</a:t>
            </a:r>
            <a:r>
              <a:rPr dirty="0" sz="1600" spc="-13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including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Appointment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customer’s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supplier’s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points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contact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regarding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cybersecurity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Identification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performed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customer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supplier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Information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work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products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shared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Milestones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regarding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distributed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10">
                <a:latin typeface="Arial MT"/>
                <a:cs typeface="Arial MT"/>
              </a:rPr>
              <a:t> activities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0">
                <a:latin typeface="Arial MT"/>
                <a:cs typeface="Arial MT"/>
              </a:rPr>
              <a:t>Definition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end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support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item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component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64555" y="5980887"/>
            <a:ext cx="75692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latin typeface="Arial MT"/>
                <a:cs typeface="Arial MT"/>
              </a:rPr>
              <a:t>R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: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Responsible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20">
                <a:latin typeface="Arial MT"/>
                <a:cs typeface="Arial MT"/>
              </a:rPr>
              <a:t>A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: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Accountable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20">
                <a:latin typeface="Arial MT"/>
                <a:cs typeface="Arial MT"/>
              </a:rPr>
              <a:t>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: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Support</a:t>
            </a:r>
            <a:endParaRPr sz="1000">
              <a:latin typeface="Arial MT"/>
              <a:cs typeface="Arial MT"/>
            </a:endParaRPr>
          </a:p>
          <a:p>
            <a:pPr algn="just" marL="12700" marR="224154">
              <a:lnSpc>
                <a:spcPct val="100000"/>
              </a:lnSpc>
            </a:pPr>
            <a:r>
              <a:rPr dirty="0" sz="1000" spc="-50">
                <a:latin typeface="Arial MT"/>
                <a:cs typeface="Arial MT"/>
              </a:rPr>
              <a:t>I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: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Inform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 spc="-140">
                <a:latin typeface="Arial MT"/>
                <a:cs typeface="Arial MT"/>
              </a:rPr>
              <a:t>C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: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Consult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42861" y="281813"/>
            <a:ext cx="2536698" cy="155828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5668224" y="3505940"/>
            <a:ext cx="3536950" cy="2403475"/>
            <a:chOff x="5668224" y="3505940"/>
            <a:chExt cx="3536950" cy="2403475"/>
          </a:xfrm>
        </p:grpSpPr>
        <p:sp>
          <p:nvSpPr>
            <p:cNvPr id="15" name="object 15" descr=""/>
            <p:cNvSpPr/>
            <p:nvPr/>
          </p:nvSpPr>
          <p:spPr>
            <a:xfrm>
              <a:off x="5669748" y="3507464"/>
              <a:ext cx="3534410" cy="2089150"/>
            </a:xfrm>
            <a:custGeom>
              <a:avLst/>
              <a:gdLst/>
              <a:ahLst/>
              <a:cxnLst/>
              <a:rect l="l" t="t" r="r" b="b"/>
              <a:pathLst>
                <a:path w="3534409" h="2089150">
                  <a:moveTo>
                    <a:pt x="2166288" y="0"/>
                  </a:moveTo>
                  <a:lnTo>
                    <a:pt x="2116205" y="1766"/>
                  </a:lnTo>
                  <a:lnTo>
                    <a:pt x="2067205" y="9104"/>
                  </a:lnTo>
                  <a:lnTo>
                    <a:pt x="2020026" y="21816"/>
                  </a:lnTo>
                  <a:lnTo>
                    <a:pt x="1975409" y="39703"/>
                  </a:lnTo>
                  <a:lnTo>
                    <a:pt x="1934093" y="62566"/>
                  </a:lnTo>
                  <a:lnTo>
                    <a:pt x="1896818" y="90206"/>
                  </a:lnTo>
                  <a:lnTo>
                    <a:pt x="1864323" y="122426"/>
                  </a:lnTo>
                  <a:lnTo>
                    <a:pt x="1837348" y="159025"/>
                  </a:lnTo>
                  <a:lnTo>
                    <a:pt x="1814101" y="141892"/>
                  </a:lnTo>
                  <a:lnTo>
                    <a:pt x="1763321" y="111912"/>
                  </a:lnTo>
                  <a:lnTo>
                    <a:pt x="1689761" y="82068"/>
                  </a:lnTo>
                  <a:lnTo>
                    <a:pt x="1642391" y="69601"/>
                  </a:lnTo>
                  <a:lnTo>
                    <a:pt x="1594335" y="61697"/>
                  </a:lnTo>
                  <a:lnTo>
                    <a:pt x="1546034" y="58246"/>
                  </a:lnTo>
                  <a:lnTo>
                    <a:pt x="1497931" y="59140"/>
                  </a:lnTo>
                  <a:lnTo>
                    <a:pt x="1450468" y="64268"/>
                  </a:lnTo>
                  <a:lnTo>
                    <a:pt x="1404087" y="73523"/>
                  </a:lnTo>
                  <a:lnTo>
                    <a:pt x="1359230" y="86793"/>
                  </a:lnTo>
                  <a:lnTo>
                    <a:pt x="1316339" y="103969"/>
                  </a:lnTo>
                  <a:lnTo>
                    <a:pt x="1275856" y="124943"/>
                  </a:lnTo>
                  <a:lnTo>
                    <a:pt x="1238224" y="149605"/>
                  </a:lnTo>
                  <a:lnTo>
                    <a:pt x="1203884" y="177845"/>
                  </a:lnTo>
                  <a:lnTo>
                    <a:pt x="1173278" y="209555"/>
                  </a:lnTo>
                  <a:lnTo>
                    <a:pt x="1146849" y="244623"/>
                  </a:lnTo>
                  <a:lnTo>
                    <a:pt x="1100152" y="224930"/>
                  </a:lnTo>
                  <a:lnTo>
                    <a:pt x="1051623" y="208995"/>
                  </a:lnTo>
                  <a:lnTo>
                    <a:pt x="1001605" y="196877"/>
                  </a:lnTo>
                  <a:lnTo>
                    <a:pt x="950442" y="188634"/>
                  </a:lnTo>
                  <a:lnTo>
                    <a:pt x="898481" y="184322"/>
                  </a:lnTo>
                  <a:lnTo>
                    <a:pt x="846063" y="184001"/>
                  </a:lnTo>
                  <a:lnTo>
                    <a:pt x="793535" y="187727"/>
                  </a:lnTo>
                  <a:lnTo>
                    <a:pt x="741234" y="195501"/>
                  </a:lnTo>
                  <a:lnTo>
                    <a:pt x="691008" y="207028"/>
                  </a:lnTo>
                  <a:lnTo>
                    <a:pt x="643055" y="222098"/>
                  </a:lnTo>
                  <a:lnTo>
                    <a:pt x="597573" y="240502"/>
                  </a:lnTo>
                  <a:lnTo>
                    <a:pt x="554760" y="262031"/>
                  </a:lnTo>
                  <a:lnTo>
                    <a:pt x="514815" y="286473"/>
                  </a:lnTo>
                  <a:lnTo>
                    <a:pt x="477933" y="313621"/>
                  </a:lnTo>
                  <a:lnTo>
                    <a:pt x="444315" y="343264"/>
                  </a:lnTo>
                  <a:lnTo>
                    <a:pt x="414157" y="375192"/>
                  </a:lnTo>
                  <a:lnTo>
                    <a:pt x="387657" y="409195"/>
                  </a:lnTo>
                  <a:lnTo>
                    <a:pt x="365014" y="445065"/>
                  </a:lnTo>
                  <a:lnTo>
                    <a:pt x="346425" y="482591"/>
                  </a:lnTo>
                  <a:lnTo>
                    <a:pt x="332089" y="521564"/>
                  </a:lnTo>
                  <a:lnTo>
                    <a:pt x="322202" y="561773"/>
                  </a:lnTo>
                  <a:lnTo>
                    <a:pt x="316963" y="603010"/>
                  </a:lnTo>
                  <a:lnTo>
                    <a:pt x="316571" y="645064"/>
                  </a:lnTo>
                  <a:lnTo>
                    <a:pt x="321222" y="687726"/>
                  </a:lnTo>
                  <a:lnTo>
                    <a:pt x="318301" y="694203"/>
                  </a:lnTo>
                  <a:lnTo>
                    <a:pt x="263199" y="702395"/>
                  </a:lnTo>
                  <a:lnTo>
                    <a:pt x="210991" y="717275"/>
                  </a:lnTo>
                  <a:lnTo>
                    <a:pt x="162535" y="738399"/>
                  </a:lnTo>
                  <a:lnTo>
                    <a:pt x="118694" y="765323"/>
                  </a:lnTo>
                  <a:lnTo>
                    <a:pt x="80329" y="797602"/>
                  </a:lnTo>
                  <a:lnTo>
                    <a:pt x="48299" y="834792"/>
                  </a:lnTo>
                  <a:lnTo>
                    <a:pt x="25116" y="872999"/>
                  </a:lnTo>
                  <a:lnTo>
                    <a:pt x="9470" y="912537"/>
                  </a:lnTo>
                  <a:lnTo>
                    <a:pt x="1164" y="952799"/>
                  </a:lnTo>
                  <a:lnTo>
                    <a:pt x="0" y="993176"/>
                  </a:lnTo>
                  <a:lnTo>
                    <a:pt x="5781" y="1033061"/>
                  </a:lnTo>
                  <a:lnTo>
                    <a:pt x="18311" y="1071846"/>
                  </a:lnTo>
                  <a:lnTo>
                    <a:pt x="37393" y="1108922"/>
                  </a:lnTo>
                  <a:lnTo>
                    <a:pt x="62830" y="1143682"/>
                  </a:lnTo>
                  <a:lnTo>
                    <a:pt x="94424" y="1175518"/>
                  </a:lnTo>
                  <a:lnTo>
                    <a:pt x="131980" y="1203821"/>
                  </a:lnTo>
                  <a:lnTo>
                    <a:pt x="175299" y="1227984"/>
                  </a:lnTo>
                  <a:lnTo>
                    <a:pt x="136815" y="1267353"/>
                  </a:lnTo>
                  <a:lnTo>
                    <a:pt x="107761" y="1310983"/>
                  </a:lnTo>
                  <a:lnTo>
                    <a:pt x="88577" y="1357802"/>
                  </a:lnTo>
                  <a:lnTo>
                    <a:pt x="79701" y="1406735"/>
                  </a:lnTo>
                  <a:lnTo>
                    <a:pt x="81573" y="1456711"/>
                  </a:lnTo>
                  <a:lnTo>
                    <a:pt x="91528" y="1498317"/>
                  </a:lnTo>
                  <a:lnTo>
                    <a:pt x="108516" y="1537325"/>
                  </a:lnTo>
                  <a:lnTo>
                    <a:pt x="131926" y="1573345"/>
                  </a:lnTo>
                  <a:lnTo>
                    <a:pt x="161144" y="1605991"/>
                  </a:lnTo>
                  <a:lnTo>
                    <a:pt x="195560" y="1634874"/>
                  </a:lnTo>
                  <a:lnTo>
                    <a:pt x="234561" y="1659605"/>
                  </a:lnTo>
                  <a:lnTo>
                    <a:pt x="277536" y="1679797"/>
                  </a:lnTo>
                  <a:lnTo>
                    <a:pt x="323871" y="1695062"/>
                  </a:lnTo>
                  <a:lnTo>
                    <a:pt x="372955" y="1705011"/>
                  </a:lnTo>
                  <a:lnTo>
                    <a:pt x="424177" y="1709256"/>
                  </a:lnTo>
                  <a:lnTo>
                    <a:pt x="476924" y="1707409"/>
                  </a:lnTo>
                  <a:lnTo>
                    <a:pt x="483528" y="1716680"/>
                  </a:lnTo>
                  <a:lnTo>
                    <a:pt x="511969" y="1751625"/>
                  </a:lnTo>
                  <a:lnTo>
                    <a:pt x="543310" y="1784076"/>
                  </a:lnTo>
                  <a:lnTo>
                    <a:pt x="577328" y="1813991"/>
                  </a:lnTo>
                  <a:lnTo>
                    <a:pt x="613798" y="1841322"/>
                  </a:lnTo>
                  <a:lnTo>
                    <a:pt x="652499" y="1866026"/>
                  </a:lnTo>
                  <a:lnTo>
                    <a:pt x="693208" y="1888058"/>
                  </a:lnTo>
                  <a:lnTo>
                    <a:pt x="735701" y="1907373"/>
                  </a:lnTo>
                  <a:lnTo>
                    <a:pt x="779755" y="1923926"/>
                  </a:lnTo>
                  <a:lnTo>
                    <a:pt x="825148" y="1937672"/>
                  </a:lnTo>
                  <a:lnTo>
                    <a:pt x="871656" y="1948566"/>
                  </a:lnTo>
                  <a:lnTo>
                    <a:pt x="919056" y="1956564"/>
                  </a:lnTo>
                  <a:lnTo>
                    <a:pt x="967127" y="1961621"/>
                  </a:lnTo>
                  <a:lnTo>
                    <a:pt x="1015643" y="1963691"/>
                  </a:lnTo>
                  <a:lnTo>
                    <a:pt x="1064384" y="1962730"/>
                  </a:lnTo>
                  <a:lnTo>
                    <a:pt x="1113124" y="1958693"/>
                  </a:lnTo>
                  <a:lnTo>
                    <a:pt x="1161643" y="1951535"/>
                  </a:lnTo>
                  <a:lnTo>
                    <a:pt x="1209716" y="1941211"/>
                  </a:lnTo>
                  <a:lnTo>
                    <a:pt x="1257120" y="1927677"/>
                  </a:lnTo>
                  <a:lnTo>
                    <a:pt x="1303634" y="1910887"/>
                  </a:lnTo>
                  <a:lnTo>
                    <a:pt x="1349033" y="1890797"/>
                  </a:lnTo>
                  <a:lnTo>
                    <a:pt x="1381528" y="1926122"/>
                  </a:lnTo>
                  <a:lnTo>
                    <a:pt x="1417951" y="1958494"/>
                  </a:lnTo>
                  <a:lnTo>
                    <a:pt x="1457984" y="1987729"/>
                  </a:lnTo>
                  <a:lnTo>
                    <a:pt x="1501310" y="2013643"/>
                  </a:lnTo>
                  <a:lnTo>
                    <a:pt x="1547610" y="2036051"/>
                  </a:lnTo>
                  <a:lnTo>
                    <a:pt x="1596567" y="2054769"/>
                  </a:lnTo>
                  <a:lnTo>
                    <a:pt x="1647864" y="2069613"/>
                  </a:lnTo>
                  <a:lnTo>
                    <a:pt x="1699443" y="2080084"/>
                  </a:lnTo>
                  <a:lnTo>
                    <a:pt x="1751074" y="2086437"/>
                  </a:lnTo>
                  <a:lnTo>
                    <a:pt x="1802469" y="2088797"/>
                  </a:lnTo>
                  <a:lnTo>
                    <a:pt x="1853339" y="2087289"/>
                  </a:lnTo>
                  <a:lnTo>
                    <a:pt x="1903396" y="2082037"/>
                  </a:lnTo>
                  <a:lnTo>
                    <a:pt x="1952351" y="2073166"/>
                  </a:lnTo>
                  <a:lnTo>
                    <a:pt x="1999916" y="2060799"/>
                  </a:lnTo>
                  <a:lnTo>
                    <a:pt x="2045803" y="2045063"/>
                  </a:lnTo>
                  <a:lnTo>
                    <a:pt x="2089724" y="2026080"/>
                  </a:lnTo>
                  <a:lnTo>
                    <a:pt x="2131390" y="2003976"/>
                  </a:lnTo>
                  <a:lnTo>
                    <a:pt x="2170512" y="1978875"/>
                  </a:lnTo>
                  <a:lnTo>
                    <a:pt x="2206804" y="1950902"/>
                  </a:lnTo>
                  <a:lnTo>
                    <a:pt x="2239975" y="1920181"/>
                  </a:lnTo>
                  <a:lnTo>
                    <a:pt x="2269738" y="1886836"/>
                  </a:lnTo>
                  <a:lnTo>
                    <a:pt x="2295805" y="1850992"/>
                  </a:lnTo>
                  <a:lnTo>
                    <a:pt x="2317887" y="1812774"/>
                  </a:lnTo>
                  <a:lnTo>
                    <a:pt x="2335696" y="1772306"/>
                  </a:lnTo>
                  <a:lnTo>
                    <a:pt x="2381388" y="1792544"/>
                  </a:lnTo>
                  <a:lnTo>
                    <a:pt x="2429324" y="1808539"/>
                  </a:lnTo>
                  <a:lnTo>
                    <a:pt x="2479065" y="1820193"/>
                  </a:lnTo>
                  <a:lnTo>
                    <a:pt x="2530170" y="1827410"/>
                  </a:lnTo>
                  <a:lnTo>
                    <a:pt x="2582203" y="1830091"/>
                  </a:lnTo>
                  <a:lnTo>
                    <a:pt x="2633716" y="1828186"/>
                  </a:lnTo>
                  <a:lnTo>
                    <a:pt x="2683669" y="1821962"/>
                  </a:lnTo>
                  <a:lnTo>
                    <a:pt x="2731769" y="1811651"/>
                  </a:lnTo>
                  <a:lnTo>
                    <a:pt x="2777727" y="1797482"/>
                  </a:lnTo>
                  <a:lnTo>
                    <a:pt x="2821250" y="1779686"/>
                  </a:lnTo>
                  <a:lnTo>
                    <a:pt x="2862048" y="1758494"/>
                  </a:lnTo>
                  <a:lnTo>
                    <a:pt x="2899830" y="1734135"/>
                  </a:lnTo>
                  <a:lnTo>
                    <a:pt x="2934304" y="1706839"/>
                  </a:lnTo>
                  <a:lnTo>
                    <a:pt x="2965181" y="1676838"/>
                  </a:lnTo>
                  <a:lnTo>
                    <a:pt x="2992168" y="1644361"/>
                  </a:lnTo>
                  <a:lnTo>
                    <a:pt x="3014975" y="1609638"/>
                  </a:lnTo>
                  <a:lnTo>
                    <a:pt x="3033311" y="1572901"/>
                  </a:lnTo>
                  <a:lnTo>
                    <a:pt x="3046884" y="1534379"/>
                  </a:lnTo>
                  <a:lnTo>
                    <a:pt x="3055404" y="1494302"/>
                  </a:lnTo>
                  <a:lnTo>
                    <a:pt x="3058580" y="1452901"/>
                  </a:lnTo>
                  <a:lnTo>
                    <a:pt x="3114442" y="1444116"/>
                  </a:lnTo>
                  <a:lnTo>
                    <a:pt x="3168670" y="1430807"/>
                  </a:lnTo>
                  <a:lnTo>
                    <a:pt x="3220849" y="1413116"/>
                  </a:lnTo>
                  <a:lnTo>
                    <a:pt x="3270566" y="1391181"/>
                  </a:lnTo>
                  <a:lnTo>
                    <a:pt x="3317406" y="1365144"/>
                  </a:lnTo>
                  <a:lnTo>
                    <a:pt x="3358139" y="1337393"/>
                  </a:lnTo>
                  <a:lnTo>
                    <a:pt x="3394743" y="1307207"/>
                  </a:lnTo>
                  <a:lnTo>
                    <a:pt x="3427175" y="1274847"/>
                  </a:lnTo>
                  <a:lnTo>
                    <a:pt x="3455392" y="1240576"/>
                  </a:lnTo>
                  <a:lnTo>
                    <a:pt x="3479352" y="1204656"/>
                  </a:lnTo>
                  <a:lnTo>
                    <a:pt x="3499011" y="1167348"/>
                  </a:lnTo>
                  <a:lnTo>
                    <a:pt x="3514328" y="1128914"/>
                  </a:lnTo>
                  <a:lnTo>
                    <a:pt x="3525259" y="1089617"/>
                  </a:lnTo>
                  <a:lnTo>
                    <a:pt x="3531763" y="1049718"/>
                  </a:lnTo>
                  <a:lnTo>
                    <a:pt x="3533795" y="1009480"/>
                  </a:lnTo>
                  <a:lnTo>
                    <a:pt x="3531314" y="969163"/>
                  </a:lnTo>
                  <a:lnTo>
                    <a:pt x="3524277" y="929031"/>
                  </a:lnTo>
                  <a:lnTo>
                    <a:pt x="3512642" y="889346"/>
                  </a:lnTo>
                  <a:lnTo>
                    <a:pt x="3496365" y="850368"/>
                  </a:lnTo>
                  <a:lnTo>
                    <a:pt x="3475404" y="812361"/>
                  </a:lnTo>
                  <a:lnTo>
                    <a:pt x="3449717" y="775585"/>
                  </a:lnTo>
                  <a:lnTo>
                    <a:pt x="3419260" y="740304"/>
                  </a:lnTo>
                  <a:lnTo>
                    <a:pt x="3425001" y="728993"/>
                  </a:lnTo>
                  <a:lnTo>
                    <a:pt x="3450289" y="650938"/>
                  </a:lnTo>
                  <a:lnTo>
                    <a:pt x="3454559" y="607869"/>
                  </a:lnTo>
                  <a:lnTo>
                    <a:pt x="3452295" y="565402"/>
                  </a:lnTo>
                  <a:lnTo>
                    <a:pt x="3443784" y="523939"/>
                  </a:lnTo>
                  <a:lnTo>
                    <a:pt x="3429311" y="483884"/>
                  </a:lnTo>
                  <a:lnTo>
                    <a:pt x="3409163" y="445643"/>
                  </a:lnTo>
                  <a:lnTo>
                    <a:pt x="3383626" y="409619"/>
                  </a:lnTo>
                  <a:lnTo>
                    <a:pt x="3352986" y="376216"/>
                  </a:lnTo>
                  <a:lnTo>
                    <a:pt x="3317529" y="345837"/>
                  </a:lnTo>
                  <a:lnTo>
                    <a:pt x="3277542" y="318888"/>
                  </a:lnTo>
                  <a:lnTo>
                    <a:pt x="3233309" y="295773"/>
                  </a:lnTo>
                  <a:lnTo>
                    <a:pt x="3185119" y="276894"/>
                  </a:lnTo>
                  <a:lnTo>
                    <a:pt x="3133256" y="262657"/>
                  </a:lnTo>
                  <a:lnTo>
                    <a:pt x="3119834" y="219894"/>
                  </a:lnTo>
                  <a:lnTo>
                    <a:pt x="3099342" y="179294"/>
                  </a:lnTo>
                  <a:lnTo>
                    <a:pt x="3072174" y="141408"/>
                  </a:lnTo>
                  <a:lnTo>
                    <a:pt x="3038727" y="106783"/>
                  </a:lnTo>
                  <a:lnTo>
                    <a:pt x="2999398" y="75967"/>
                  </a:lnTo>
                  <a:lnTo>
                    <a:pt x="2959410" y="52017"/>
                  </a:lnTo>
                  <a:lnTo>
                    <a:pt x="2916994" y="32662"/>
                  </a:lnTo>
                  <a:lnTo>
                    <a:pt x="2872673" y="17868"/>
                  </a:lnTo>
                  <a:lnTo>
                    <a:pt x="2826972" y="7600"/>
                  </a:lnTo>
                  <a:lnTo>
                    <a:pt x="2780416" y="1822"/>
                  </a:lnTo>
                  <a:lnTo>
                    <a:pt x="2733528" y="499"/>
                  </a:lnTo>
                  <a:lnTo>
                    <a:pt x="2686833" y="3597"/>
                  </a:lnTo>
                  <a:lnTo>
                    <a:pt x="2640856" y="11080"/>
                  </a:lnTo>
                  <a:lnTo>
                    <a:pt x="2596121" y="22914"/>
                  </a:lnTo>
                  <a:lnTo>
                    <a:pt x="2553153" y="39063"/>
                  </a:lnTo>
                  <a:lnTo>
                    <a:pt x="2512475" y="59492"/>
                  </a:lnTo>
                  <a:lnTo>
                    <a:pt x="2474613" y="84166"/>
                  </a:lnTo>
                  <a:lnTo>
                    <a:pt x="2440090" y="113051"/>
                  </a:lnTo>
                  <a:lnTo>
                    <a:pt x="2413517" y="88128"/>
                  </a:lnTo>
                  <a:lnTo>
                    <a:pt x="2350989" y="46472"/>
                  </a:lnTo>
                  <a:lnTo>
                    <a:pt x="2315630" y="30120"/>
                  </a:lnTo>
                  <a:lnTo>
                    <a:pt x="2266739" y="13978"/>
                  </a:lnTo>
                  <a:lnTo>
                    <a:pt x="2216712" y="4004"/>
                  </a:lnTo>
                  <a:lnTo>
                    <a:pt x="2166288" y="0"/>
                  </a:lnTo>
                  <a:close/>
                </a:path>
              </a:pathLst>
            </a:custGeom>
            <a:solidFill>
              <a:srgbClr val="D2D2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5970" y="5662333"/>
              <a:ext cx="231901" cy="24516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664959" y="543217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90" y="0"/>
                  </a:moveTo>
                  <a:lnTo>
                    <a:pt x="127720" y="6211"/>
                  </a:lnTo>
                  <a:lnTo>
                    <a:pt x="86153" y="23742"/>
                  </a:lnTo>
                  <a:lnTo>
                    <a:pt x="50942" y="50936"/>
                  </a:lnTo>
                  <a:lnTo>
                    <a:pt x="23744" y="86137"/>
                  </a:lnTo>
                  <a:lnTo>
                    <a:pt x="6211" y="127690"/>
                  </a:lnTo>
                  <a:lnTo>
                    <a:pt x="0" y="173939"/>
                  </a:lnTo>
                  <a:lnTo>
                    <a:pt x="6211" y="220191"/>
                  </a:lnTo>
                  <a:lnTo>
                    <a:pt x="23744" y="261753"/>
                  </a:lnTo>
                  <a:lnTo>
                    <a:pt x="50942" y="296967"/>
                  </a:lnTo>
                  <a:lnTo>
                    <a:pt x="86153" y="324173"/>
                  </a:lnTo>
                  <a:lnTo>
                    <a:pt x="127720" y="341713"/>
                  </a:lnTo>
                  <a:lnTo>
                    <a:pt x="173990" y="347929"/>
                  </a:lnTo>
                  <a:lnTo>
                    <a:pt x="220259" y="341713"/>
                  </a:lnTo>
                  <a:lnTo>
                    <a:pt x="261826" y="324173"/>
                  </a:lnTo>
                  <a:lnTo>
                    <a:pt x="297037" y="296967"/>
                  </a:lnTo>
                  <a:lnTo>
                    <a:pt x="324235" y="261753"/>
                  </a:lnTo>
                  <a:lnTo>
                    <a:pt x="341768" y="220191"/>
                  </a:lnTo>
                  <a:lnTo>
                    <a:pt x="347980" y="173939"/>
                  </a:lnTo>
                  <a:lnTo>
                    <a:pt x="341768" y="127690"/>
                  </a:lnTo>
                  <a:lnTo>
                    <a:pt x="324235" y="86137"/>
                  </a:lnTo>
                  <a:lnTo>
                    <a:pt x="297037" y="50936"/>
                  </a:lnTo>
                  <a:lnTo>
                    <a:pt x="261826" y="23742"/>
                  </a:lnTo>
                  <a:lnTo>
                    <a:pt x="220259" y="6211"/>
                  </a:lnTo>
                  <a:lnTo>
                    <a:pt x="173990" y="0"/>
                  </a:lnTo>
                  <a:close/>
                </a:path>
              </a:pathLst>
            </a:custGeom>
            <a:solidFill>
              <a:srgbClr val="D2D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669748" y="3507464"/>
              <a:ext cx="3534410" cy="2089150"/>
            </a:xfrm>
            <a:custGeom>
              <a:avLst/>
              <a:gdLst/>
              <a:ahLst/>
              <a:cxnLst/>
              <a:rect l="l" t="t" r="r" b="b"/>
              <a:pathLst>
                <a:path w="3534409" h="2089150">
                  <a:moveTo>
                    <a:pt x="321222" y="687726"/>
                  </a:moveTo>
                  <a:lnTo>
                    <a:pt x="316571" y="645064"/>
                  </a:lnTo>
                  <a:lnTo>
                    <a:pt x="316963" y="603010"/>
                  </a:lnTo>
                  <a:lnTo>
                    <a:pt x="322202" y="561773"/>
                  </a:lnTo>
                  <a:lnTo>
                    <a:pt x="332089" y="521564"/>
                  </a:lnTo>
                  <a:lnTo>
                    <a:pt x="346425" y="482591"/>
                  </a:lnTo>
                  <a:lnTo>
                    <a:pt x="365014" y="445065"/>
                  </a:lnTo>
                  <a:lnTo>
                    <a:pt x="387657" y="409195"/>
                  </a:lnTo>
                  <a:lnTo>
                    <a:pt x="414157" y="375192"/>
                  </a:lnTo>
                  <a:lnTo>
                    <a:pt x="444315" y="343264"/>
                  </a:lnTo>
                  <a:lnTo>
                    <a:pt x="477933" y="313621"/>
                  </a:lnTo>
                  <a:lnTo>
                    <a:pt x="514815" y="286473"/>
                  </a:lnTo>
                  <a:lnTo>
                    <a:pt x="554760" y="262031"/>
                  </a:lnTo>
                  <a:lnTo>
                    <a:pt x="597573" y="240502"/>
                  </a:lnTo>
                  <a:lnTo>
                    <a:pt x="643055" y="222098"/>
                  </a:lnTo>
                  <a:lnTo>
                    <a:pt x="691008" y="207028"/>
                  </a:lnTo>
                  <a:lnTo>
                    <a:pt x="741234" y="195501"/>
                  </a:lnTo>
                  <a:lnTo>
                    <a:pt x="793535" y="187727"/>
                  </a:lnTo>
                  <a:lnTo>
                    <a:pt x="846063" y="184001"/>
                  </a:lnTo>
                  <a:lnTo>
                    <a:pt x="898481" y="184322"/>
                  </a:lnTo>
                  <a:lnTo>
                    <a:pt x="950442" y="188634"/>
                  </a:lnTo>
                  <a:lnTo>
                    <a:pt x="1001605" y="196877"/>
                  </a:lnTo>
                  <a:lnTo>
                    <a:pt x="1051623" y="208995"/>
                  </a:lnTo>
                  <a:lnTo>
                    <a:pt x="1100152" y="224930"/>
                  </a:lnTo>
                  <a:lnTo>
                    <a:pt x="1146849" y="244623"/>
                  </a:lnTo>
                  <a:lnTo>
                    <a:pt x="1173278" y="209555"/>
                  </a:lnTo>
                  <a:lnTo>
                    <a:pt x="1203884" y="177845"/>
                  </a:lnTo>
                  <a:lnTo>
                    <a:pt x="1238224" y="149605"/>
                  </a:lnTo>
                  <a:lnTo>
                    <a:pt x="1275856" y="124943"/>
                  </a:lnTo>
                  <a:lnTo>
                    <a:pt x="1316339" y="103969"/>
                  </a:lnTo>
                  <a:lnTo>
                    <a:pt x="1359230" y="86793"/>
                  </a:lnTo>
                  <a:lnTo>
                    <a:pt x="1404087" y="73523"/>
                  </a:lnTo>
                  <a:lnTo>
                    <a:pt x="1450468" y="64268"/>
                  </a:lnTo>
                  <a:lnTo>
                    <a:pt x="1497931" y="59140"/>
                  </a:lnTo>
                  <a:lnTo>
                    <a:pt x="1546034" y="58246"/>
                  </a:lnTo>
                  <a:lnTo>
                    <a:pt x="1594335" y="61697"/>
                  </a:lnTo>
                  <a:lnTo>
                    <a:pt x="1642391" y="69601"/>
                  </a:lnTo>
                  <a:lnTo>
                    <a:pt x="1689761" y="82068"/>
                  </a:lnTo>
                  <a:lnTo>
                    <a:pt x="1736002" y="99208"/>
                  </a:lnTo>
                  <a:lnTo>
                    <a:pt x="1789389" y="126164"/>
                  </a:lnTo>
                  <a:lnTo>
                    <a:pt x="1837348" y="159025"/>
                  </a:lnTo>
                  <a:lnTo>
                    <a:pt x="1864323" y="122426"/>
                  </a:lnTo>
                  <a:lnTo>
                    <a:pt x="1896818" y="90206"/>
                  </a:lnTo>
                  <a:lnTo>
                    <a:pt x="1934093" y="62566"/>
                  </a:lnTo>
                  <a:lnTo>
                    <a:pt x="1975409" y="39703"/>
                  </a:lnTo>
                  <a:lnTo>
                    <a:pt x="2020026" y="21816"/>
                  </a:lnTo>
                  <a:lnTo>
                    <a:pt x="2067205" y="9104"/>
                  </a:lnTo>
                  <a:lnTo>
                    <a:pt x="2116205" y="1766"/>
                  </a:lnTo>
                  <a:lnTo>
                    <a:pt x="2166288" y="0"/>
                  </a:lnTo>
                  <a:lnTo>
                    <a:pt x="2216712" y="4004"/>
                  </a:lnTo>
                  <a:lnTo>
                    <a:pt x="2266739" y="13978"/>
                  </a:lnTo>
                  <a:lnTo>
                    <a:pt x="2315630" y="30120"/>
                  </a:lnTo>
                  <a:lnTo>
                    <a:pt x="2350989" y="46472"/>
                  </a:lnTo>
                  <a:lnTo>
                    <a:pt x="2413517" y="88128"/>
                  </a:lnTo>
                  <a:lnTo>
                    <a:pt x="2440090" y="113051"/>
                  </a:lnTo>
                  <a:lnTo>
                    <a:pt x="2474613" y="84166"/>
                  </a:lnTo>
                  <a:lnTo>
                    <a:pt x="2512475" y="59492"/>
                  </a:lnTo>
                  <a:lnTo>
                    <a:pt x="2553153" y="39063"/>
                  </a:lnTo>
                  <a:lnTo>
                    <a:pt x="2596121" y="22914"/>
                  </a:lnTo>
                  <a:lnTo>
                    <a:pt x="2640856" y="11080"/>
                  </a:lnTo>
                  <a:lnTo>
                    <a:pt x="2686833" y="3597"/>
                  </a:lnTo>
                  <a:lnTo>
                    <a:pt x="2733528" y="499"/>
                  </a:lnTo>
                  <a:lnTo>
                    <a:pt x="2780416" y="1822"/>
                  </a:lnTo>
                  <a:lnTo>
                    <a:pt x="2826972" y="7600"/>
                  </a:lnTo>
                  <a:lnTo>
                    <a:pt x="2872673" y="17868"/>
                  </a:lnTo>
                  <a:lnTo>
                    <a:pt x="2916994" y="32662"/>
                  </a:lnTo>
                  <a:lnTo>
                    <a:pt x="2959410" y="52017"/>
                  </a:lnTo>
                  <a:lnTo>
                    <a:pt x="2999398" y="75967"/>
                  </a:lnTo>
                  <a:lnTo>
                    <a:pt x="3038727" y="106783"/>
                  </a:lnTo>
                  <a:lnTo>
                    <a:pt x="3072174" y="141408"/>
                  </a:lnTo>
                  <a:lnTo>
                    <a:pt x="3099342" y="179294"/>
                  </a:lnTo>
                  <a:lnTo>
                    <a:pt x="3119834" y="219894"/>
                  </a:lnTo>
                  <a:lnTo>
                    <a:pt x="3133256" y="262657"/>
                  </a:lnTo>
                  <a:lnTo>
                    <a:pt x="3185119" y="276894"/>
                  </a:lnTo>
                  <a:lnTo>
                    <a:pt x="3233309" y="295773"/>
                  </a:lnTo>
                  <a:lnTo>
                    <a:pt x="3277542" y="318888"/>
                  </a:lnTo>
                  <a:lnTo>
                    <a:pt x="3317529" y="345837"/>
                  </a:lnTo>
                  <a:lnTo>
                    <a:pt x="3352986" y="376216"/>
                  </a:lnTo>
                  <a:lnTo>
                    <a:pt x="3383626" y="409619"/>
                  </a:lnTo>
                  <a:lnTo>
                    <a:pt x="3409163" y="445643"/>
                  </a:lnTo>
                  <a:lnTo>
                    <a:pt x="3429311" y="483884"/>
                  </a:lnTo>
                  <a:lnTo>
                    <a:pt x="3443784" y="523939"/>
                  </a:lnTo>
                  <a:lnTo>
                    <a:pt x="3452295" y="565402"/>
                  </a:lnTo>
                  <a:lnTo>
                    <a:pt x="3454559" y="607869"/>
                  </a:lnTo>
                  <a:lnTo>
                    <a:pt x="3450289" y="650938"/>
                  </a:lnTo>
                  <a:lnTo>
                    <a:pt x="3439199" y="694203"/>
                  </a:lnTo>
                  <a:lnTo>
                    <a:pt x="3419260" y="740304"/>
                  </a:lnTo>
                  <a:lnTo>
                    <a:pt x="3449717" y="775585"/>
                  </a:lnTo>
                  <a:lnTo>
                    <a:pt x="3475404" y="812361"/>
                  </a:lnTo>
                  <a:lnTo>
                    <a:pt x="3496365" y="850368"/>
                  </a:lnTo>
                  <a:lnTo>
                    <a:pt x="3512642" y="889346"/>
                  </a:lnTo>
                  <a:lnTo>
                    <a:pt x="3524277" y="929031"/>
                  </a:lnTo>
                  <a:lnTo>
                    <a:pt x="3531314" y="969163"/>
                  </a:lnTo>
                  <a:lnTo>
                    <a:pt x="3533795" y="1009480"/>
                  </a:lnTo>
                  <a:lnTo>
                    <a:pt x="3531763" y="1049718"/>
                  </a:lnTo>
                  <a:lnTo>
                    <a:pt x="3525259" y="1089617"/>
                  </a:lnTo>
                  <a:lnTo>
                    <a:pt x="3514328" y="1128914"/>
                  </a:lnTo>
                  <a:lnTo>
                    <a:pt x="3499011" y="1167348"/>
                  </a:lnTo>
                  <a:lnTo>
                    <a:pt x="3479352" y="1204656"/>
                  </a:lnTo>
                  <a:lnTo>
                    <a:pt x="3455392" y="1240576"/>
                  </a:lnTo>
                  <a:lnTo>
                    <a:pt x="3427175" y="1274847"/>
                  </a:lnTo>
                  <a:lnTo>
                    <a:pt x="3394743" y="1307207"/>
                  </a:lnTo>
                  <a:lnTo>
                    <a:pt x="3358139" y="1337393"/>
                  </a:lnTo>
                  <a:lnTo>
                    <a:pt x="3317406" y="1365144"/>
                  </a:lnTo>
                  <a:lnTo>
                    <a:pt x="3270566" y="1391181"/>
                  </a:lnTo>
                  <a:lnTo>
                    <a:pt x="3220849" y="1413116"/>
                  </a:lnTo>
                  <a:lnTo>
                    <a:pt x="3168670" y="1430807"/>
                  </a:lnTo>
                  <a:lnTo>
                    <a:pt x="3114442" y="1444116"/>
                  </a:lnTo>
                  <a:lnTo>
                    <a:pt x="3058580" y="1452901"/>
                  </a:lnTo>
                  <a:lnTo>
                    <a:pt x="3055404" y="1494302"/>
                  </a:lnTo>
                  <a:lnTo>
                    <a:pt x="3046884" y="1534379"/>
                  </a:lnTo>
                  <a:lnTo>
                    <a:pt x="3033311" y="1572901"/>
                  </a:lnTo>
                  <a:lnTo>
                    <a:pt x="3014975" y="1609638"/>
                  </a:lnTo>
                  <a:lnTo>
                    <a:pt x="2992168" y="1644361"/>
                  </a:lnTo>
                  <a:lnTo>
                    <a:pt x="2965181" y="1676838"/>
                  </a:lnTo>
                  <a:lnTo>
                    <a:pt x="2934304" y="1706839"/>
                  </a:lnTo>
                  <a:lnTo>
                    <a:pt x="2899830" y="1734135"/>
                  </a:lnTo>
                  <a:lnTo>
                    <a:pt x="2862048" y="1758494"/>
                  </a:lnTo>
                  <a:lnTo>
                    <a:pt x="2821250" y="1779686"/>
                  </a:lnTo>
                  <a:lnTo>
                    <a:pt x="2777727" y="1797482"/>
                  </a:lnTo>
                  <a:lnTo>
                    <a:pt x="2731769" y="1811651"/>
                  </a:lnTo>
                  <a:lnTo>
                    <a:pt x="2683669" y="1821962"/>
                  </a:lnTo>
                  <a:lnTo>
                    <a:pt x="2633716" y="1828186"/>
                  </a:lnTo>
                  <a:lnTo>
                    <a:pt x="2582203" y="1830091"/>
                  </a:lnTo>
                  <a:lnTo>
                    <a:pt x="2530170" y="1827410"/>
                  </a:lnTo>
                  <a:lnTo>
                    <a:pt x="2479065" y="1820193"/>
                  </a:lnTo>
                  <a:lnTo>
                    <a:pt x="2429324" y="1808539"/>
                  </a:lnTo>
                  <a:lnTo>
                    <a:pt x="2381388" y="1792544"/>
                  </a:lnTo>
                  <a:lnTo>
                    <a:pt x="2335696" y="1772306"/>
                  </a:lnTo>
                  <a:lnTo>
                    <a:pt x="2317887" y="1812774"/>
                  </a:lnTo>
                  <a:lnTo>
                    <a:pt x="2295805" y="1850992"/>
                  </a:lnTo>
                  <a:lnTo>
                    <a:pt x="2269738" y="1886836"/>
                  </a:lnTo>
                  <a:lnTo>
                    <a:pt x="2239975" y="1920181"/>
                  </a:lnTo>
                  <a:lnTo>
                    <a:pt x="2206804" y="1950902"/>
                  </a:lnTo>
                  <a:lnTo>
                    <a:pt x="2170512" y="1978875"/>
                  </a:lnTo>
                  <a:lnTo>
                    <a:pt x="2131390" y="2003976"/>
                  </a:lnTo>
                  <a:lnTo>
                    <a:pt x="2089724" y="2026080"/>
                  </a:lnTo>
                  <a:lnTo>
                    <a:pt x="2045803" y="2045063"/>
                  </a:lnTo>
                  <a:lnTo>
                    <a:pt x="1999916" y="2060799"/>
                  </a:lnTo>
                  <a:lnTo>
                    <a:pt x="1952351" y="2073166"/>
                  </a:lnTo>
                  <a:lnTo>
                    <a:pt x="1903396" y="2082037"/>
                  </a:lnTo>
                  <a:lnTo>
                    <a:pt x="1853339" y="2087289"/>
                  </a:lnTo>
                  <a:lnTo>
                    <a:pt x="1802469" y="2088797"/>
                  </a:lnTo>
                  <a:lnTo>
                    <a:pt x="1751074" y="2086437"/>
                  </a:lnTo>
                  <a:lnTo>
                    <a:pt x="1699443" y="2080084"/>
                  </a:lnTo>
                  <a:lnTo>
                    <a:pt x="1647864" y="2069613"/>
                  </a:lnTo>
                  <a:lnTo>
                    <a:pt x="1596567" y="2054769"/>
                  </a:lnTo>
                  <a:lnTo>
                    <a:pt x="1547610" y="2036051"/>
                  </a:lnTo>
                  <a:lnTo>
                    <a:pt x="1501310" y="2013643"/>
                  </a:lnTo>
                  <a:lnTo>
                    <a:pt x="1457984" y="1987729"/>
                  </a:lnTo>
                  <a:lnTo>
                    <a:pt x="1417951" y="1958494"/>
                  </a:lnTo>
                  <a:lnTo>
                    <a:pt x="1381528" y="1926122"/>
                  </a:lnTo>
                  <a:lnTo>
                    <a:pt x="1349033" y="1890797"/>
                  </a:lnTo>
                  <a:lnTo>
                    <a:pt x="1303634" y="1910887"/>
                  </a:lnTo>
                  <a:lnTo>
                    <a:pt x="1257120" y="1927677"/>
                  </a:lnTo>
                  <a:lnTo>
                    <a:pt x="1209716" y="1941211"/>
                  </a:lnTo>
                  <a:lnTo>
                    <a:pt x="1161643" y="1951535"/>
                  </a:lnTo>
                  <a:lnTo>
                    <a:pt x="1113124" y="1958693"/>
                  </a:lnTo>
                  <a:lnTo>
                    <a:pt x="1064384" y="1962730"/>
                  </a:lnTo>
                  <a:lnTo>
                    <a:pt x="1015643" y="1963691"/>
                  </a:lnTo>
                  <a:lnTo>
                    <a:pt x="967127" y="1961621"/>
                  </a:lnTo>
                  <a:lnTo>
                    <a:pt x="919056" y="1956564"/>
                  </a:lnTo>
                  <a:lnTo>
                    <a:pt x="871656" y="1948566"/>
                  </a:lnTo>
                  <a:lnTo>
                    <a:pt x="825148" y="1937672"/>
                  </a:lnTo>
                  <a:lnTo>
                    <a:pt x="779755" y="1923926"/>
                  </a:lnTo>
                  <a:lnTo>
                    <a:pt x="735701" y="1907373"/>
                  </a:lnTo>
                  <a:lnTo>
                    <a:pt x="693208" y="1888058"/>
                  </a:lnTo>
                  <a:lnTo>
                    <a:pt x="652499" y="1866026"/>
                  </a:lnTo>
                  <a:lnTo>
                    <a:pt x="613798" y="1841322"/>
                  </a:lnTo>
                  <a:lnTo>
                    <a:pt x="577328" y="1813991"/>
                  </a:lnTo>
                  <a:lnTo>
                    <a:pt x="543310" y="1784076"/>
                  </a:lnTo>
                  <a:lnTo>
                    <a:pt x="511969" y="1751625"/>
                  </a:lnTo>
                  <a:lnTo>
                    <a:pt x="483528" y="1716680"/>
                  </a:lnTo>
                  <a:lnTo>
                    <a:pt x="476924" y="1707409"/>
                  </a:lnTo>
                  <a:lnTo>
                    <a:pt x="424177" y="1709256"/>
                  </a:lnTo>
                  <a:lnTo>
                    <a:pt x="372955" y="1705011"/>
                  </a:lnTo>
                  <a:lnTo>
                    <a:pt x="323871" y="1695062"/>
                  </a:lnTo>
                  <a:lnTo>
                    <a:pt x="277536" y="1679797"/>
                  </a:lnTo>
                  <a:lnTo>
                    <a:pt x="234561" y="1659605"/>
                  </a:lnTo>
                  <a:lnTo>
                    <a:pt x="195560" y="1634874"/>
                  </a:lnTo>
                  <a:lnTo>
                    <a:pt x="161144" y="1605991"/>
                  </a:lnTo>
                  <a:lnTo>
                    <a:pt x="131926" y="1573345"/>
                  </a:lnTo>
                  <a:lnTo>
                    <a:pt x="108516" y="1537325"/>
                  </a:lnTo>
                  <a:lnTo>
                    <a:pt x="91528" y="1498317"/>
                  </a:lnTo>
                  <a:lnTo>
                    <a:pt x="81573" y="1456711"/>
                  </a:lnTo>
                  <a:lnTo>
                    <a:pt x="79701" y="1406735"/>
                  </a:lnTo>
                  <a:lnTo>
                    <a:pt x="88577" y="1357802"/>
                  </a:lnTo>
                  <a:lnTo>
                    <a:pt x="107761" y="1310983"/>
                  </a:lnTo>
                  <a:lnTo>
                    <a:pt x="136815" y="1267353"/>
                  </a:lnTo>
                  <a:lnTo>
                    <a:pt x="175299" y="1227984"/>
                  </a:lnTo>
                  <a:lnTo>
                    <a:pt x="131980" y="1203821"/>
                  </a:lnTo>
                  <a:lnTo>
                    <a:pt x="94424" y="1175518"/>
                  </a:lnTo>
                  <a:lnTo>
                    <a:pt x="62830" y="1143682"/>
                  </a:lnTo>
                  <a:lnTo>
                    <a:pt x="37393" y="1108922"/>
                  </a:lnTo>
                  <a:lnTo>
                    <a:pt x="18311" y="1071846"/>
                  </a:lnTo>
                  <a:lnTo>
                    <a:pt x="5781" y="1033061"/>
                  </a:lnTo>
                  <a:lnTo>
                    <a:pt x="0" y="993176"/>
                  </a:lnTo>
                  <a:lnTo>
                    <a:pt x="1164" y="952799"/>
                  </a:lnTo>
                  <a:lnTo>
                    <a:pt x="9470" y="912537"/>
                  </a:lnTo>
                  <a:lnTo>
                    <a:pt x="25116" y="872999"/>
                  </a:lnTo>
                  <a:lnTo>
                    <a:pt x="48299" y="834792"/>
                  </a:lnTo>
                  <a:lnTo>
                    <a:pt x="80329" y="797602"/>
                  </a:lnTo>
                  <a:lnTo>
                    <a:pt x="118694" y="765323"/>
                  </a:lnTo>
                  <a:lnTo>
                    <a:pt x="162535" y="738399"/>
                  </a:lnTo>
                  <a:lnTo>
                    <a:pt x="210991" y="717275"/>
                  </a:lnTo>
                  <a:lnTo>
                    <a:pt x="263199" y="702395"/>
                  </a:lnTo>
                  <a:lnTo>
                    <a:pt x="318301" y="694203"/>
                  </a:lnTo>
                  <a:lnTo>
                    <a:pt x="321222" y="68772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4446" y="5660809"/>
              <a:ext cx="234950" cy="24820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848857" y="3613785"/>
              <a:ext cx="3238500" cy="2166620"/>
            </a:xfrm>
            <a:custGeom>
              <a:avLst/>
              <a:gdLst/>
              <a:ahLst/>
              <a:cxnLst/>
              <a:rect l="l" t="t" r="r" b="b"/>
              <a:pathLst>
                <a:path w="3238500" h="2166620">
                  <a:moveTo>
                    <a:pt x="1164082" y="1992325"/>
                  </a:moveTo>
                  <a:lnTo>
                    <a:pt x="1157870" y="2038577"/>
                  </a:lnTo>
                  <a:lnTo>
                    <a:pt x="1140337" y="2080139"/>
                  </a:lnTo>
                  <a:lnTo>
                    <a:pt x="1113139" y="2115353"/>
                  </a:lnTo>
                  <a:lnTo>
                    <a:pt x="1077928" y="2142559"/>
                  </a:lnTo>
                  <a:lnTo>
                    <a:pt x="1036361" y="2160099"/>
                  </a:lnTo>
                  <a:lnTo>
                    <a:pt x="990091" y="2166315"/>
                  </a:lnTo>
                  <a:lnTo>
                    <a:pt x="943822" y="2160099"/>
                  </a:lnTo>
                  <a:lnTo>
                    <a:pt x="902255" y="2142559"/>
                  </a:lnTo>
                  <a:lnTo>
                    <a:pt x="867044" y="2115353"/>
                  </a:lnTo>
                  <a:lnTo>
                    <a:pt x="839846" y="2080139"/>
                  </a:lnTo>
                  <a:lnTo>
                    <a:pt x="822313" y="2038577"/>
                  </a:lnTo>
                  <a:lnTo>
                    <a:pt x="816101" y="1992325"/>
                  </a:lnTo>
                  <a:lnTo>
                    <a:pt x="822313" y="1946076"/>
                  </a:lnTo>
                  <a:lnTo>
                    <a:pt x="839846" y="1904523"/>
                  </a:lnTo>
                  <a:lnTo>
                    <a:pt x="867044" y="1869322"/>
                  </a:lnTo>
                  <a:lnTo>
                    <a:pt x="902255" y="1842128"/>
                  </a:lnTo>
                  <a:lnTo>
                    <a:pt x="943822" y="1824597"/>
                  </a:lnTo>
                  <a:lnTo>
                    <a:pt x="990091" y="1818386"/>
                  </a:lnTo>
                  <a:lnTo>
                    <a:pt x="1036361" y="1824597"/>
                  </a:lnTo>
                  <a:lnTo>
                    <a:pt x="1077928" y="1842128"/>
                  </a:lnTo>
                  <a:lnTo>
                    <a:pt x="1113139" y="1869322"/>
                  </a:lnTo>
                  <a:lnTo>
                    <a:pt x="1140337" y="1904523"/>
                  </a:lnTo>
                  <a:lnTo>
                    <a:pt x="1157870" y="1946076"/>
                  </a:lnTo>
                  <a:lnTo>
                    <a:pt x="1164082" y="1992325"/>
                  </a:lnTo>
                  <a:close/>
                </a:path>
                <a:path w="3238500" h="2166620">
                  <a:moveTo>
                    <a:pt x="206882" y="1152016"/>
                  </a:moveTo>
                  <a:lnTo>
                    <a:pt x="152858" y="1152092"/>
                  </a:lnTo>
                  <a:lnTo>
                    <a:pt x="99774" y="1145571"/>
                  </a:lnTo>
                  <a:lnTo>
                    <a:pt x="48523" y="1132621"/>
                  </a:lnTo>
                  <a:lnTo>
                    <a:pt x="0" y="1113408"/>
                  </a:lnTo>
                </a:path>
                <a:path w="3238500" h="2166620">
                  <a:moveTo>
                    <a:pt x="389508" y="1573529"/>
                  </a:moveTo>
                  <a:lnTo>
                    <a:pt x="367466" y="1579907"/>
                  </a:lnTo>
                  <a:lnTo>
                    <a:pt x="344995" y="1585118"/>
                  </a:lnTo>
                  <a:lnTo>
                    <a:pt x="322143" y="1589139"/>
                  </a:lnTo>
                  <a:lnTo>
                    <a:pt x="298957" y="1591945"/>
                  </a:lnTo>
                </a:path>
                <a:path w="3238500" h="2166620">
                  <a:moveTo>
                    <a:pt x="1169796" y="1776095"/>
                  </a:moveTo>
                  <a:lnTo>
                    <a:pt x="1154084" y="1755957"/>
                  </a:lnTo>
                  <a:lnTo>
                    <a:pt x="1139729" y="1735201"/>
                  </a:lnTo>
                  <a:lnTo>
                    <a:pt x="1126755" y="1713872"/>
                  </a:lnTo>
                  <a:lnTo>
                    <a:pt x="1115187" y="1692020"/>
                  </a:lnTo>
                </a:path>
                <a:path w="3238500" h="2166620">
                  <a:moveTo>
                    <a:pt x="2178685" y="1566417"/>
                  </a:moveTo>
                  <a:lnTo>
                    <a:pt x="2175541" y="1589789"/>
                  </a:lnTo>
                  <a:lnTo>
                    <a:pt x="2170874" y="1612995"/>
                  </a:lnTo>
                  <a:lnTo>
                    <a:pt x="2164683" y="1635962"/>
                  </a:lnTo>
                  <a:lnTo>
                    <a:pt x="2156967" y="1658620"/>
                  </a:lnTo>
                </a:path>
                <a:path w="3238500" h="2166620">
                  <a:moveTo>
                    <a:pt x="2611882" y="996188"/>
                  </a:moveTo>
                  <a:lnTo>
                    <a:pt x="2659172" y="1017504"/>
                  </a:lnTo>
                  <a:lnTo>
                    <a:pt x="2702570" y="1042667"/>
                  </a:lnTo>
                  <a:lnTo>
                    <a:pt x="2741806" y="1071333"/>
                  </a:lnTo>
                  <a:lnTo>
                    <a:pt x="2776616" y="1103156"/>
                  </a:lnTo>
                  <a:lnTo>
                    <a:pt x="2806731" y="1137793"/>
                  </a:lnTo>
                  <a:lnTo>
                    <a:pt x="2831886" y="1174898"/>
                  </a:lnTo>
                  <a:lnTo>
                    <a:pt x="2851814" y="1214128"/>
                  </a:lnTo>
                  <a:lnTo>
                    <a:pt x="2866247" y="1255137"/>
                  </a:lnTo>
                  <a:lnTo>
                    <a:pt x="2874920" y="1297583"/>
                  </a:lnTo>
                  <a:lnTo>
                    <a:pt x="2877566" y="1341120"/>
                  </a:lnTo>
                </a:path>
                <a:path w="3238500" h="2166620">
                  <a:moveTo>
                    <a:pt x="3238499" y="628903"/>
                  </a:moveTo>
                  <a:lnTo>
                    <a:pt x="3216024" y="665214"/>
                  </a:lnTo>
                  <a:lnTo>
                    <a:pt x="3188620" y="699071"/>
                  </a:lnTo>
                  <a:lnTo>
                    <a:pt x="3156596" y="730166"/>
                  </a:lnTo>
                  <a:lnTo>
                    <a:pt x="3120263" y="758189"/>
                  </a:lnTo>
                </a:path>
                <a:path w="3238500" h="2166620">
                  <a:moveTo>
                    <a:pt x="2954655" y="149097"/>
                  </a:moveTo>
                  <a:lnTo>
                    <a:pt x="2957609" y="164286"/>
                  </a:lnTo>
                  <a:lnTo>
                    <a:pt x="2959623" y="179546"/>
                  </a:lnTo>
                  <a:lnTo>
                    <a:pt x="2960709" y="194853"/>
                  </a:lnTo>
                  <a:lnTo>
                    <a:pt x="2960877" y="210184"/>
                  </a:lnTo>
                </a:path>
                <a:path w="3238500" h="2166620">
                  <a:moveTo>
                    <a:pt x="2199259" y="77850"/>
                  </a:moveTo>
                  <a:lnTo>
                    <a:pt x="2211724" y="57096"/>
                  </a:lnTo>
                  <a:lnTo>
                    <a:pt x="2226024" y="37163"/>
                  </a:lnTo>
                  <a:lnTo>
                    <a:pt x="2242085" y="18111"/>
                  </a:lnTo>
                  <a:lnTo>
                    <a:pt x="2259838" y="0"/>
                  </a:lnTo>
                </a:path>
                <a:path w="3238500" h="2166620">
                  <a:moveTo>
                    <a:pt x="1632458" y="114934"/>
                  </a:moveTo>
                  <a:lnTo>
                    <a:pt x="1637863" y="97633"/>
                  </a:lnTo>
                  <a:lnTo>
                    <a:pt x="1644554" y="80629"/>
                  </a:lnTo>
                  <a:lnTo>
                    <a:pt x="1652531" y="63982"/>
                  </a:lnTo>
                  <a:lnTo>
                    <a:pt x="1661794" y="47751"/>
                  </a:lnTo>
                </a:path>
                <a:path w="3238500" h="2166620">
                  <a:moveTo>
                    <a:pt x="967359" y="137794"/>
                  </a:moveTo>
                  <a:lnTo>
                    <a:pt x="995681" y="152100"/>
                  </a:lnTo>
                  <a:lnTo>
                    <a:pt x="1022873" y="167751"/>
                  </a:lnTo>
                  <a:lnTo>
                    <a:pt x="1048851" y="184711"/>
                  </a:lnTo>
                  <a:lnTo>
                    <a:pt x="1073531" y="202945"/>
                  </a:lnTo>
                </a:path>
                <a:path w="3238500" h="2166620">
                  <a:moveTo>
                    <a:pt x="160654" y="649985"/>
                  </a:moveTo>
                  <a:lnTo>
                    <a:pt x="154775" y="633037"/>
                  </a:lnTo>
                  <a:lnTo>
                    <a:pt x="149717" y="615934"/>
                  </a:lnTo>
                  <a:lnTo>
                    <a:pt x="145492" y="598711"/>
                  </a:lnTo>
                  <a:lnTo>
                    <a:pt x="142112" y="5814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264021" y="4024629"/>
            <a:ext cx="209550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81025" marR="5715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latin typeface="Arial MT"/>
                <a:cs typeface="Arial MT"/>
              </a:rPr>
              <a:t>Who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is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responsible?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140">
                <a:latin typeface="Arial MT"/>
                <a:cs typeface="Arial MT"/>
              </a:rPr>
              <a:t>Who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do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I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talk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to?</a:t>
            </a:r>
            <a:endParaRPr sz="1000">
              <a:latin typeface="Arial MT"/>
              <a:cs typeface="Arial MT"/>
            </a:endParaRPr>
          </a:p>
          <a:p>
            <a:pPr algn="ctr" marL="1905">
              <a:lnSpc>
                <a:spcPct val="100000"/>
              </a:lnSpc>
            </a:pPr>
            <a:r>
              <a:rPr dirty="0" sz="1000" spc="-114">
                <a:latin typeface="Arial MT"/>
                <a:cs typeface="Arial MT"/>
              </a:rPr>
              <a:t>What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if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problems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occur?</a:t>
            </a: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114">
                <a:latin typeface="Arial MT"/>
                <a:cs typeface="Arial MT"/>
              </a:rPr>
              <a:t>What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is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30">
                <a:latin typeface="Arial MT"/>
                <a:cs typeface="Arial MT"/>
              </a:rPr>
              <a:t>my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task?</a:t>
            </a:r>
            <a:endParaRPr sz="1000">
              <a:latin typeface="Arial MT"/>
              <a:cs typeface="Arial MT"/>
            </a:endParaRPr>
          </a:p>
          <a:p>
            <a:pPr algn="ctr" marL="1905">
              <a:lnSpc>
                <a:spcPct val="100000"/>
              </a:lnSpc>
            </a:pPr>
            <a:r>
              <a:rPr dirty="0" sz="1000" spc="-114">
                <a:latin typeface="Arial MT"/>
                <a:cs typeface="Arial MT"/>
              </a:rPr>
              <a:t>What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are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the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milestones?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000" spc="-135">
                <a:latin typeface="Arial MT"/>
                <a:cs typeface="Arial MT"/>
              </a:rPr>
              <a:t>How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do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30">
                <a:latin typeface="Arial MT"/>
                <a:cs typeface="Arial MT"/>
              </a:rPr>
              <a:t>we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exchange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information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(securely)?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426" y="2442845"/>
            <a:ext cx="2224151" cy="4923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615" y="3065145"/>
            <a:ext cx="3251327" cy="50596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3616" y="155955"/>
              <a:ext cx="802005" cy="247015"/>
            </a:xfrm>
            <a:custGeom>
              <a:avLst/>
              <a:gdLst/>
              <a:ahLst/>
              <a:cxnLst/>
              <a:rect l="l" t="t" r="r" b="b"/>
              <a:pathLst>
                <a:path w="802005" h="247015">
                  <a:moveTo>
                    <a:pt x="371538" y="123063"/>
                  </a:moveTo>
                  <a:lnTo>
                    <a:pt x="352706" y="123063"/>
                  </a:lnTo>
                  <a:lnTo>
                    <a:pt x="346824" y="123571"/>
                  </a:lnTo>
                  <a:lnTo>
                    <a:pt x="340080" y="124587"/>
                  </a:lnTo>
                  <a:lnTo>
                    <a:pt x="333349" y="125729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12"/>
                  </a:lnTo>
                  <a:lnTo>
                    <a:pt x="313016" y="138302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44" y="170052"/>
                  </a:lnTo>
                  <a:lnTo>
                    <a:pt x="323028" y="199517"/>
                  </a:lnTo>
                  <a:lnTo>
                    <a:pt x="323184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60" y="192404"/>
                  </a:lnTo>
                  <a:lnTo>
                    <a:pt x="390804" y="188341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346392" y="183515"/>
                  </a:lnTo>
                  <a:lnTo>
                    <a:pt x="341117" y="181991"/>
                  </a:lnTo>
                  <a:lnTo>
                    <a:pt x="340804" y="181991"/>
                  </a:lnTo>
                  <a:lnTo>
                    <a:pt x="337502" y="178689"/>
                  </a:lnTo>
                  <a:lnTo>
                    <a:pt x="334327" y="175387"/>
                  </a:lnTo>
                  <a:lnTo>
                    <a:pt x="332740" y="170052"/>
                  </a:lnTo>
                  <a:lnTo>
                    <a:pt x="332740" y="156210"/>
                  </a:lnTo>
                  <a:lnTo>
                    <a:pt x="334632" y="151384"/>
                  </a:lnTo>
                  <a:lnTo>
                    <a:pt x="338416" y="148209"/>
                  </a:lnTo>
                  <a:lnTo>
                    <a:pt x="342201" y="145161"/>
                  </a:lnTo>
                  <a:lnTo>
                    <a:pt x="349440" y="143637"/>
                  </a:lnTo>
                  <a:lnTo>
                    <a:pt x="412127" y="143637"/>
                  </a:lnTo>
                  <a:lnTo>
                    <a:pt x="412127" y="124205"/>
                  </a:lnTo>
                  <a:lnTo>
                    <a:pt x="386321" y="124205"/>
                  </a:lnTo>
                  <a:lnTo>
                    <a:pt x="383260" y="123951"/>
                  </a:lnTo>
                  <a:lnTo>
                    <a:pt x="379691" y="123571"/>
                  </a:lnTo>
                  <a:lnTo>
                    <a:pt x="371538" y="123063"/>
                  </a:lnTo>
                  <a:close/>
                </a:path>
                <a:path w="802005" h="247015">
                  <a:moveTo>
                    <a:pt x="424116" y="188341"/>
                  </a:moveTo>
                  <a:lnTo>
                    <a:pt x="390804" y="188341"/>
                  </a:lnTo>
                  <a:lnTo>
                    <a:pt x="391909" y="192404"/>
                  </a:lnTo>
                  <a:lnTo>
                    <a:pt x="394258" y="195707"/>
                  </a:lnTo>
                  <a:lnTo>
                    <a:pt x="401584" y="201422"/>
                  </a:lnTo>
                  <a:lnTo>
                    <a:pt x="401954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709" y="201757"/>
                  </a:lnTo>
                  <a:lnTo>
                    <a:pt x="424116" y="201757"/>
                  </a:lnTo>
                  <a:lnTo>
                    <a:pt x="424116" y="188341"/>
                  </a:lnTo>
                  <a:close/>
                </a:path>
                <a:path w="802005" h="247015">
                  <a:moveTo>
                    <a:pt x="412127" y="143637"/>
                  </a:moveTo>
                  <a:lnTo>
                    <a:pt x="370192" y="143637"/>
                  </a:lnTo>
                  <a:lnTo>
                    <a:pt x="378968" y="144145"/>
                  </a:lnTo>
                  <a:lnTo>
                    <a:pt x="386321" y="144652"/>
                  </a:lnTo>
                  <a:lnTo>
                    <a:pt x="386321" y="171323"/>
                  </a:lnTo>
                  <a:lnTo>
                    <a:pt x="383793" y="173354"/>
                  </a:lnTo>
                  <a:lnTo>
                    <a:pt x="382152" y="174625"/>
                  </a:lnTo>
                  <a:lnTo>
                    <a:pt x="377558" y="177292"/>
                  </a:lnTo>
                  <a:lnTo>
                    <a:pt x="371868" y="179704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424116" y="183515"/>
                  </a:lnTo>
                  <a:lnTo>
                    <a:pt x="424116" y="181991"/>
                  </a:lnTo>
                  <a:lnTo>
                    <a:pt x="419112" y="181991"/>
                  </a:lnTo>
                  <a:lnTo>
                    <a:pt x="415861" y="181101"/>
                  </a:lnTo>
                  <a:lnTo>
                    <a:pt x="412877" y="177292"/>
                  </a:lnTo>
                  <a:lnTo>
                    <a:pt x="412127" y="173354"/>
                  </a:lnTo>
                  <a:lnTo>
                    <a:pt x="412127" y="143637"/>
                  </a:lnTo>
                  <a:close/>
                </a:path>
                <a:path w="802005" h="247015">
                  <a:moveTo>
                    <a:pt x="407876" y="89408"/>
                  </a:moveTo>
                  <a:lnTo>
                    <a:pt x="364070" y="89408"/>
                  </a:lnTo>
                  <a:lnTo>
                    <a:pt x="368706" y="89916"/>
                  </a:lnTo>
                  <a:lnTo>
                    <a:pt x="372313" y="90932"/>
                  </a:lnTo>
                  <a:lnTo>
                    <a:pt x="386321" y="114046"/>
                  </a:lnTo>
                  <a:lnTo>
                    <a:pt x="386321" y="124205"/>
                  </a:lnTo>
                  <a:lnTo>
                    <a:pt x="412127" y="124205"/>
                  </a:lnTo>
                  <a:lnTo>
                    <a:pt x="412127" y="112141"/>
                  </a:lnTo>
                  <a:lnTo>
                    <a:pt x="411472" y="105155"/>
                  </a:lnTo>
                  <a:lnTo>
                    <a:pt x="411353" y="103886"/>
                  </a:lnTo>
                  <a:lnTo>
                    <a:pt x="408270" y="90297"/>
                  </a:lnTo>
                  <a:lnTo>
                    <a:pt x="408119" y="89916"/>
                  </a:lnTo>
                  <a:lnTo>
                    <a:pt x="407876" y="89408"/>
                  </a:lnTo>
                  <a:close/>
                </a:path>
                <a:path w="802005" h="247015">
                  <a:moveTo>
                    <a:pt x="372960" y="67945"/>
                  </a:moveTo>
                  <a:lnTo>
                    <a:pt x="363893" y="67945"/>
                  </a:lnTo>
                  <a:lnTo>
                    <a:pt x="356389" y="68181"/>
                  </a:lnTo>
                  <a:lnTo>
                    <a:pt x="348361" y="68961"/>
                  </a:lnTo>
                  <a:lnTo>
                    <a:pt x="348702" y="68961"/>
                  </a:lnTo>
                  <a:lnTo>
                    <a:pt x="342260" y="70034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1"/>
                  </a:lnTo>
                  <a:lnTo>
                    <a:pt x="323977" y="96393"/>
                  </a:lnTo>
                  <a:lnTo>
                    <a:pt x="330606" y="94234"/>
                  </a:lnTo>
                  <a:lnTo>
                    <a:pt x="337591" y="92328"/>
                  </a:lnTo>
                  <a:lnTo>
                    <a:pt x="344563" y="90297"/>
                  </a:lnTo>
                  <a:lnTo>
                    <a:pt x="351510" y="89408"/>
                  </a:lnTo>
                  <a:lnTo>
                    <a:pt x="407876" y="89408"/>
                  </a:lnTo>
                  <a:lnTo>
                    <a:pt x="405561" y="84582"/>
                  </a:lnTo>
                  <a:lnTo>
                    <a:pt x="380593" y="68961"/>
                  </a:lnTo>
                  <a:lnTo>
                    <a:pt x="372960" y="67945"/>
                  </a:lnTo>
                  <a:close/>
                </a:path>
                <a:path w="802005" h="247015">
                  <a:moveTo>
                    <a:pt x="748398" y="67945"/>
                  </a:moveTo>
                  <a:lnTo>
                    <a:pt x="711327" y="77321"/>
                  </a:lnTo>
                  <a:lnTo>
                    <a:pt x="689098" y="119461"/>
                  </a:lnTo>
                  <a:lnTo>
                    <a:pt x="688174" y="135509"/>
                  </a:lnTo>
                  <a:lnTo>
                    <a:pt x="688367" y="143892"/>
                  </a:lnTo>
                  <a:lnTo>
                    <a:pt x="696772" y="181483"/>
                  </a:lnTo>
                  <a:lnTo>
                    <a:pt x="733385" y="203549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0"/>
                  </a:lnTo>
                  <a:lnTo>
                    <a:pt x="797032" y="183261"/>
                  </a:lnTo>
                  <a:lnTo>
                    <a:pt x="741883" y="183261"/>
                  </a:lnTo>
                  <a:lnTo>
                    <a:pt x="734009" y="181483"/>
                  </a:lnTo>
                  <a:lnTo>
                    <a:pt x="714730" y="149478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54" y="122554"/>
                  </a:lnTo>
                  <a:lnTo>
                    <a:pt x="715022" y="122047"/>
                  </a:lnTo>
                  <a:lnTo>
                    <a:pt x="715232" y="119461"/>
                  </a:lnTo>
                  <a:lnTo>
                    <a:pt x="715352" y="117983"/>
                  </a:lnTo>
                  <a:lnTo>
                    <a:pt x="738517" y="88646"/>
                  </a:lnTo>
                  <a:lnTo>
                    <a:pt x="793121" y="88646"/>
                  </a:lnTo>
                  <a:lnTo>
                    <a:pt x="791565" y="86360"/>
                  </a:lnTo>
                  <a:lnTo>
                    <a:pt x="756170" y="68254"/>
                  </a:lnTo>
                  <a:lnTo>
                    <a:pt x="748398" y="67945"/>
                  </a:lnTo>
                  <a:close/>
                </a:path>
                <a:path w="802005" h="247015">
                  <a:moveTo>
                    <a:pt x="793153" y="172847"/>
                  </a:moveTo>
                  <a:lnTo>
                    <a:pt x="787450" y="175514"/>
                  </a:lnTo>
                  <a:lnTo>
                    <a:pt x="780944" y="178053"/>
                  </a:lnTo>
                  <a:lnTo>
                    <a:pt x="768235" y="182245"/>
                  </a:lnTo>
                  <a:lnTo>
                    <a:pt x="760603" y="183261"/>
                  </a:lnTo>
                  <a:lnTo>
                    <a:pt x="797032" y="183261"/>
                  </a:lnTo>
                  <a:lnTo>
                    <a:pt x="793153" y="172847"/>
                  </a:lnTo>
                  <a:close/>
                </a:path>
                <a:path w="802005" h="247015">
                  <a:moveTo>
                    <a:pt x="793121" y="88646"/>
                  </a:moveTo>
                  <a:lnTo>
                    <a:pt x="756602" y="88646"/>
                  </a:lnTo>
                  <a:lnTo>
                    <a:pt x="763104" y="91313"/>
                  </a:lnTo>
                  <a:lnTo>
                    <a:pt x="767892" y="96520"/>
                  </a:lnTo>
                  <a:lnTo>
                    <a:pt x="771026" y="101230"/>
                  </a:lnTo>
                  <a:lnTo>
                    <a:pt x="773264" y="107346"/>
                  </a:lnTo>
                  <a:lnTo>
                    <a:pt x="774510" y="114300"/>
                  </a:lnTo>
                  <a:lnTo>
                    <a:pt x="774607" y="114843"/>
                  </a:lnTo>
                  <a:lnTo>
                    <a:pt x="774972" y="122047"/>
                  </a:lnTo>
                  <a:lnTo>
                    <a:pt x="775055" y="123698"/>
                  </a:lnTo>
                  <a:lnTo>
                    <a:pt x="801624" y="123698"/>
                  </a:lnTo>
                  <a:lnTo>
                    <a:pt x="801581" y="122047"/>
                  </a:lnTo>
                  <a:lnTo>
                    <a:pt x="801366" y="119461"/>
                  </a:lnTo>
                  <a:lnTo>
                    <a:pt x="801244" y="117983"/>
                  </a:lnTo>
                  <a:lnTo>
                    <a:pt x="801117" y="116459"/>
                  </a:lnTo>
                  <a:lnTo>
                    <a:pt x="801001" y="115062"/>
                  </a:lnTo>
                  <a:lnTo>
                    <a:pt x="800938" y="114300"/>
                  </a:lnTo>
                  <a:lnTo>
                    <a:pt x="798230" y="99060"/>
                  </a:lnTo>
                  <a:lnTo>
                    <a:pt x="797251" y="96520"/>
                  </a:lnTo>
                  <a:lnTo>
                    <a:pt x="795540" y="92201"/>
                  </a:lnTo>
                  <a:lnTo>
                    <a:pt x="793121" y="88646"/>
                  </a:lnTo>
                  <a:close/>
                </a:path>
                <a:path w="802005" h="247015">
                  <a:moveTo>
                    <a:pt x="465988" y="70993"/>
                  </a:moveTo>
                  <a:lnTo>
                    <a:pt x="440436" y="70993"/>
                  </a:lnTo>
                  <a:lnTo>
                    <a:pt x="440436" y="162178"/>
                  </a:lnTo>
                  <a:lnTo>
                    <a:pt x="456412" y="199136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1"/>
                  </a:lnTo>
                  <a:lnTo>
                    <a:pt x="525792" y="190626"/>
                  </a:lnTo>
                  <a:lnTo>
                    <a:pt x="550507" y="190626"/>
                  </a:lnTo>
                  <a:lnTo>
                    <a:pt x="550064" y="182752"/>
                  </a:lnTo>
                  <a:lnTo>
                    <a:pt x="484085" y="182752"/>
                  </a:lnTo>
                  <a:lnTo>
                    <a:pt x="480072" y="181991"/>
                  </a:lnTo>
                  <a:lnTo>
                    <a:pt x="477164" y="180594"/>
                  </a:lnTo>
                  <a:lnTo>
                    <a:pt x="474243" y="179070"/>
                  </a:lnTo>
                  <a:lnTo>
                    <a:pt x="471919" y="177038"/>
                  </a:lnTo>
                  <a:lnTo>
                    <a:pt x="470217" y="174244"/>
                  </a:lnTo>
                  <a:lnTo>
                    <a:pt x="468503" y="171576"/>
                  </a:lnTo>
                  <a:lnTo>
                    <a:pt x="467372" y="168021"/>
                  </a:lnTo>
                  <a:lnTo>
                    <a:pt x="466813" y="163957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close/>
                </a:path>
                <a:path w="802005" h="247015">
                  <a:moveTo>
                    <a:pt x="550507" y="190626"/>
                  </a:moveTo>
                  <a:lnTo>
                    <a:pt x="525792" y="190626"/>
                  </a:lnTo>
                  <a:lnTo>
                    <a:pt x="526785" y="201295"/>
                  </a:lnTo>
                  <a:lnTo>
                    <a:pt x="526821" y="201676"/>
                  </a:lnTo>
                  <a:lnTo>
                    <a:pt x="551129" y="201676"/>
                  </a:lnTo>
                  <a:lnTo>
                    <a:pt x="550507" y="190626"/>
                  </a:lnTo>
                  <a:close/>
                </a:path>
                <a:path w="802005" h="247015">
                  <a:moveTo>
                    <a:pt x="549135" y="70993"/>
                  </a:moveTo>
                  <a:lnTo>
                    <a:pt x="523316" y="70993"/>
                  </a:lnTo>
                  <a:lnTo>
                    <a:pt x="523316" y="171069"/>
                  </a:lnTo>
                  <a:lnTo>
                    <a:pt x="520191" y="172974"/>
                  </a:lnTo>
                  <a:lnTo>
                    <a:pt x="516813" y="174878"/>
                  </a:lnTo>
                  <a:lnTo>
                    <a:pt x="510095" y="178435"/>
                  </a:lnTo>
                  <a:lnTo>
                    <a:pt x="506425" y="179832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2"/>
                  </a:lnTo>
                  <a:lnTo>
                    <a:pt x="550064" y="182752"/>
                  </a:lnTo>
                  <a:lnTo>
                    <a:pt x="549942" y="180594"/>
                  </a:lnTo>
                  <a:lnTo>
                    <a:pt x="549821" y="178435"/>
                  </a:lnTo>
                  <a:lnTo>
                    <a:pt x="549742" y="177038"/>
                  </a:lnTo>
                  <a:lnTo>
                    <a:pt x="549621" y="174878"/>
                  </a:lnTo>
                  <a:lnTo>
                    <a:pt x="549514" y="172974"/>
                  </a:lnTo>
                  <a:lnTo>
                    <a:pt x="549406" y="171069"/>
                  </a:lnTo>
                  <a:lnTo>
                    <a:pt x="549306" y="169291"/>
                  </a:lnTo>
                  <a:lnTo>
                    <a:pt x="549235" y="168021"/>
                  </a:lnTo>
                  <a:lnTo>
                    <a:pt x="549135" y="70993"/>
                  </a:lnTo>
                  <a:close/>
                </a:path>
                <a:path w="802005" h="247015">
                  <a:moveTo>
                    <a:pt x="578866" y="175005"/>
                  </a:moveTo>
                  <a:lnTo>
                    <a:pt x="570852" y="194691"/>
                  </a:lnTo>
                  <a:lnTo>
                    <a:pt x="577481" y="198120"/>
                  </a:lnTo>
                  <a:lnTo>
                    <a:pt x="584796" y="200660"/>
                  </a:lnTo>
                  <a:lnTo>
                    <a:pt x="593335" y="202295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5"/>
                  </a:lnTo>
                  <a:lnTo>
                    <a:pt x="669402" y="183308"/>
                  </a:lnTo>
                  <a:lnTo>
                    <a:pt x="610817" y="183308"/>
                  </a:lnTo>
                  <a:lnTo>
                    <a:pt x="603377" y="182625"/>
                  </a:lnTo>
                  <a:lnTo>
                    <a:pt x="590753" y="179832"/>
                  </a:lnTo>
                  <a:lnTo>
                    <a:pt x="584682" y="177800"/>
                  </a:lnTo>
                  <a:lnTo>
                    <a:pt x="578866" y="175005"/>
                  </a:lnTo>
                  <a:close/>
                </a:path>
                <a:path w="802005" h="247015">
                  <a:moveTo>
                    <a:pt x="635977" y="67945"/>
                  </a:moveTo>
                  <a:lnTo>
                    <a:pt x="620229" y="67945"/>
                  </a:lnTo>
                  <a:lnTo>
                    <a:pt x="614019" y="68579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1"/>
                  </a:lnTo>
                  <a:lnTo>
                    <a:pt x="590321" y="76073"/>
                  </a:lnTo>
                  <a:lnTo>
                    <a:pt x="585101" y="78867"/>
                  </a:lnTo>
                  <a:lnTo>
                    <a:pt x="580898" y="82930"/>
                  </a:lnTo>
                  <a:lnTo>
                    <a:pt x="574459" y="92837"/>
                  </a:lnTo>
                  <a:lnTo>
                    <a:pt x="572846" y="99060"/>
                  </a:lnTo>
                  <a:lnTo>
                    <a:pt x="572846" y="115443"/>
                  </a:lnTo>
                  <a:lnTo>
                    <a:pt x="596722" y="138302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8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0"/>
                  </a:lnTo>
                  <a:lnTo>
                    <a:pt x="647255" y="170688"/>
                  </a:lnTo>
                  <a:lnTo>
                    <a:pt x="646506" y="173482"/>
                  </a:lnTo>
                  <a:lnTo>
                    <a:pt x="624279" y="183308"/>
                  </a:lnTo>
                  <a:lnTo>
                    <a:pt x="669402" y="183308"/>
                  </a:lnTo>
                  <a:lnTo>
                    <a:pt x="672020" y="175641"/>
                  </a:lnTo>
                  <a:lnTo>
                    <a:pt x="672147" y="175269"/>
                  </a:lnTo>
                  <a:lnTo>
                    <a:pt x="673061" y="165862"/>
                  </a:lnTo>
                  <a:lnTo>
                    <a:pt x="673061" y="156337"/>
                  </a:lnTo>
                  <a:lnTo>
                    <a:pt x="670560" y="149098"/>
                  </a:lnTo>
                  <a:lnTo>
                    <a:pt x="634123" y="127380"/>
                  </a:lnTo>
                  <a:lnTo>
                    <a:pt x="620801" y="123063"/>
                  </a:lnTo>
                  <a:lnTo>
                    <a:pt x="615353" y="120776"/>
                  </a:lnTo>
                  <a:lnTo>
                    <a:pt x="611124" y="118364"/>
                  </a:lnTo>
                  <a:lnTo>
                    <a:pt x="606323" y="116332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09"/>
                  </a:lnTo>
                  <a:lnTo>
                    <a:pt x="598411" y="107188"/>
                  </a:lnTo>
                  <a:lnTo>
                    <a:pt x="598411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65926" y="88900"/>
                  </a:lnTo>
                  <a:lnTo>
                    <a:pt x="670814" y="76580"/>
                  </a:lnTo>
                  <a:lnTo>
                    <a:pt x="664972" y="74041"/>
                  </a:lnTo>
                  <a:lnTo>
                    <a:pt x="658507" y="72009"/>
                  </a:lnTo>
                  <a:lnTo>
                    <a:pt x="651421" y="70485"/>
                  </a:lnTo>
                  <a:lnTo>
                    <a:pt x="644347" y="68834"/>
                  </a:lnTo>
                  <a:lnTo>
                    <a:pt x="635977" y="67945"/>
                  </a:lnTo>
                  <a:close/>
                </a:path>
                <a:path w="802005" h="247015">
                  <a:moveTo>
                    <a:pt x="665926" y="88900"/>
                  </a:moveTo>
                  <a:lnTo>
                    <a:pt x="632790" y="88900"/>
                  </a:lnTo>
                  <a:lnTo>
                    <a:pt x="639254" y="89535"/>
                  </a:lnTo>
                  <a:lnTo>
                    <a:pt x="650697" y="92075"/>
                  </a:lnTo>
                  <a:lnTo>
                    <a:pt x="656755" y="93852"/>
                  </a:lnTo>
                  <a:lnTo>
                    <a:pt x="663155" y="95885"/>
                  </a:lnTo>
                  <a:lnTo>
                    <a:pt x="665926" y="88900"/>
                  </a:lnTo>
                  <a:close/>
                </a:path>
                <a:path w="802005" h="247015">
                  <a:moveTo>
                    <a:pt x="172656" y="12953"/>
                  </a:moveTo>
                  <a:lnTo>
                    <a:pt x="162535" y="13333"/>
                  </a:lnTo>
                  <a:lnTo>
                    <a:pt x="162968" y="13333"/>
                  </a:lnTo>
                  <a:lnTo>
                    <a:pt x="153354" y="14462"/>
                  </a:lnTo>
                  <a:lnTo>
                    <a:pt x="153700" y="14462"/>
                  </a:lnTo>
                  <a:lnTo>
                    <a:pt x="145635" y="16115"/>
                  </a:lnTo>
                  <a:lnTo>
                    <a:pt x="137579" y="18542"/>
                  </a:lnTo>
                  <a:lnTo>
                    <a:pt x="105732" y="42229"/>
                  </a:lnTo>
                  <a:lnTo>
                    <a:pt x="89895" y="85534"/>
                  </a:lnTo>
                  <a:lnTo>
                    <a:pt x="88468" y="108712"/>
                  </a:lnTo>
                  <a:lnTo>
                    <a:pt x="89670" y="130974"/>
                  </a:lnTo>
                  <a:lnTo>
                    <a:pt x="107708" y="180213"/>
                  </a:lnTo>
                  <a:lnTo>
                    <a:pt x="149458" y="203001"/>
                  </a:lnTo>
                  <a:lnTo>
                    <a:pt x="169113" y="204597"/>
                  </a:lnTo>
                  <a:lnTo>
                    <a:pt x="177964" y="204358"/>
                  </a:lnTo>
                  <a:lnTo>
                    <a:pt x="218465" y="196437"/>
                  </a:lnTo>
                  <a:lnTo>
                    <a:pt x="231381" y="191135"/>
                  </a:lnTo>
                  <a:lnTo>
                    <a:pt x="228341" y="181737"/>
                  </a:lnTo>
                  <a:lnTo>
                    <a:pt x="169913" y="181737"/>
                  </a:lnTo>
                  <a:lnTo>
                    <a:pt x="156597" y="180615"/>
                  </a:lnTo>
                  <a:lnTo>
                    <a:pt x="122781" y="153652"/>
                  </a:lnTo>
                  <a:lnTo>
                    <a:pt x="115531" y="111378"/>
                  </a:lnTo>
                  <a:lnTo>
                    <a:pt x="116391" y="93755"/>
                  </a:lnTo>
                  <a:lnTo>
                    <a:pt x="129273" y="54483"/>
                  </a:lnTo>
                  <a:lnTo>
                    <a:pt x="173151" y="35178"/>
                  </a:lnTo>
                  <a:lnTo>
                    <a:pt x="228884" y="35178"/>
                  </a:lnTo>
                  <a:lnTo>
                    <a:pt x="226087" y="31906"/>
                  </a:lnTo>
                  <a:lnTo>
                    <a:pt x="189933" y="14462"/>
                  </a:lnTo>
                  <a:lnTo>
                    <a:pt x="181443" y="13333"/>
                  </a:lnTo>
                  <a:lnTo>
                    <a:pt x="172656" y="12953"/>
                  </a:lnTo>
                  <a:close/>
                </a:path>
                <a:path w="802005" h="247015">
                  <a:moveTo>
                    <a:pt x="224891" y="171069"/>
                  </a:moveTo>
                  <a:lnTo>
                    <a:pt x="186521" y="180943"/>
                  </a:lnTo>
                  <a:lnTo>
                    <a:pt x="169913" y="181737"/>
                  </a:lnTo>
                  <a:lnTo>
                    <a:pt x="228341" y="181737"/>
                  </a:lnTo>
                  <a:lnTo>
                    <a:pt x="224891" y="171069"/>
                  </a:lnTo>
                  <a:close/>
                </a:path>
                <a:path w="802005" h="247015">
                  <a:moveTo>
                    <a:pt x="228884" y="35178"/>
                  </a:moveTo>
                  <a:lnTo>
                    <a:pt x="182892" y="35178"/>
                  </a:lnTo>
                  <a:lnTo>
                    <a:pt x="190944" y="36702"/>
                  </a:lnTo>
                  <a:lnTo>
                    <a:pt x="197294" y="39624"/>
                  </a:lnTo>
                  <a:lnTo>
                    <a:pt x="203644" y="42672"/>
                  </a:lnTo>
                  <a:lnTo>
                    <a:pt x="209880" y="47117"/>
                  </a:lnTo>
                  <a:lnTo>
                    <a:pt x="216001" y="52832"/>
                  </a:lnTo>
                  <a:lnTo>
                    <a:pt x="231381" y="38100"/>
                  </a:lnTo>
                  <a:lnTo>
                    <a:pt x="228884" y="35178"/>
                  </a:lnTo>
                  <a:close/>
                </a:path>
                <a:path w="802005" h="247015">
                  <a:moveTo>
                    <a:pt x="281559" y="6350"/>
                  </a:moveTo>
                  <a:lnTo>
                    <a:pt x="255752" y="10033"/>
                  </a:lnTo>
                  <a:lnTo>
                    <a:pt x="255752" y="167132"/>
                  </a:lnTo>
                  <a:lnTo>
                    <a:pt x="256061" y="173736"/>
                  </a:lnTo>
                  <a:lnTo>
                    <a:pt x="256131" y="175228"/>
                  </a:lnTo>
                  <a:lnTo>
                    <a:pt x="257086" y="181228"/>
                  </a:lnTo>
                  <a:lnTo>
                    <a:pt x="257208" y="181991"/>
                  </a:lnTo>
                  <a:lnTo>
                    <a:pt x="257268" y="182372"/>
                  </a:lnTo>
                  <a:lnTo>
                    <a:pt x="259165" y="188563"/>
                  </a:lnTo>
                  <a:lnTo>
                    <a:pt x="261823" y="193801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lnTo>
                    <a:pt x="288505" y="181991"/>
                  </a:lnTo>
                  <a:lnTo>
                    <a:pt x="285038" y="181228"/>
                  </a:lnTo>
                  <a:lnTo>
                    <a:pt x="283641" y="179577"/>
                  </a:lnTo>
                  <a:lnTo>
                    <a:pt x="282257" y="178053"/>
                  </a:lnTo>
                  <a:lnTo>
                    <a:pt x="281559" y="173736"/>
                  </a:lnTo>
                  <a:lnTo>
                    <a:pt x="281559" y="6350"/>
                  </a:lnTo>
                  <a:close/>
                </a:path>
                <a:path w="802005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7175" y="155955"/>
              <a:ext cx="220929" cy="24688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3736" y="168910"/>
              <a:ext cx="914272" cy="24714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447417" y="162305"/>
              <a:ext cx="639445" cy="198755"/>
            </a:xfrm>
            <a:custGeom>
              <a:avLst/>
              <a:gdLst/>
              <a:ahLst/>
              <a:cxnLst/>
              <a:rect l="l" t="t" r="r" b="b"/>
              <a:pathLst>
                <a:path w="639444" h="198754">
                  <a:moveTo>
                    <a:pt x="346201" y="116713"/>
                  </a:moveTo>
                  <a:lnTo>
                    <a:pt x="327329" y="116713"/>
                  </a:lnTo>
                  <a:lnTo>
                    <a:pt x="321437" y="117221"/>
                  </a:lnTo>
                  <a:lnTo>
                    <a:pt x="314706" y="118237"/>
                  </a:lnTo>
                  <a:lnTo>
                    <a:pt x="307975" y="119379"/>
                  </a:lnTo>
                  <a:lnTo>
                    <a:pt x="302006" y="121539"/>
                  </a:lnTo>
                  <a:lnTo>
                    <a:pt x="296925" y="124714"/>
                  </a:lnTo>
                  <a:lnTo>
                    <a:pt x="291719" y="127762"/>
                  </a:lnTo>
                  <a:lnTo>
                    <a:pt x="287655" y="131952"/>
                  </a:lnTo>
                  <a:lnTo>
                    <a:pt x="282066" y="142367"/>
                  </a:lnTo>
                  <a:lnTo>
                    <a:pt x="280543" y="149098"/>
                  </a:lnTo>
                  <a:lnTo>
                    <a:pt x="280667" y="163702"/>
                  </a:lnTo>
                  <a:lnTo>
                    <a:pt x="297746" y="193167"/>
                  </a:lnTo>
                  <a:lnTo>
                    <a:pt x="297894" y="193167"/>
                  </a:lnTo>
                  <a:lnTo>
                    <a:pt x="302894" y="195072"/>
                  </a:lnTo>
                  <a:lnTo>
                    <a:pt x="308356" y="197231"/>
                  </a:lnTo>
                  <a:lnTo>
                    <a:pt x="315087" y="198247"/>
                  </a:lnTo>
                  <a:lnTo>
                    <a:pt x="323088" y="198247"/>
                  </a:lnTo>
                  <a:lnTo>
                    <a:pt x="362274" y="186054"/>
                  </a:lnTo>
                  <a:lnTo>
                    <a:pt x="365506" y="181991"/>
                  </a:lnTo>
                  <a:lnTo>
                    <a:pt x="398780" y="181991"/>
                  </a:lnTo>
                  <a:lnTo>
                    <a:pt x="398780" y="177165"/>
                  </a:lnTo>
                  <a:lnTo>
                    <a:pt x="321056" y="177165"/>
                  </a:lnTo>
                  <a:lnTo>
                    <a:pt x="315780" y="175641"/>
                  </a:lnTo>
                  <a:lnTo>
                    <a:pt x="315467" y="175641"/>
                  </a:lnTo>
                  <a:lnTo>
                    <a:pt x="312165" y="172339"/>
                  </a:lnTo>
                  <a:lnTo>
                    <a:pt x="308990" y="169037"/>
                  </a:lnTo>
                  <a:lnTo>
                    <a:pt x="307339" y="163702"/>
                  </a:lnTo>
                  <a:lnTo>
                    <a:pt x="307339" y="149860"/>
                  </a:lnTo>
                  <a:lnTo>
                    <a:pt x="309244" y="145034"/>
                  </a:lnTo>
                  <a:lnTo>
                    <a:pt x="313055" y="141859"/>
                  </a:lnTo>
                  <a:lnTo>
                    <a:pt x="316864" y="138811"/>
                  </a:lnTo>
                  <a:lnTo>
                    <a:pt x="324103" y="137287"/>
                  </a:lnTo>
                  <a:lnTo>
                    <a:pt x="386841" y="137287"/>
                  </a:lnTo>
                  <a:lnTo>
                    <a:pt x="386841" y="117855"/>
                  </a:lnTo>
                  <a:lnTo>
                    <a:pt x="360933" y="117855"/>
                  </a:lnTo>
                  <a:lnTo>
                    <a:pt x="357885" y="117601"/>
                  </a:lnTo>
                  <a:lnTo>
                    <a:pt x="354330" y="117221"/>
                  </a:lnTo>
                  <a:lnTo>
                    <a:pt x="346201" y="116713"/>
                  </a:lnTo>
                  <a:close/>
                </a:path>
                <a:path w="639444" h="198754">
                  <a:moveTo>
                    <a:pt x="398780" y="181991"/>
                  </a:moveTo>
                  <a:lnTo>
                    <a:pt x="365506" y="181991"/>
                  </a:lnTo>
                  <a:lnTo>
                    <a:pt x="366521" y="186054"/>
                  </a:lnTo>
                  <a:lnTo>
                    <a:pt x="368934" y="189357"/>
                  </a:lnTo>
                  <a:lnTo>
                    <a:pt x="376208" y="195072"/>
                  </a:lnTo>
                  <a:lnTo>
                    <a:pt x="376580" y="195072"/>
                  </a:lnTo>
                  <a:lnTo>
                    <a:pt x="381381" y="196215"/>
                  </a:lnTo>
                  <a:lnTo>
                    <a:pt x="393445" y="196215"/>
                  </a:lnTo>
                  <a:lnTo>
                    <a:pt x="395605" y="195961"/>
                  </a:lnTo>
                  <a:lnTo>
                    <a:pt x="398373" y="195407"/>
                  </a:lnTo>
                  <a:lnTo>
                    <a:pt x="398780" y="195407"/>
                  </a:lnTo>
                  <a:lnTo>
                    <a:pt x="398780" y="181991"/>
                  </a:lnTo>
                  <a:close/>
                </a:path>
                <a:path w="639444" h="198754">
                  <a:moveTo>
                    <a:pt x="386841" y="137287"/>
                  </a:moveTo>
                  <a:lnTo>
                    <a:pt x="344805" y="137287"/>
                  </a:lnTo>
                  <a:lnTo>
                    <a:pt x="353694" y="137795"/>
                  </a:lnTo>
                  <a:lnTo>
                    <a:pt x="360933" y="138302"/>
                  </a:lnTo>
                  <a:lnTo>
                    <a:pt x="360933" y="164973"/>
                  </a:lnTo>
                  <a:lnTo>
                    <a:pt x="358414" y="167004"/>
                  </a:lnTo>
                  <a:lnTo>
                    <a:pt x="356777" y="168275"/>
                  </a:lnTo>
                  <a:lnTo>
                    <a:pt x="352170" y="170942"/>
                  </a:lnTo>
                  <a:lnTo>
                    <a:pt x="346582" y="173354"/>
                  </a:lnTo>
                  <a:lnTo>
                    <a:pt x="340868" y="175895"/>
                  </a:lnTo>
                  <a:lnTo>
                    <a:pt x="335152" y="177165"/>
                  </a:lnTo>
                  <a:lnTo>
                    <a:pt x="398780" y="177165"/>
                  </a:lnTo>
                  <a:lnTo>
                    <a:pt x="398780" y="175641"/>
                  </a:lnTo>
                  <a:lnTo>
                    <a:pt x="393826" y="175641"/>
                  </a:lnTo>
                  <a:lnTo>
                    <a:pt x="390525" y="174751"/>
                  </a:lnTo>
                  <a:lnTo>
                    <a:pt x="387476" y="170942"/>
                  </a:lnTo>
                  <a:lnTo>
                    <a:pt x="386841" y="167004"/>
                  </a:lnTo>
                  <a:lnTo>
                    <a:pt x="386841" y="137287"/>
                  </a:lnTo>
                  <a:close/>
                </a:path>
                <a:path w="639444" h="198754">
                  <a:moveTo>
                    <a:pt x="382541" y="83058"/>
                  </a:moveTo>
                  <a:lnTo>
                    <a:pt x="338708" y="83058"/>
                  </a:lnTo>
                  <a:lnTo>
                    <a:pt x="343407" y="83566"/>
                  </a:lnTo>
                  <a:lnTo>
                    <a:pt x="346963" y="84582"/>
                  </a:lnTo>
                  <a:lnTo>
                    <a:pt x="359663" y="98805"/>
                  </a:lnTo>
                  <a:lnTo>
                    <a:pt x="360552" y="102870"/>
                  </a:lnTo>
                  <a:lnTo>
                    <a:pt x="360933" y="107696"/>
                  </a:lnTo>
                  <a:lnTo>
                    <a:pt x="360933" y="117855"/>
                  </a:lnTo>
                  <a:lnTo>
                    <a:pt x="386841" y="117855"/>
                  </a:lnTo>
                  <a:lnTo>
                    <a:pt x="386841" y="105791"/>
                  </a:lnTo>
                  <a:lnTo>
                    <a:pt x="385952" y="97536"/>
                  </a:lnTo>
                  <a:lnTo>
                    <a:pt x="382933" y="83947"/>
                  </a:lnTo>
                  <a:lnTo>
                    <a:pt x="382783" y="83566"/>
                  </a:lnTo>
                  <a:lnTo>
                    <a:pt x="382541" y="83058"/>
                  </a:lnTo>
                  <a:close/>
                </a:path>
                <a:path w="639444" h="198754">
                  <a:moveTo>
                    <a:pt x="347599" y="61595"/>
                  </a:moveTo>
                  <a:lnTo>
                    <a:pt x="338581" y="61595"/>
                  </a:lnTo>
                  <a:lnTo>
                    <a:pt x="331031" y="61831"/>
                  </a:lnTo>
                  <a:lnTo>
                    <a:pt x="322983" y="62611"/>
                  </a:lnTo>
                  <a:lnTo>
                    <a:pt x="323325" y="62611"/>
                  </a:lnTo>
                  <a:lnTo>
                    <a:pt x="316882" y="63684"/>
                  </a:lnTo>
                  <a:lnTo>
                    <a:pt x="286384" y="74041"/>
                  </a:lnTo>
                  <a:lnTo>
                    <a:pt x="292228" y="91821"/>
                  </a:lnTo>
                  <a:lnTo>
                    <a:pt x="292353" y="92201"/>
                  </a:lnTo>
                  <a:lnTo>
                    <a:pt x="298703" y="90043"/>
                  </a:lnTo>
                  <a:lnTo>
                    <a:pt x="305307" y="87884"/>
                  </a:lnTo>
                  <a:lnTo>
                    <a:pt x="312293" y="85978"/>
                  </a:lnTo>
                  <a:lnTo>
                    <a:pt x="319277" y="83947"/>
                  </a:lnTo>
                  <a:lnTo>
                    <a:pt x="326135" y="83058"/>
                  </a:lnTo>
                  <a:lnTo>
                    <a:pt x="382541" y="83058"/>
                  </a:lnTo>
                  <a:lnTo>
                    <a:pt x="380238" y="78232"/>
                  </a:lnTo>
                  <a:lnTo>
                    <a:pt x="355219" y="62611"/>
                  </a:lnTo>
                  <a:lnTo>
                    <a:pt x="347599" y="61595"/>
                  </a:lnTo>
                  <a:close/>
                </a:path>
                <a:path w="639444" h="198754">
                  <a:moveTo>
                    <a:pt x="585851" y="61595"/>
                  </a:moveTo>
                  <a:lnTo>
                    <a:pt x="548846" y="70971"/>
                  </a:lnTo>
                  <a:lnTo>
                    <a:pt x="526581" y="113111"/>
                  </a:lnTo>
                  <a:lnTo>
                    <a:pt x="525652" y="129159"/>
                  </a:lnTo>
                  <a:lnTo>
                    <a:pt x="525843" y="137542"/>
                  </a:lnTo>
                  <a:lnTo>
                    <a:pt x="534288" y="175133"/>
                  </a:lnTo>
                  <a:lnTo>
                    <a:pt x="570864" y="197199"/>
                  </a:lnTo>
                  <a:lnTo>
                    <a:pt x="586358" y="198247"/>
                  </a:lnTo>
                  <a:lnTo>
                    <a:pt x="591312" y="198247"/>
                  </a:lnTo>
                  <a:lnTo>
                    <a:pt x="630935" y="188595"/>
                  </a:lnTo>
                  <a:lnTo>
                    <a:pt x="637413" y="184530"/>
                  </a:lnTo>
                  <a:lnTo>
                    <a:pt x="634568" y="176911"/>
                  </a:lnTo>
                  <a:lnTo>
                    <a:pt x="579374" y="176911"/>
                  </a:lnTo>
                  <a:lnTo>
                    <a:pt x="571500" y="175133"/>
                  </a:lnTo>
                  <a:lnTo>
                    <a:pt x="552195" y="143128"/>
                  </a:lnTo>
                  <a:lnTo>
                    <a:pt x="552195" y="137795"/>
                  </a:lnTo>
                  <a:lnTo>
                    <a:pt x="639063" y="137795"/>
                  </a:lnTo>
                  <a:lnTo>
                    <a:pt x="639063" y="117348"/>
                  </a:lnTo>
                  <a:lnTo>
                    <a:pt x="552195" y="117348"/>
                  </a:lnTo>
                  <a:lnTo>
                    <a:pt x="552464" y="116204"/>
                  </a:lnTo>
                  <a:lnTo>
                    <a:pt x="552576" y="115697"/>
                  </a:lnTo>
                  <a:lnTo>
                    <a:pt x="552703" y="113665"/>
                  </a:lnTo>
                  <a:lnTo>
                    <a:pt x="552738" y="113111"/>
                  </a:lnTo>
                  <a:lnTo>
                    <a:pt x="552831" y="111633"/>
                  </a:lnTo>
                  <a:lnTo>
                    <a:pt x="576071" y="82296"/>
                  </a:lnTo>
                  <a:lnTo>
                    <a:pt x="630621" y="82296"/>
                  </a:lnTo>
                  <a:lnTo>
                    <a:pt x="625094" y="74295"/>
                  </a:lnTo>
                  <a:lnTo>
                    <a:pt x="593663" y="61904"/>
                  </a:lnTo>
                  <a:lnTo>
                    <a:pt x="585851" y="61595"/>
                  </a:lnTo>
                  <a:close/>
                </a:path>
                <a:path w="639444" h="198754">
                  <a:moveTo>
                    <a:pt x="630682" y="166497"/>
                  </a:moveTo>
                  <a:lnTo>
                    <a:pt x="624966" y="169164"/>
                  </a:lnTo>
                  <a:lnTo>
                    <a:pt x="618482" y="171703"/>
                  </a:lnTo>
                  <a:lnTo>
                    <a:pt x="605789" y="175895"/>
                  </a:lnTo>
                  <a:lnTo>
                    <a:pt x="598169" y="176911"/>
                  </a:lnTo>
                  <a:lnTo>
                    <a:pt x="634568" y="176911"/>
                  </a:lnTo>
                  <a:lnTo>
                    <a:pt x="630682" y="166497"/>
                  </a:lnTo>
                  <a:close/>
                </a:path>
                <a:path w="639444" h="198754">
                  <a:moveTo>
                    <a:pt x="630621" y="82296"/>
                  </a:moveTo>
                  <a:lnTo>
                    <a:pt x="594106" y="82296"/>
                  </a:lnTo>
                  <a:lnTo>
                    <a:pt x="600582" y="84963"/>
                  </a:lnTo>
                  <a:lnTo>
                    <a:pt x="605408" y="90170"/>
                  </a:lnTo>
                  <a:lnTo>
                    <a:pt x="612440" y="115697"/>
                  </a:lnTo>
                  <a:lnTo>
                    <a:pt x="612520" y="117348"/>
                  </a:lnTo>
                  <a:lnTo>
                    <a:pt x="639063" y="117348"/>
                  </a:lnTo>
                  <a:lnTo>
                    <a:pt x="639024" y="115697"/>
                  </a:lnTo>
                  <a:lnTo>
                    <a:pt x="638487" y="108712"/>
                  </a:lnTo>
                  <a:lnTo>
                    <a:pt x="638428" y="107950"/>
                  </a:lnTo>
                  <a:lnTo>
                    <a:pt x="637032" y="100202"/>
                  </a:lnTo>
                  <a:lnTo>
                    <a:pt x="635783" y="92710"/>
                  </a:lnTo>
                  <a:lnTo>
                    <a:pt x="634805" y="90170"/>
                  </a:lnTo>
                  <a:lnTo>
                    <a:pt x="633094" y="85851"/>
                  </a:lnTo>
                  <a:lnTo>
                    <a:pt x="630621" y="82296"/>
                  </a:lnTo>
                  <a:close/>
                </a:path>
                <a:path w="639444" h="198754">
                  <a:moveTo>
                    <a:pt x="416306" y="168655"/>
                  </a:moveTo>
                  <a:lnTo>
                    <a:pt x="408305" y="188341"/>
                  </a:lnTo>
                  <a:lnTo>
                    <a:pt x="415035" y="191770"/>
                  </a:lnTo>
                  <a:lnTo>
                    <a:pt x="422275" y="194310"/>
                  </a:lnTo>
                  <a:lnTo>
                    <a:pt x="430814" y="195945"/>
                  </a:lnTo>
                  <a:lnTo>
                    <a:pt x="438276" y="197485"/>
                  </a:lnTo>
                  <a:lnTo>
                    <a:pt x="446531" y="198247"/>
                  </a:lnTo>
                  <a:lnTo>
                    <a:pt x="454787" y="198247"/>
                  </a:lnTo>
                  <a:lnTo>
                    <a:pt x="495934" y="188975"/>
                  </a:lnTo>
                  <a:lnTo>
                    <a:pt x="506904" y="176958"/>
                  </a:lnTo>
                  <a:lnTo>
                    <a:pt x="448325" y="176958"/>
                  </a:lnTo>
                  <a:lnTo>
                    <a:pt x="440816" y="176275"/>
                  </a:lnTo>
                  <a:lnTo>
                    <a:pt x="428244" y="173482"/>
                  </a:lnTo>
                  <a:lnTo>
                    <a:pt x="422147" y="171450"/>
                  </a:lnTo>
                  <a:lnTo>
                    <a:pt x="416306" y="168655"/>
                  </a:lnTo>
                  <a:close/>
                </a:path>
                <a:path w="639444" h="198754">
                  <a:moveTo>
                    <a:pt x="473456" y="61595"/>
                  </a:moveTo>
                  <a:lnTo>
                    <a:pt x="457707" y="61595"/>
                  </a:lnTo>
                  <a:lnTo>
                    <a:pt x="451484" y="62229"/>
                  </a:lnTo>
                  <a:lnTo>
                    <a:pt x="445134" y="63500"/>
                  </a:lnTo>
                  <a:lnTo>
                    <a:pt x="438784" y="64643"/>
                  </a:lnTo>
                  <a:lnTo>
                    <a:pt x="433069" y="66801"/>
                  </a:lnTo>
                  <a:lnTo>
                    <a:pt x="427863" y="69723"/>
                  </a:lnTo>
                  <a:lnTo>
                    <a:pt x="422656" y="72517"/>
                  </a:lnTo>
                  <a:lnTo>
                    <a:pt x="418338" y="76580"/>
                  </a:lnTo>
                  <a:lnTo>
                    <a:pt x="411988" y="86487"/>
                  </a:lnTo>
                  <a:lnTo>
                    <a:pt x="410337" y="92710"/>
                  </a:lnTo>
                  <a:lnTo>
                    <a:pt x="410337" y="109093"/>
                  </a:lnTo>
                  <a:lnTo>
                    <a:pt x="434213" y="131952"/>
                  </a:lnTo>
                  <a:lnTo>
                    <a:pt x="439674" y="134239"/>
                  </a:lnTo>
                  <a:lnTo>
                    <a:pt x="445769" y="136525"/>
                  </a:lnTo>
                  <a:lnTo>
                    <a:pt x="458724" y="140843"/>
                  </a:lnTo>
                  <a:lnTo>
                    <a:pt x="464946" y="143128"/>
                  </a:lnTo>
                  <a:lnTo>
                    <a:pt x="471043" y="145669"/>
                  </a:lnTo>
                  <a:lnTo>
                    <a:pt x="480187" y="148971"/>
                  </a:lnTo>
                  <a:lnTo>
                    <a:pt x="484758" y="154050"/>
                  </a:lnTo>
                  <a:lnTo>
                    <a:pt x="484758" y="164338"/>
                  </a:lnTo>
                  <a:lnTo>
                    <a:pt x="483996" y="167132"/>
                  </a:lnTo>
                  <a:lnTo>
                    <a:pt x="461793" y="176958"/>
                  </a:lnTo>
                  <a:lnTo>
                    <a:pt x="506904" y="176958"/>
                  </a:lnTo>
                  <a:lnTo>
                    <a:pt x="509507" y="169291"/>
                  </a:lnTo>
                  <a:lnTo>
                    <a:pt x="509633" y="168919"/>
                  </a:lnTo>
                  <a:lnTo>
                    <a:pt x="510539" y="159512"/>
                  </a:lnTo>
                  <a:lnTo>
                    <a:pt x="510539" y="149987"/>
                  </a:lnTo>
                  <a:lnTo>
                    <a:pt x="478027" y="123317"/>
                  </a:lnTo>
                  <a:lnTo>
                    <a:pt x="458343" y="116713"/>
                  </a:lnTo>
                  <a:lnTo>
                    <a:pt x="452881" y="114426"/>
                  </a:lnTo>
                  <a:lnTo>
                    <a:pt x="448690" y="112014"/>
                  </a:lnTo>
                  <a:lnTo>
                    <a:pt x="443864" y="109982"/>
                  </a:lnTo>
                  <a:lnTo>
                    <a:pt x="440563" y="107950"/>
                  </a:lnTo>
                  <a:lnTo>
                    <a:pt x="436880" y="103759"/>
                  </a:lnTo>
                  <a:lnTo>
                    <a:pt x="435863" y="100838"/>
                  </a:lnTo>
                  <a:lnTo>
                    <a:pt x="435863" y="93472"/>
                  </a:lnTo>
                  <a:lnTo>
                    <a:pt x="437895" y="90170"/>
                  </a:lnTo>
                  <a:lnTo>
                    <a:pt x="445515" y="84074"/>
                  </a:lnTo>
                  <a:lnTo>
                    <a:pt x="452755" y="82550"/>
                  </a:lnTo>
                  <a:lnTo>
                    <a:pt x="503437" y="82550"/>
                  </a:lnTo>
                  <a:lnTo>
                    <a:pt x="508381" y="70230"/>
                  </a:lnTo>
                  <a:lnTo>
                    <a:pt x="502412" y="67691"/>
                  </a:lnTo>
                  <a:lnTo>
                    <a:pt x="496062" y="65659"/>
                  </a:lnTo>
                  <a:lnTo>
                    <a:pt x="488950" y="64135"/>
                  </a:lnTo>
                  <a:lnTo>
                    <a:pt x="481838" y="62484"/>
                  </a:lnTo>
                  <a:lnTo>
                    <a:pt x="473456" y="61595"/>
                  </a:lnTo>
                  <a:close/>
                </a:path>
                <a:path w="639444" h="198754">
                  <a:moveTo>
                    <a:pt x="503437" y="82550"/>
                  </a:moveTo>
                  <a:lnTo>
                    <a:pt x="470281" y="82550"/>
                  </a:lnTo>
                  <a:lnTo>
                    <a:pt x="476757" y="83185"/>
                  </a:lnTo>
                  <a:lnTo>
                    <a:pt x="488188" y="85725"/>
                  </a:lnTo>
                  <a:lnTo>
                    <a:pt x="494283" y="87502"/>
                  </a:lnTo>
                  <a:lnTo>
                    <a:pt x="500633" y="89535"/>
                  </a:lnTo>
                  <a:lnTo>
                    <a:pt x="503437" y="82550"/>
                  </a:lnTo>
                  <a:close/>
                </a:path>
                <a:path w="639444" h="198754">
                  <a:moveTo>
                    <a:pt x="63245" y="9525"/>
                  </a:moveTo>
                  <a:lnTo>
                    <a:pt x="0" y="9525"/>
                  </a:lnTo>
                  <a:lnTo>
                    <a:pt x="0" y="195199"/>
                  </a:lnTo>
                  <a:lnTo>
                    <a:pt x="26034" y="195199"/>
                  </a:lnTo>
                  <a:lnTo>
                    <a:pt x="26034" y="124460"/>
                  </a:lnTo>
                  <a:lnTo>
                    <a:pt x="76072" y="124460"/>
                  </a:lnTo>
                  <a:lnTo>
                    <a:pt x="109981" y="108966"/>
                  </a:lnTo>
                  <a:lnTo>
                    <a:pt x="115188" y="103759"/>
                  </a:lnTo>
                  <a:lnTo>
                    <a:pt x="116267" y="102108"/>
                  </a:lnTo>
                  <a:lnTo>
                    <a:pt x="26034" y="102108"/>
                  </a:lnTo>
                  <a:lnTo>
                    <a:pt x="26034" y="32385"/>
                  </a:lnTo>
                  <a:lnTo>
                    <a:pt x="117981" y="32385"/>
                  </a:lnTo>
                  <a:lnTo>
                    <a:pt x="117417" y="31303"/>
                  </a:lnTo>
                  <a:lnTo>
                    <a:pt x="110489" y="23495"/>
                  </a:lnTo>
                  <a:lnTo>
                    <a:pt x="101536" y="17347"/>
                  </a:lnTo>
                  <a:lnTo>
                    <a:pt x="90677" y="12985"/>
                  </a:lnTo>
                  <a:lnTo>
                    <a:pt x="77914" y="10386"/>
                  </a:lnTo>
                  <a:lnTo>
                    <a:pt x="63245" y="9525"/>
                  </a:lnTo>
                  <a:close/>
                </a:path>
                <a:path w="639444" h="198754">
                  <a:moveTo>
                    <a:pt x="117981" y="32385"/>
                  </a:moveTo>
                  <a:lnTo>
                    <a:pt x="69214" y="32385"/>
                  </a:lnTo>
                  <a:lnTo>
                    <a:pt x="73913" y="33020"/>
                  </a:lnTo>
                  <a:lnTo>
                    <a:pt x="78358" y="34290"/>
                  </a:lnTo>
                  <a:lnTo>
                    <a:pt x="97281" y="50292"/>
                  </a:lnTo>
                  <a:lnTo>
                    <a:pt x="99187" y="54355"/>
                  </a:lnTo>
                  <a:lnTo>
                    <a:pt x="100075" y="59309"/>
                  </a:lnTo>
                  <a:lnTo>
                    <a:pt x="100075" y="65024"/>
                  </a:lnTo>
                  <a:lnTo>
                    <a:pt x="78771" y="99917"/>
                  </a:lnTo>
                  <a:lnTo>
                    <a:pt x="64007" y="102108"/>
                  </a:lnTo>
                  <a:lnTo>
                    <a:pt x="116267" y="102108"/>
                  </a:lnTo>
                  <a:lnTo>
                    <a:pt x="126360" y="65024"/>
                  </a:lnTo>
                  <a:lnTo>
                    <a:pt x="125366" y="52016"/>
                  </a:lnTo>
                  <a:lnTo>
                    <a:pt x="122380" y="40814"/>
                  </a:lnTo>
                  <a:lnTo>
                    <a:pt x="117981" y="32385"/>
                  </a:lnTo>
                  <a:close/>
                </a:path>
                <a:path w="639444" h="198754">
                  <a:moveTo>
                    <a:pt x="175768" y="0"/>
                  </a:moveTo>
                  <a:lnTo>
                    <a:pt x="149606" y="3683"/>
                  </a:lnTo>
                  <a:lnTo>
                    <a:pt x="149606" y="195199"/>
                  </a:lnTo>
                  <a:lnTo>
                    <a:pt x="175768" y="195199"/>
                  </a:lnTo>
                  <a:lnTo>
                    <a:pt x="175768" y="95503"/>
                  </a:lnTo>
                  <a:lnTo>
                    <a:pt x="177800" y="93979"/>
                  </a:lnTo>
                  <a:lnTo>
                    <a:pt x="180466" y="92455"/>
                  </a:lnTo>
                  <a:lnTo>
                    <a:pt x="183769" y="90804"/>
                  </a:lnTo>
                  <a:lnTo>
                    <a:pt x="187959" y="88646"/>
                  </a:lnTo>
                  <a:lnTo>
                    <a:pt x="192277" y="86995"/>
                  </a:lnTo>
                  <a:lnTo>
                    <a:pt x="200913" y="84454"/>
                  </a:lnTo>
                  <a:lnTo>
                    <a:pt x="205231" y="83820"/>
                  </a:lnTo>
                  <a:lnTo>
                    <a:pt x="255451" y="83820"/>
                  </a:lnTo>
                  <a:lnTo>
                    <a:pt x="253491" y="79248"/>
                  </a:lnTo>
                  <a:lnTo>
                    <a:pt x="250189" y="74929"/>
                  </a:lnTo>
                  <a:lnTo>
                    <a:pt x="249435" y="73914"/>
                  </a:lnTo>
                  <a:lnTo>
                    <a:pt x="175768" y="73914"/>
                  </a:lnTo>
                  <a:lnTo>
                    <a:pt x="175768" y="0"/>
                  </a:lnTo>
                  <a:close/>
                </a:path>
                <a:path w="639444" h="198754">
                  <a:moveTo>
                    <a:pt x="255451" y="83820"/>
                  </a:moveTo>
                  <a:lnTo>
                    <a:pt x="214883" y="83820"/>
                  </a:lnTo>
                  <a:lnTo>
                    <a:pt x="218947" y="84582"/>
                  </a:lnTo>
                  <a:lnTo>
                    <a:pt x="221995" y="85978"/>
                  </a:lnTo>
                  <a:lnTo>
                    <a:pt x="232156" y="102489"/>
                  </a:lnTo>
                  <a:lnTo>
                    <a:pt x="232790" y="106679"/>
                  </a:lnTo>
                  <a:lnTo>
                    <a:pt x="233044" y="111378"/>
                  </a:lnTo>
                  <a:lnTo>
                    <a:pt x="233044" y="195199"/>
                  </a:lnTo>
                  <a:lnTo>
                    <a:pt x="258825" y="195199"/>
                  </a:lnTo>
                  <a:lnTo>
                    <a:pt x="258825" y="104140"/>
                  </a:lnTo>
                  <a:lnTo>
                    <a:pt x="258294" y="98298"/>
                  </a:lnTo>
                  <a:lnTo>
                    <a:pt x="258190" y="97154"/>
                  </a:lnTo>
                  <a:lnTo>
                    <a:pt x="257047" y="90932"/>
                  </a:lnTo>
                  <a:lnTo>
                    <a:pt x="255777" y="84582"/>
                  </a:lnTo>
                  <a:lnTo>
                    <a:pt x="255451" y="83820"/>
                  </a:lnTo>
                  <a:close/>
                </a:path>
                <a:path w="639444" h="198754">
                  <a:moveTo>
                    <a:pt x="223646" y="61595"/>
                  </a:moveTo>
                  <a:lnTo>
                    <a:pt x="214883" y="61595"/>
                  </a:lnTo>
                  <a:lnTo>
                    <a:pt x="207956" y="61930"/>
                  </a:lnTo>
                  <a:lnTo>
                    <a:pt x="175768" y="73914"/>
                  </a:lnTo>
                  <a:lnTo>
                    <a:pt x="249435" y="73914"/>
                  </a:lnTo>
                  <a:lnTo>
                    <a:pt x="246887" y="70485"/>
                  </a:lnTo>
                  <a:lnTo>
                    <a:pt x="242443" y="67183"/>
                  </a:lnTo>
                  <a:lnTo>
                    <a:pt x="236600" y="65024"/>
                  </a:lnTo>
                  <a:lnTo>
                    <a:pt x="230885" y="62738"/>
                  </a:lnTo>
                  <a:lnTo>
                    <a:pt x="223646" y="615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9654" y="614526"/>
            <a:ext cx="7685405" cy="27730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Objectives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Concept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Define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item,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its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operational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environment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their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interactions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context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cybersecurity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Specify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claims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Specify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concept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achieve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goals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50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Concept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phase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activities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40">
                <a:latin typeface="Arial MT"/>
                <a:cs typeface="Arial MT"/>
              </a:rPr>
              <a:t>OEM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defines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functions,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first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architecture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32459" y="3788664"/>
            <a:ext cx="1656714" cy="935990"/>
          </a:xfrm>
          <a:custGeom>
            <a:avLst/>
            <a:gdLst/>
            <a:ahLst/>
            <a:cxnLst/>
            <a:rect l="l" t="t" r="r" b="b"/>
            <a:pathLst>
              <a:path w="1656714" h="935989">
                <a:moveTo>
                  <a:pt x="0" y="155956"/>
                </a:moveTo>
                <a:lnTo>
                  <a:pt x="7950" y="106671"/>
                </a:lnTo>
                <a:lnTo>
                  <a:pt x="30090" y="63861"/>
                </a:lnTo>
                <a:lnTo>
                  <a:pt x="63850" y="30097"/>
                </a:lnTo>
                <a:lnTo>
                  <a:pt x="106662" y="7953"/>
                </a:lnTo>
                <a:lnTo>
                  <a:pt x="155956" y="0"/>
                </a:lnTo>
                <a:lnTo>
                  <a:pt x="1500632" y="0"/>
                </a:lnTo>
                <a:lnTo>
                  <a:pt x="1549916" y="7953"/>
                </a:lnTo>
                <a:lnTo>
                  <a:pt x="1592726" y="30097"/>
                </a:lnTo>
                <a:lnTo>
                  <a:pt x="1626490" y="63861"/>
                </a:lnTo>
                <a:lnTo>
                  <a:pt x="1648634" y="106671"/>
                </a:lnTo>
                <a:lnTo>
                  <a:pt x="1656588" y="155956"/>
                </a:lnTo>
                <a:lnTo>
                  <a:pt x="1656588" y="779780"/>
                </a:lnTo>
                <a:lnTo>
                  <a:pt x="1648634" y="829064"/>
                </a:lnTo>
                <a:lnTo>
                  <a:pt x="1626490" y="871874"/>
                </a:lnTo>
                <a:lnTo>
                  <a:pt x="1592726" y="905638"/>
                </a:lnTo>
                <a:lnTo>
                  <a:pt x="1549916" y="927782"/>
                </a:lnTo>
                <a:lnTo>
                  <a:pt x="1500632" y="935736"/>
                </a:lnTo>
                <a:lnTo>
                  <a:pt x="155956" y="935736"/>
                </a:lnTo>
                <a:lnTo>
                  <a:pt x="106662" y="927782"/>
                </a:lnTo>
                <a:lnTo>
                  <a:pt x="63850" y="905638"/>
                </a:lnTo>
                <a:lnTo>
                  <a:pt x="30090" y="871874"/>
                </a:lnTo>
                <a:lnTo>
                  <a:pt x="7950" y="829064"/>
                </a:lnTo>
                <a:lnTo>
                  <a:pt x="0" y="779780"/>
                </a:lnTo>
                <a:lnTo>
                  <a:pt x="0" y="155956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74521" y="3966464"/>
            <a:ext cx="7715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 MT"/>
                <a:cs typeface="Arial MT"/>
              </a:rPr>
              <a:t>Item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800" spc="-125">
                <a:latin typeface="Arial MT"/>
                <a:cs typeface="Arial MT"/>
              </a:rPr>
              <a:t>definition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296411" y="3788664"/>
            <a:ext cx="1656714" cy="935990"/>
          </a:xfrm>
          <a:custGeom>
            <a:avLst/>
            <a:gdLst/>
            <a:ahLst/>
            <a:cxnLst/>
            <a:rect l="l" t="t" r="r" b="b"/>
            <a:pathLst>
              <a:path w="1656714" h="935989">
                <a:moveTo>
                  <a:pt x="0" y="155956"/>
                </a:moveTo>
                <a:lnTo>
                  <a:pt x="7953" y="106671"/>
                </a:lnTo>
                <a:lnTo>
                  <a:pt x="30097" y="63861"/>
                </a:lnTo>
                <a:lnTo>
                  <a:pt x="63861" y="30097"/>
                </a:lnTo>
                <a:lnTo>
                  <a:pt x="106671" y="7953"/>
                </a:lnTo>
                <a:lnTo>
                  <a:pt x="155955" y="0"/>
                </a:lnTo>
                <a:lnTo>
                  <a:pt x="1500632" y="0"/>
                </a:lnTo>
                <a:lnTo>
                  <a:pt x="1549916" y="7953"/>
                </a:lnTo>
                <a:lnTo>
                  <a:pt x="1592726" y="30097"/>
                </a:lnTo>
                <a:lnTo>
                  <a:pt x="1626490" y="63861"/>
                </a:lnTo>
                <a:lnTo>
                  <a:pt x="1648634" y="106671"/>
                </a:lnTo>
                <a:lnTo>
                  <a:pt x="1656588" y="155956"/>
                </a:lnTo>
                <a:lnTo>
                  <a:pt x="1656588" y="779780"/>
                </a:lnTo>
                <a:lnTo>
                  <a:pt x="1648634" y="829064"/>
                </a:lnTo>
                <a:lnTo>
                  <a:pt x="1626490" y="871874"/>
                </a:lnTo>
                <a:lnTo>
                  <a:pt x="1592726" y="905638"/>
                </a:lnTo>
                <a:lnTo>
                  <a:pt x="1549916" y="927782"/>
                </a:lnTo>
                <a:lnTo>
                  <a:pt x="1500632" y="935736"/>
                </a:lnTo>
                <a:lnTo>
                  <a:pt x="155955" y="935736"/>
                </a:lnTo>
                <a:lnTo>
                  <a:pt x="106671" y="927782"/>
                </a:lnTo>
                <a:lnTo>
                  <a:pt x="63861" y="905638"/>
                </a:lnTo>
                <a:lnTo>
                  <a:pt x="30097" y="871874"/>
                </a:lnTo>
                <a:lnTo>
                  <a:pt x="7953" y="829064"/>
                </a:lnTo>
                <a:lnTo>
                  <a:pt x="0" y="779780"/>
                </a:lnTo>
                <a:lnTo>
                  <a:pt x="0" y="155956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774185" y="3859783"/>
            <a:ext cx="701675" cy="78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557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 MT"/>
                <a:cs typeface="Arial MT"/>
              </a:rPr>
              <a:t>Risk </a:t>
            </a:r>
            <a:r>
              <a:rPr dirty="0" sz="1800" spc="-160">
                <a:latin typeface="Arial MT"/>
                <a:cs typeface="Arial MT"/>
              </a:rPr>
              <a:t>analysis</a:t>
            </a:r>
            <a:endParaRPr sz="1800">
              <a:latin typeface="Arial MT"/>
              <a:cs typeface="Arial MT"/>
            </a:endParaRPr>
          </a:p>
          <a:p>
            <a:pPr marL="111760">
              <a:lnSpc>
                <a:spcPct val="100000"/>
              </a:lnSpc>
              <a:spcBef>
                <a:spcPts val="5"/>
              </a:spcBef>
            </a:pPr>
            <a:r>
              <a:rPr dirty="0" sz="1400" spc="-20">
                <a:latin typeface="Arial MT"/>
                <a:cs typeface="Arial MT"/>
              </a:rPr>
              <a:t>(TARA)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960364" y="3788664"/>
            <a:ext cx="1656714" cy="935990"/>
          </a:xfrm>
          <a:custGeom>
            <a:avLst/>
            <a:gdLst/>
            <a:ahLst/>
            <a:cxnLst/>
            <a:rect l="l" t="t" r="r" b="b"/>
            <a:pathLst>
              <a:path w="1656715" h="935989">
                <a:moveTo>
                  <a:pt x="0" y="155956"/>
                </a:moveTo>
                <a:lnTo>
                  <a:pt x="7953" y="106671"/>
                </a:lnTo>
                <a:lnTo>
                  <a:pt x="30097" y="63861"/>
                </a:lnTo>
                <a:lnTo>
                  <a:pt x="63861" y="30097"/>
                </a:lnTo>
                <a:lnTo>
                  <a:pt x="106671" y="7953"/>
                </a:lnTo>
                <a:lnTo>
                  <a:pt x="155956" y="0"/>
                </a:lnTo>
                <a:lnTo>
                  <a:pt x="1500632" y="0"/>
                </a:lnTo>
                <a:lnTo>
                  <a:pt x="1549916" y="7953"/>
                </a:lnTo>
                <a:lnTo>
                  <a:pt x="1592726" y="30097"/>
                </a:lnTo>
                <a:lnTo>
                  <a:pt x="1626490" y="63861"/>
                </a:lnTo>
                <a:lnTo>
                  <a:pt x="1648634" y="106671"/>
                </a:lnTo>
                <a:lnTo>
                  <a:pt x="1656588" y="155956"/>
                </a:lnTo>
                <a:lnTo>
                  <a:pt x="1656588" y="779780"/>
                </a:lnTo>
                <a:lnTo>
                  <a:pt x="1648634" y="829064"/>
                </a:lnTo>
                <a:lnTo>
                  <a:pt x="1626490" y="871874"/>
                </a:lnTo>
                <a:lnTo>
                  <a:pt x="1592726" y="905638"/>
                </a:lnTo>
                <a:lnTo>
                  <a:pt x="1549916" y="927782"/>
                </a:lnTo>
                <a:lnTo>
                  <a:pt x="1500632" y="935736"/>
                </a:lnTo>
                <a:lnTo>
                  <a:pt x="155956" y="935736"/>
                </a:lnTo>
                <a:lnTo>
                  <a:pt x="106671" y="927782"/>
                </a:lnTo>
                <a:lnTo>
                  <a:pt x="63861" y="905638"/>
                </a:lnTo>
                <a:lnTo>
                  <a:pt x="30097" y="871874"/>
                </a:lnTo>
                <a:lnTo>
                  <a:pt x="7953" y="829064"/>
                </a:lnTo>
                <a:lnTo>
                  <a:pt x="0" y="779780"/>
                </a:lnTo>
                <a:lnTo>
                  <a:pt x="0" y="155956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204330" y="3966464"/>
            <a:ext cx="11709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50">
                <a:latin typeface="Arial MT"/>
                <a:cs typeface="Arial MT"/>
              </a:rPr>
              <a:t>Cybersecurity</a:t>
            </a:r>
            <a:endParaRPr sz="1800">
              <a:latin typeface="Arial MT"/>
              <a:cs typeface="Arial MT"/>
            </a:endParaRPr>
          </a:p>
          <a:p>
            <a:pPr algn="ctr" marL="1270">
              <a:lnSpc>
                <a:spcPct val="100000"/>
              </a:lnSpc>
            </a:pPr>
            <a:r>
              <a:rPr dirty="0" sz="1800" spc="-40">
                <a:latin typeface="Arial MT"/>
                <a:cs typeface="Arial MT"/>
              </a:rPr>
              <a:t>concept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2432304" y="4076700"/>
            <a:ext cx="649605" cy="360045"/>
          </a:xfrm>
          <a:custGeom>
            <a:avLst/>
            <a:gdLst/>
            <a:ahLst/>
            <a:cxnLst/>
            <a:rect l="l" t="t" r="r" b="b"/>
            <a:pathLst>
              <a:path w="649605" h="360045">
                <a:moveTo>
                  <a:pt x="469391" y="0"/>
                </a:moveTo>
                <a:lnTo>
                  <a:pt x="469391" y="89916"/>
                </a:lnTo>
                <a:lnTo>
                  <a:pt x="0" y="89916"/>
                </a:lnTo>
                <a:lnTo>
                  <a:pt x="0" y="269748"/>
                </a:lnTo>
                <a:lnTo>
                  <a:pt x="469391" y="269748"/>
                </a:lnTo>
                <a:lnTo>
                  <a:pt x="469391" y="359663"/>
                </a:lnTo>
                <a:lnTo>
                  <a:pt x="649223" y="179831"/>
                </a:lnTo>
                <a:lnTo>
                  <a:pt x="469391" y="0"/>
                </a:lnTo>
                <a:close/>
              </a:path>
            </a:pathLst>
          </a:custGeom>
          <a:solidFill>
            <a:srgbClr val="2121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096255" y="4076700"/>
            <a:ext cx="649605" cy="360045"/>
          </a:xfrm>
          <a:custGeom>
            <a:avLst/>
            <a:gdLst/>
            <a:ahLst/>
            <a:cxnLst/>
            <a:rect l="l" t="t" r="r" b="b"/>
            <a:pathLst>
              <a:path w="649604" h="360045">
                <a:moveTo>
                  <a:pt x="469392" y="0"/>
                </a:moveTo>
                <a:lnTo>
                  <a:pt x="469392" y="89916"/>
                </a:lnTo>
                <a:lnTo>
                  <a:pt x="0" y="89916"/>
                </a:lnTo>
                <a:lnTo>
                  <a:pt x="0" y="269748"/>
                </a:lnTo>
                <a:lnTo>
                  <a:pt x="469392" y="269748"/>
                </a:lnTo>
                <a:lnTo>
                  <a:pt x="469392" y="359663"/>
                </a:lnTo>
                <a:lnTo>
                  <a:pt x="649224" y="179831"/>
                </a:lnTo>
                <a:lnTo>
                  <a:pt x="469392" y="0"/>
                </a:lnTo>
                <a:close/>
              </a:path>
            </a:pathLst>
          </a:custGeom>
          <a:solidFill>
            <a:srgbClr val="21218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1581670" cy="19824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1078" y="281813"/>
              <a:ext cx="1236726" cy="155701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848867" y="2508504"/>
            <a:ext cx="2887980" cy="1671955"/>
            <a:chOff x="848867" y="2508504"/>
            <a:chExt cx="2887980" cy="1671955"/>
          </a:xfrm>
        </p:grpSpPr>
        <p:sp>
          <p:nvSpPr>
            <p:cNvPr id="10" name="object 10" descr=""/>
            <p:cNvSpPr/>
            <p:nvPr/>
          </p:nvSpPr>
          <p:spPr>
            <a:xfrm>
              <a:off x="1208531" y="2587752"/>
              <a:ext cx="2449195" cy="1511935"/>
            </a:xfrm>
            <a:custGeom>
              <a:avLst/>
              <a:gdLst/>
              <a:ahLst/>
              <a:cxnLst/>
              <a:rect l="l" t="t" r="r" b="b"/>
              <a:pathLst>
                <a:path w="2449195" h="1511935">
                  <a:moveTo>
                    <a:pt x="0" y="251968"/>
                  </a:moveTo>
                  <a:lnTo>
                    <a:pt x="4058" y="206667"/>
                  </a:lnTo>
                  <a:lnTo>
                    <a:pt x="15759" y="164034"/>
                  </a:lnTo>
                  <a:lnTo>
                    <a:pt x="34393" y="124779"/>
                  </a:lnTo>
                  <a:lnTo>
                    <a:pt x="59248" y="89614"/>
                  </a:lnTo>
                  <a:lnTo>
                    <a:pt x="89614" y="59248"/>
                  </a:lnTo>
                  <a:lnTo>
                    <a:pt x="124779" y="34393"/>
                  </a:lnTo>
                  <a:lnTo>
                    <a:pt x="164034" y="15759"/>
                  </a:lnTo>
                  <a:lnTo>
                    <a:pt x="206667" y="4058"/>
                  </a:lnTo>
                  <a:lnTo>
                    <a:pt x="251968" y="0"/>
                  </a:lnTo>
                  <a:lnTo>
                    <a:pt x="2197100" y="0"/>
                  </a:lnTo>
                  <a:lnTo>
                    <a:pt x="2242400" y="4058"/>
                  </a:lnTo>
                  <a:lnTo>
                    <a:pt x="2285033" y="15759"/>
                  </a:lnTo>
                  <a:lnTo>
                    <a:pt x="2324288" y="34393"/>
                  </a:lnTo>
                  <a:lnTo>
                    <a:pt x="2359453" y="59248"/>
                  </a:lnTo>
                  <a:lnTo>
                    <a:pt x="2389819" y="89614"/>
                  </a:lnTo>
                  <a:lnTo>
                    <a:pt x="2414674" y="124779"/>
                  </a:lnTo>
                  <a:lnTo>
                    <a:pt x="2433308" y="164034"/>
                  </a:lnTo>
                  <a:lnTo>
                    <a:pt x="2445009" y="206667"/>
                  </a:lnTo>
                  <a:lnTo>
                    <a:pt x="2449068" y="251968"/>
                  </a:lnTo>
                  <a:lnTo>
                    <a:pt x="2449068" y="1259840"/>
                  </a:lnTo>
                  <a:lnTo>
                    <a:pt x="2445009" y="1305140"/>
                  </a:lnTo>
                  <a:lnTo>
                    <a:pt x="2433308" y="1347773"/>
                  </a:lnTo>
                  <a:lnTo>
                    <a:pt x="2414674" y="1387028"/>
                  </a:lnTo>
                  <a:lnTo>
                    <a:pt x="2389819" y="1422193"/>
                  </a:lnTo>
                  <a:lnTo>
                    <a:pt x="2359453" y="1452559"/>
                  </a:lnTo>
                  <a:lnTo>
                    <a:pt x="2324288" y="1477414"/>
                  </a:lnTo>
                  <a:lnTo>
                    <a:pt x="2285033" y="1496048"/>
                  </a:lnTo>
                  <a:lnTo>
                    <a:pt x="2242400" y="1507749"/>
                  </a:lnTo>
                  <a:lnTo>
                    <a:pt x="2197100" y="1511808"/>
                  </a:lnTo>
                  <a:lnTo>
                    <a:pt x="251968" y="1511808"/>
                  </a:lnTo>
                  <a:lnTo>
                    <a:pt x="206667" y="1507749"/>
                  </a:lnTo>
                  <a:lnTo>
                    <a:pt x="164034" y="1496048"/>
                  </a:lnTo>
                  <a:lnTo>
                    <a:pt x="124779" y="1477414"/>
                  </a:lnTo>
                  <a:lnTo>
                    <a:pt x="89614" y="1452559"/>
                  </a:lnTo>
                  <a:lnTo>
                    <a:pt x="59248" y="1422193"/>
                  </a:lnTo>
                  <a:lnTo>
                    <a:pt x="34393" y="1387028"/>
                  </a:lnTo>
                  <a:lnTo>
                    <a:pt x="15759" y="1347773"/>
                  </a:lnTo>
                  <a:lnTo>
                    <a:pt x="4058" y="1305140"/>
                  </a:lnTo>
                  <a:lnTo>
                    <a:pt x="0" y="1259840"/>
                  </a:lnTo>
                  <a:lnTo>
                    <a:pt x="0" y="251968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36903" y="2516124"/>
              <a:ext cx="2592705" cy="1656714"/>
            </a:xfrm>
            <a:custGeom>
              <a:avLst/>
              <a:gdLst/>
              <a:ahLst/>
              <a:cxnLst/>
              <a:rect l="l" t="t" r="r" b="b"/>
              <a:pathLst>
                <a:path w="2592704" h="1656714">
                  <a:moveTo>
                    <a:pt x="0" y="1656588"/>
                  </a:moveTo>
                  <a:lnTo>
                    <a:pt x="2592324" y="1656588"/>
                  </a:lnTo>
                  <a:lnTo>
                    <a:pt x="2592324" y="0"/>
                  </a:lnTo>
                  <a:lnTo>
                    <a:pt x="0" y="0"/>
                  </a:lnTo>
                  <a:lnTo>
                    <a:pt x="0" y="1656588"/>
                  </a:lnTo>
                  <a:close/>
                </a:path>
              </a:pathLst>
            </a:custGeom>
            <a:ln w="1524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48867" y="2732532"/>
              <a:ext cx="576580" cy="215265"/>
            </a:xfrm>
            <a:custGeom>
              <a:avLst/>
              <a:gdLst/>
              <a:ahLst/>
              <a:cxnLst/>
              <a:rect l="l" t="t" r="r" b="b"/>
              <a:pathLst>
                <a:path w="576580" h="215264">
                  <a:moveTo>
                    <a:pt x="468629" y="0"/>
                  </a:moveTo>
                  <a:lnTo>
                    <a:pt x="468629" y="53720"/>
                  </a:lnTo>
                  <a:lnTo>
                    <a:pt x="107441" y="53720"/>
                  </a:lnTo>
                  <a:lnTo>
                    <a:pt x="107441" y="0"/>
                  </a:lnTo>
                  <a:lnTo>
                    <a:pt x="0" y="107441"/>
                  </a:lnTo>
                  <a:lnTo>
                    <a:pt x="107441" y="214883"/>
                  </a:lnTo>
                  <a:lnTo>
                    <a:pt x="107441" y="161162"/>
                  </a:lnTo>
                  <a:lnTo>
                    <a:pt x="468629" y="161162"/>
                  </a:lnTo>
                  <a:lnTo>
                    <a:pt x="468629" y="214883"/>
                  </a:lnTo>
                  <a:lnTo>
                    <a:pt x="576072" y="107441"/>
                  </a:lnTo>
                  <a:lnTo>
                    <a:pt x="468629" y="0"/>
                  </a:lnTo>
                  <a:close/>
                </a:path>
              </a:pathLst>
            </a:custGeom>
            <a:solidFill>
              <a:srgbClr val="252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04722" y="2748787"/>
            <a:ext cx="261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solidFill>
                  <a:srgbClr val="FFFFFF"/>
                </a:solidFill>
                <a:latin typeface="Arial MT"/>
                <a:cs typeface="Arial MT"/>
              </a:rPr>
              <a:t>GSM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848867" y="3137916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80" h="216535">
                <a:moveTo>
                  <a:pt x="467868" y="0"/>
                </a:moveTo>
                <a:lnTo>
                  <a:pt x="467868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4"/>
                </a:lnTo>
                <a:lnTo>
                  <a:pt x="108203" y="216408"/>
                </a:lnTo>
                <a:lnTo>
                  <a:pt x="108203" y="162306"/>
                </a:lnTo>
                <a:lnTo>
                  <a:pt x="467868" y="162306"/>
                </a:lnTo>
                <a:lnTo>
                  <a:pt x="467868" y="216408"/>
                </a:lnTo>
                <a:lnTo>
                  <a:pt x="576072" y="108204"/>
                </a:lnTo>
                <a:lnTo>
                  <a:pt x="467868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013866" y="3154806"/>
            <a:ext cx="245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WIFI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48867" y="3546347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80" h="216535">
                <a:moveTo>
                  <a:pt x="467868" y="0"/>
                </a:moveTo>
                <a:lnTo>
                  <a:pt x="467868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6"/>
                </a:lnTo>
                <a:lnTo>
                  <a:pt x="467868" y="162306"/>
                </a:lnTo>
                <a:lnTo>
                  <a:pt x="467868" y="216407"/>
                </a:lnTo>
                <a:lnTo>
                  <a:pt x="576072" y="108203"/>
                </a:lnTo>
                <a:lnTo>
                  <a:pt x="467868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019962" y="3563873"/>
            <a:ext cx="232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0">
                <a:solidFill>
                  <a:srgbClr val="FFFFFF"/>
                </a:solidFill>
                <a:latin typeface="Arial MT"/>
                <a:cs typeface="Arial MT"/>
              </a:rPr>
              <a:t>Etc..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429000" y="2732532"/>
            <a:ext cx="576580" cy="215265"/>
          </a:xfrm>
          <a:custGeom>
            <a:avLst/>
            <a:gdLst/>
            <a:ahLst/>
            <a:cxnLst/>
            <a:rect l="l" t="t" r="r" b="b"/>
            <a:pathLst>
              <a:path w="576579" h="215264">
                <a:moveTo>
                  <a:pt x="468629" y="0"/>
                </a:moveTo>
                <a:lnTo>
                  <a:pt x="468629" y="53720"/>
                </a:lnTo>
                <a:lnTo>
                  <a:pt x="107441" y="53720"/>
                </a:lnTo>
                <a:lnTo>
                  <a:pt x="107441" y="0"/>
                </a:lnTo>
                <a:lnTo>
                  <a:pt x="0" y="107441"/>
                </a:lnTo>
                <a:lnTo>
                  <a:pt x="107441" y="214883"/>
                </a:lnTo>
                <a:lnTo>
                  <a:pt x="107441" y="161162"/>
                </a:lnTo>
                <a:lnTo>
                  <a:pt x="468629" y="161162"/>
                </a:lnTo>
                <a:lnTo>
                  <a:pt x="468629" y="214883"/>
                </a:lnTo>
                <a:lnTo>
                  <a:pt x="576072" y="107441"/>
                </a:lnTo>
                <a:lnTo>
                  <a:pt x="468629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597655" y="2748787"/>
            <a:ext cx="238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solidFill>
                  <a:srgbClr val="FFFFFF"/>
                </a:solidFill>
                <a:latin typeface="Arial MT"/>
                <a:cs typeface="Arial MT"/>
              </a:rPr>
              <a:t>USB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429000" y="3137916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4"/>
                </a:lnTo>
                <a:lnTo>
                  <a:pt x="108203" y="216408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8"/>
                </a:lnTo>
                <a:lnTo>
                  <a:pt x="576072" y="108204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637279" y="3154806"/>
            <a:ext cx="156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BT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429000" y="3546347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7"/>
                </a:lnTo>
                <a:lnTo>
                  <a:pt x="576072" y="108203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3594608" y="3563873"/>
            <a:ext cx="243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96411" y="2367279"/>
            <a:ext cx="184912" cy="220091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3490086" y="2235454"/>
            <a:ext cx="7004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0000FF"/>
                </a:solidFill>
                <a:latin typeface="Arial MT"/>
                <a:cs typeface="Arial MT"/>
              </a:rPr>
              <a:t>Item</a:t>
            </a:r>
            <a:r>
              <a:rPr dirty="0" sz="1000" spc="-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90">
                <a:solidFill>
                  <a:srgbClr val="0000FF"/>
                </a:solidFill>
                <a:latin typeface="Arial MT"/>
                <a:cs typeface="Arial MT"/>
              </a:rPr>
              <a:t>Boundary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187701" y="2347086"/>
            <a:ext cx="7353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FF0000"/>
                </a:solidFill>
                <a:latin typeface="Arial MT"/>
                <a:cs typeface="Arial MT"/>
              </a:rPr>
              <a:t>Trust</a:t>
            </a:r>
            <a:r>
              <a:rPr dirty="0" sz="10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000" spc="-90">
                <a:solidFill>
                  <a:srgbClr val="FF0000"/>
                </a:solidFill>
                <a:latin typeface="Arial MT"/>
                <a:cs typeface="Arial MT"/>
              </a:rPr>
              <a:t>Boundary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23163" y="2515361"/>
            <a:ext cx="482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Arial MT"/>
                <a:cs typeface="Arial MT"/>
              </a:rPr>
              <a:t>Interfaces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970401" y="3752215"/>
            <a:ext cx="511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latin typeface="Arial MT"/>
                <a:cs typeface="Arial MT"/>
              </a:rPr>
              <a:t>Interaction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855977" y="4286250"/>
            <a:ext cx="14357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Item</a:t>
            </a:r>
            <a:r>
              <a:rPr dirty="0" u="sng" sz="12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200" spc="-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Item</a:t>
            </a:r>
            <a:r>
              <a:rPr dirty="0" u="sng" sz="12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boundary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199888" y="2439733"/>
            <a:ext cx="3010535" cy="1677035"/>
            <a:chOff x="5199888" y="2439733"/>
            <a:chExt cx="3010535" cy="1677035"/>
          </a:xfrm>
        </p:grpSpPr>
        <p:sp>
          <p:nvSpPr>
            <p:cNvPr id="31" name="object 31" descr=""/>
            <p:cNvSpPr/>
            <p:nvPr/>
          </p:nvSpPr>
          <p:spPr>
            <a:xfrm>
              <a:off x="5631180" y="2444495"/>
              <a:ext cx="2574290" cy="1667510"/>
            </a:xfrm>
            <a:custGeom>
              <a:avLst/>
              <a:gdLst/>
              <a:ahLst/>
              <a:cxnLst/>
              <a:rect l="l" t="t" r="r" b="b"/>
              <a:pathLst>
                <a:path w="2574290" h="1667510">
                  <a:moveTo>
                    <a:pt x="0" y="277875"/>
                  </a:moveTo>
                  <a:lnTo>
                    <a:pt x="3638" y="232815"/>
                  </a:lnTo>
                  <a:lnTo>
                    <a:pt x="14171" y="190065"/>
                  </a:lnTo>
                  <a:lnTo>
                    <a:pt x="31025" y="150198"/>
                  </a:lnTo>
                  <a:lnTo>
                    <a:pt x="53628" y="113787"/>
                  </a:lnTo>
                  <a:lnTo>
                    <a:pt x="81406" y="81406"/>
                  </a:lnTo>
                  <a:lnTo>
                    <a:pt x="113787" y="53628"/>
                  </a:lnTo>
                  <a:lnTo>
                    <a:pt x="150198" y="31025"/>
                  </a:lnTo>
                  <a:lnTo>
                    <a:pt x="190065" y="14171"/>
                  </a:lnTo>
                  <a:lnTo>
                    <a:pt x="232815" y="3638"/>
                  </a:lnTo>
                  <a:lnTo>
                    <a:pt x="277875" y="0"/>
                  </a:lnTo>
                  <a:lnTo>
                    <a:pt x="2296160" y="0"/>
                  </a:lnTo>
                  <a:lnTo>
                    <a:pt x="2341220" y="3638"/>
                  </a:lnTo>
                  <a:lnTo>
                    <a:pt x="2383970" y="14171"/>
                  </a:lnTo>
                  <a:lnTo>
                    <a:pt x="2423837" y="31025"/>
                  </a:lnTo>
                  <a:lnTo>
                    <a:pt x="2460248" y="53628"/>
                  </a:lnTo>
                  <a:lnTo>
                    <a:pt x="2492629" y="81406"/>
                  </a:lnTo>
                  <a:lnTo>
                    <a:pt x="2520407" y="113787"/>
                  </a:lnTo>
                  <a:lnTo>
                    <a:pt x="2543010" y="150198"/>
                  </a:lnTo>
                  <a:lnTo>
                    <a:pt x="2559864" y="190065"/>
                  </a:lnTo>
                  <a:lnTo>
                    <a:pt x="2570397" y="232815"/>
                  </a:lnTo>
                  <a:lnTo>
                    <a:pt x="2574036" y="277875"/>
                  </a:lnTo>
                  <a:lnTo>
                    <a:pt x="2574036" y="1389379"/>
                  </a:lnTo>
                  <a:lnTo>
                    <a:pt x="2570397" y="1434440"/>
                  </a:lnTo>
                  <a:lnTo>
                    <a:pt x="2559864" y="1477190"/>
                  </a:lnTo>
                  <a:lnTo>
                    <a:pt x="2543010" y="1517057"/>
                  </a:lnTo>
                  <a:lnTo>
                    <a:pt x="2520407" y="1553468"/>
                  </a:lnTo>
                  <a:lnTo>
                    <a:pt x="2492629" y="1585848"/>
                  </a:lnTo>
                  <a:lnTo>
                    <a:pt x="2460248" y="1613627"/>
                  </a:lnTo>
                  <a:lnTo>
                    <a:pt x="2423837" y="1636230"/>
                  </a:lnTo>
                  <a:lnTo>
                    <a:pt x="2383970" y="1653084"/>
                  </a:lnTo>
                  <a:lnTo>
                    <a:pt x="2341220" y="1663617"/>
                  </a:lnTo>
                  <a:lnTo>
                    <a:pt x="2296160" y="1667255"/>
                  </a:lnTo>
                  <a:lnTo>
                    <a:pt x="277875" y="1667255"/>
                  </a:lnTo>
                  <a:lnTo>
                    <a:pt x="232815" y="1663617"/>
                  </a:lnTo>
                  <a:lnTo>
                    <a:pt x="190065" y="1653084"/>
                  </a:lnTo>
                  <a:lnTo>
                    <a:pt x="150198" y="1636230"/>
                  </a:lnTo>
                  <a:lnTo>
                    <a:pt x="113787" y="1613627"/>
                  </a:lnTo>
                  <a:lnTo>
                    <a:pt x="81407" y="1585848"/>
                  </a:lnTo>
                  <a:lnTo>
                    <a:pt x="53628" y="1553468"/>
                  </a:lnTo>
                  <a:lnTo>
                    <a:pt x="31025" y="1517057"/>
                  </a:lnTo>
                  <a:lnTo>
                    <a:pt x="14171" y="1477190"/>
                  </a:lnTo>
                  <a:lnTo>
                    <a:pt x="3638" y="1434440"/>
                  </a:lnTo>
                  <a:lnTo>
                    <a:pt x="0" y="1389379"/>
                  </a:lnTo>
                  <a:lnTo>
                    <a:pt x="0" y="277875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199888" y="2659379"/>
              <a:ext cx="576580" cy="216535"/>
            </a:xfrm>
            <a:custGeom>
              <a:avLst/>
              <a:gdLst/>
              <a:ahLst/>
              <a:cxnLst/>
              <a:rect l="l" t="t" r="r" b="b"/>
              <a:pathLst>
                <a:path w="576579" h="216535">
                  <a:moveTo>
                    <a:pt x="467867" y="0"/>
                  </a:moveTo>
                  <a:lnTo>
                    <a:pt x="467867" y="54102"/>
                  </a:lnTo>
                  <a:lnTo>
                    <a:pt x="108203" y="54102"/>
                  </a:lnTo>
                  <a:lnTo>
                    <a:pt x="108203" y="0"/>
                  </a:lnTo>
                  <a:lnTo>
                    <a:pt x="0" y="108204"/>
                  </a:lnTo>
                  <a:lnTo>
                    <a:pt x="108203" y="216408"/>
                  </a:lnTo>
                  <a:lnTo>
                    <a:pt x="108203" y="162306"/>
                  </a:lnTo>
                  <a:lnTo>
                    <a:pt x="467867" y="162306"/>
                  </a:lnTo>
                  <a:lnTo>
                    <a:pt x="467867" y="216408"/>
                  </a:lnTo>
                  <a:lnTo>
                    <a:pt x="576072" y="108204"/>
                  </a:lnTo>
                  <a:lnTo>
                    <a:pt x="467867" y="0"/>
                  </a:lnTo>
                  <a:close/>
                </a:path>
              </a:pathLst>
            </a:custGeom>
            <a:solidFill>
              <a:srgbClr val="252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357621" y="2676220"/>
            <a:ext cx="261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solidFill>
                  <a:srgbClr val="FFFFFF"/>
                </a:solidFill>
                <a:latin typeface="Arial MT"/>
                <a:cs typeface="Arial MT"/>
              </a:rPr>
              <a:t>GSM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199888" y="3092195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5"/>
                </a:lnTo>
                <a:lnTo>
                  <a:pt x="467867" y="162305"/>
                </a:lnTo>
                <a:lnTo>
                  <a:pt x="467867" y="216407"/>
                </a:lnTo>
                <a:lnTo>
                  <a:pt x="576072" y="108203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366765" y="3108705"/>
            <a:ext cx="245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WIFI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5199888" y="3596640"/>
            <a:ext cx="576580" cy="215265"/>
          </a:xfrm>
          <a:custGeom>
            <a:avLst/>
            <a:gdLst/>
            <a:ahLst/>
            <a:cxnLst/>
            <a:rect l="l" t="t" r="r" b="b"/>
            <a:pathLst>
              <a:path w="576579" h="215264">
                <a:moveTo>
                  <a:pt x="468629" y="0"/>
                </a:moveTo>
                <a:lnTo>
                  <a:pt x="468629" y="53721"/>
                </a:lnTo>
                <a:lnTo>
                  <a:pt x="107441" y="53721"/>
                </a:lnTo>
                <a:lnTo>
                  <a:pt x="107441" y="0"/>
                </a:lnTo>
                <a:lnTo>
                  <a:pt x="0" y="107442"/>
                </a:lnTo>
                <a:lnTo>
                  <a:pt x="107441" y="214884"/>
                </a:lnTo>
                <a:lnTo>
                  <a:pt x="107441" y="161162"/>
                </a:lnTo>
                <a:lnTo>
                  <a:pt x="468629" y="161162"/>
                </a:lnTo>
                <a:lnTo>
                  <a:pt x="468629" y="214884"/>
                </a:lnTo>
                <a:lnTo>
                  <a:pt x="576072" y="107442"/>
                </a:lnTo>
                <a:lnTo>
                  <a:pt x="468629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5372861" y="3612896"/>
            <a:ext cx="232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0">
                <a:solidFill>
                  <a:srgbClr val="FFFFFF"/>
                </a:solidFill>
                <a:latin typeface="Arial MT"/>
                <a:cs typeface="Arial MT"/>
              </a:rPr>
              <a:t>Etc..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7976616" y="2659379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2"/>
                </a:lnTo>
                <a:lnTo>
                  <a:pt x="108203" y="54102"/>
                </a:lnTo>
                <a:lnTo>
                  <a:pt x="108203" y="0"/>
                </a:lnTo>
                <a:lnTo>
                  <a:pt x="0" y="108204"/>
                </a:lnTo>
                <a:lnTo>
                  <a:pt x="108203" y="216408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8"/>
                </a:lnTo>
                <a:lnTo>
                  <a:pt x="576072" y="108204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8146795" y="2676220"/>
            <a:ext cx="238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solidFill>
                  <a:srgbClr val="FFFFFF"/>
                </a:solidFill>
                <a:latin typeface="Arial MT"/>
                <a:cs typeface="Arial MT"/>
              </a:rPr>
              <a:t>USB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7976616" y="3044951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8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8"/>
                </a:lnTo>
                <a:lnTo>
                  <a:pt x="576072" y="108203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8186419" y="3062097"/>
            <a:ext cx="156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BT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7976616" y="3570732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5"/>
                </a:lnTo>
                <a:lnTo>
                  <a:pt x="467867" y="162305"/>
                </a:lnTo>
                <a:lnTo>
                  <a:pt x="467867" y="216407"/>
                </a:lnTo>
                <a:lnTo>
                  <a:pt x="576072" y="108203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8143747" y="3587877"/>
            <a:ext cx="243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4" name="object 4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45552" y="2224023"/>
            <a:ext cx="184912" cy="220090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8039227" y="2091308"/>
            <a:ext cx="7004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0000FF"/>
                </a:solidFill>
                <a:latin typeface="Arial MT"/>
                <a:cs typeface="Arial MT"/>
              </a:rPr>
              <a:t>Item</a:t>
            </a:r>
            <a:r>
              <a:rPr dirty="0" sz="1000" spc="-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90">
                <a:solidFill>
                  <a:srgbClr val="0000FF"/>
                </a:solidFill>
                <a:latin typeface="Arial MT"/>
                <a:cs typeface="Arial MT"/>
              </a:rPr>
              <a:t>Boundary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972303" y="2371470"/>
            <a:ext cx="482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Arial MT"/>
                <a:cs typeface="Arial MT"/>
              </a:rPr>
              <a:t>Interfaces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8579611" y="3698875"/>
            <a:ext cx="511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latin typeface="Arial MT"/>
                <a:cs typeface="Arial MT"/>
              </a:rPr>
              <a:t>Interaction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836665" y="4214241"/>
            <a:ext cx="2598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Item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functions</a:t>
            </a:r>
            <a:r>
              <a:rPr dirty="0" u="sng" sz="12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preliminary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9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9" name="object 49" descr=""/>
          <p:cNvGraphicFramePr>
            <a:graphicFrameLocks noGrp="1"/>
          </p:cNvGraphicFramePr>
          <p:nvPr/>
        </p:nvGraphicFramePr>
        <p:xfrm>
          <a:off x="5833871" y="2514600"/>
          <a:ext cx="2204085" cy="1496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485"/>
                <a:gridCol w="713104"/>
                <a:gridCol w="705485"/>
              </a:tblGrid>
              <a:tr h="22987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Functions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Touch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22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Display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22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800" spc="-85">
                          <a:latin typeface="Arial MT"/>
                          <a:cs typeface="Arial MT"/>
                        </a:rPr>
                        <a:t>Voice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control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22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00" spc="-20">
                          <a:latin typeface="Arial MT"/>
                          <a:cs typeface="Arial MT"/>
                        </a:rPr>
                        <a:t>Call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133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Navigation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133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00" spc="-75">
                          <a:latin typeface="Arial MT"/>
                          <a:cs typeface="Arial MT"/>
                        </a:rPr>
                        <a:t>Playing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MP3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133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800" spc="-75">
                          <a:latin typeface="Arial MT"/>
                          <a:cs typeface="Arial MT"/>
                        </a:rPr>
                        <a:t>WiFi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Comm..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4318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Purchasing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ts val="785"/>
                        </a:lnSpc>
                      </a:pPr>
                      <a:r>
                        <a:rPr dirty="0" sz="800" spc="-25">
                          <a:latin typeface="Arial MT"/>
                          <a:cs typeface="Arial MT"/>
                        </a:rPr>
                        <a:t>App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800" spc="-100">
                          <a:latin typeface="Arial MT"/>
                          <a:cs typeface="Arial MT"/>
                        </a:rPr>
                        <a:t>BT</a:t>
                      </a:r>
                      <a:r>
                        <a:rPr dirty="0" sz="8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Comm..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4318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6060">
                <a:tc gridSpan="3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Components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3365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0175">
                <a:tc gridSpan="3">
                  <a:txBody>
                    <a:bodyPr/>
                    <a:lstStyle/>
                    <a:p>
                      <a:pPr algn="ctr" marL="8890">
                        <a:lnSpc>
                          <a:spcPts val="880"/>
                        </a:lnSpc>
                        <a:spcBef>
                          <a:spcPts val="4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Processor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0014">
                <a:tc gridSpan="3">
                  <a:txBody>
                    <a:bodyPr/>
                    <a:lstStyle/>
                    <a:p>
                      <a:pPr algn="ctr" marL="7620">
                        <a:lnSpc>
                          <a:spcPts val="850"/>
                        </a:lnSpc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Display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 gridSpan="3">
                  <a:txBody>
                    <a:bodyPr/>
                    <a:lstStyle/>
                    <a:p>
                      <a:pPr algn="ctr" marL="8890">
                        <a:lnSpc>
                          <a:spcPts val="930"/>
                        </a:lnSpc>
                      </a:pPr>
                      <a:r>
                        <a:rPr dirty="0" sz="800" spc="-25">
                          <a:latin typeface="Arial MT"/>
                          <a:cs typeface="Arial MT"/>
                        </a:rPr>
                        <a:t>RAM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4460">
                <a:tc gridSpan="3">
                  <a:txBody>
                    <a:bodyPr/>
                    <a:lstStyle/>
                    <a:p>
                      <a:pPr algn="ctr" marL="8255">
                        <a:lnSpc>
                          <a:spcPts val="810"/>
                        </a:lnSpc>
                        <a:spcBef>
                          <a:spcPts val="75"/>
                        </a:spcBef>
                      </a:pPr>
                      <a:r>
                        <a:rPr dirty="0" sz="800" spc="-50">
                          <a:latin typeface="Arial MT"/>
                          <a:cs typeface="Arial MT"/>
                        </a:rPr>
                        <a:t>…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0" name="object 50" descr=""/>
          <p:cNvSpPr txBox="1"/>
          <p:nvPr/>
        </p:nvSpPr>
        <p:spPr>
          <a:xfrm>
            <a:off x="79654" y="614526"/>
            <a:ext cx="8524240" cy="15525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solidFill>
                  <a:srgbClr val="0000FF"/>
                </a:solidFill>
                <a:latin typeface="Arial MT"/>
                <a:cs typeface="Arial MT"/>
              </a:rPr>
              <a:t>Item</a:t>
            </a:r>
            <a:r>
              <a:rPr dirty="0" sz="1600" spc="-3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600" spc="-135">
                <a:solidFill>
                  <a:srgbClr val="0000FF"/>
                </a:solidFill>
                <a:latin typeface="Arial MT"/>
                <a:cs typeface="Arial MT"/>
              </a:rPr>
              <a:t>functions</a:t>
            </a:r>
            <a:r>
              <a:rPr dirty="0" sz="1600" spc="-135">
                <a:latin typeface="Arial MT"/>
                <a:cs typeface="Arial MT"/>
              </a:rPr>
              <a:t>,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solidFill>
                  <a:srgbClr val="0000FF"/>
                </a:solidFill>
                <a:latin typeface="Arial MT"/>
                <a:cs typeface="Arial MT"/>
              </a:rPr>
              <a:t>Item</a:t>
            </a:r>
            <a:r>
              <a:rPr dirty="0" sz="1600" spc="-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600" spc="-165">
                <a:solidFill>
                  <a:srgbClr val="0000FF"/>
                </a:solidFill>
                <a:latin typeface="Arial MT"/>
                <a:cs typeface="Arial MT"/>
              </a:rPr>
              <a:t>boundary</a:t>
            </a:r>
            <a:r>
              <a:rPr dirty="0" sz="1600" spc="-165">
                <a:latin typeface="Arial MT"/>
                <a:cs typeface="Arial MT"/>
              </a:rPr>
              <a:t>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0000FF"/>
                </a:solidFill>
                <a:latin typeface="Arial MT"/>
                <a:cs typeface="Arial MT"/>
              </a:rPr>
              <a:t>Preliminary</a:t>
            </a:r>
            <a:r>
              <a:rPr dirty="0" sz="1600" spc="-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600" spc="-140">
                <a:solidFill>
                  <a:srgbClr val="0000FF"/>
                </a:solidFill>
                <a:latin typeface="Arial MT"/>
                <a:cs typeface="Arial MT"/>
              </a:rPr>
              <a:t>architecture</a:t>
            </a:r>
            <a:r>
              <a:rPr dirty="0" sz="1600" spc="-4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identified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solidFill>
                  <a:srgbClr val="0000FF"/>
                </a:solidFill>
                <a:latin typeface="Arial MT"/>
                <a:cs typeface="Arial MT"/>
              </a:rPr>
              <a:t>Operational</a:t>
            </a:r>
            <a:r>
              <a:rPr dirty="0" sz="1600" spc="-7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600" spc="-155">
                <a:solidFill>
                  <a:srgbClr val="0000FF"/>
                </a:solidFill>
                <a:latin typeface="Arial MT"/>
                <a:cs typeface="Arial MT"/>
              </a:rPr>
              <a:t>environment</a:t>
            </a:r>
            <a:r>
              <a:rPr dirty="0" sz="1600" spc="-6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described,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provides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supplemental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information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analysis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TARA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Item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definition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serves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input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220">
                <a:latin typeface="Arial MT"/>
                <a:cs typeface="Arial MT"/>
              </a:rPr>
              <a:t>TARA</a:t>
            </a:r>
            <a:r>
              <a:rPr dirty="0" sz="1600" spc="-150">
                <a:latin typeface="Arial MT"/>
                <a:cs typeface="Arial MT"/>
              </a:rPr>
              <a:t> (Threat</a:t>
            </a:r>
            <a:r>
              <a:rPr dirty="0" sz="1600" spc="-1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Analysis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Risk</a:t>
            </a:r>
            <a:r>
              <a:rPr dirty="0" sz="1600" spc="-135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Assessment)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Arial MT"/>
              <a:cs typeface="Arial MT"/>
            </a:endParaRPr>
          </a:p>
          <a:p>
            <a:pPr marL="283845">
              <a:lnSpc>
                <a:spcPct val="100000"/>
              </a:lnSpc>
            </a:pPr>
            <a:r>
              <a:rPr dirty="0" sz="1200" spc="-100">
                <a:latin typeface="Arial MT"/>
                <a:cs typeface="Arial MT"/>
              </a:rPr>
              <a:t>E.g)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IVI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3541776" y="4724400"/>
            <a:ext cx="1339850" cy="441959"/>
          </a:xfrm>
          <a:custGeom>
            <a:avLst/>
            <a:gdLst/>
            <a:ahLst/>
            <a:cxnLst/>
            <a:rect l="l" t="t" r="r" b="b"/>
            <a:pathLst>
              <a:path w="1339850" h="441960">
                <a:moveTo>
                  <a:pt x="0" y="73660"/>
                </a:moveTo>
                <a:lnTo>
                  <a:pt x="5794" y="45005"/>
                </a:lnTo>
                <a:lnTo>
                  <a:pt x="21590" y="21589"/>
                </a:lnTo>
                <a:lnTo>
                  <a:pt x="45005" y="5794"/>
                </a:lnTo>
                <a:lnTo>
                  <a:pt x="73660" y="0"/>
                </a:lnTo>
                <a:lnTo>
                  <a:pt x="1265936" y="0"/>
                </a:lnTo>
                <a:lnTo>
                  <a:pt x="1294590" y="5794"/>
                </a:lnTo>
                <a:lnTo>
                  <a:pt x="1318006" y="21590"/>
                </a:lnTo>
                <a:lnTo>
                  <a:pt x="1333801" y="45005"/>
                </a:lnTo>
                <a:lnTo>
                  <a:pt x="1339596" y="73660"/>
                </a:lnTo>
                <a:lnTo>
                  <a:pt x="1339596" y="368300"/>
                </a:lnTo>
                <a:lnTo>
                  <a:pt x="1333801" y="396954"/>
                </a:lnTo>
                <a:lnTo>
                  <a:pt x="1318005" y="420369"/>
                </a:lnTo>
                <a:lnTo>
                  <a:pt x="1294590" y="436165"/>
                </a:lnTo>
                <a:lnTo>
                  <a:pt x="1265936" y="441960"/>
                </a:lnTo>
                <a:lnTo>
                  <a:pt x="73660" y="441960"/>
                </a:lnTo>
                <a:lnTo>
                  <a:pt x="45005" y="436165"/>
                </a:lnTo>
                <a:lnTo>
                  <a:pt x="21589" y="420369"/>
                </a:lnTo>
                <a:lnTo>
                  <a:pt x="5794" y="396954"/>
                </a:lnTo>
                <a:lnTo>
                  <a:pt x="0" y="368300"/>
                </a:lnTo>
                <a:lnTo>
                  <a:pt x="0" y="7366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3732403" y="4839461"/>
            <a:ext cx="957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Central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Gateway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3781044" y="5588508"/>
            <a:ext cx="1028700" cy="676910"/>
          </a:xfrm>
          <a:custGeom>
            <a:avLst/>
            <a:gdLst/>
            <a:ahLst/>
            <a:cxnLst/>
            <a:rect l="l" t="t" r="r" b="b"/>
            <a:pathLst>
              <a:path w="1028700" h="676910">
                <a:moveTo>
                  <a:pt x="0" y="112775"/>
                </a:moveTo>
                <a:lnTo>
                  <a:pt x="8870" y="68880"/>
                </a:lnTo>
                <a:lnTo>
                  <a:pt x="33051" y="33032"/>
                </a:lnTo>
                <a:lnTo>
                  <a:pt x="68901" y="8863"/>
                </a:lnTo>
                <a:lnTo>
                  <a:pt x="112775" y="0"/>
                </a:lnTo>
                <a:lnTo>
                  <a:pt x="915923" y="0"/>
                </a:lnTo>
                <a:lnTo>
                  <a:pt x="959798" y="8863"/>
                </a:lnTo>
                <a:lnTo>
                  <a:pt x="995648" y="33032"/>
                </a:lnTo>
                <a:lnTo>
                  <a:pt x="1019829" y="68880"/>
                </a:lnTo>
                <a:lnTo>
                  <a:pt x="1028700" y="112775"/>
                </a:lnTo>
                <a:lnTo>
                  <a:pt x="1028700" y="563879"/>
                </a:lnTo>
                <a:lnTo>
                  <a:pt x="1019829" y="607775"/>
                </a:lnTo>
                <a:lnTo>
                  <a:pt x="995648" y="643623"/>
                </a:lnTo>
                <a:lnTo>
                  <a:pt x="959798" y="667792"/>
                </a:lnTo>
                <a:lnTo>
                  <a:pt x="915923" y="676655"/>
                </a:lnTo>
                <a:lnTo>
                  <a:pt x="112775" y="676655"/>
                </a:lnTo>
                <a:lnTo>
                  <a:pt x="68901" y="667792"/>
                </a:lnTo>
                <a:lnTo>
                  <a:pt x="33051" y="643623"/>
                </a:lnTo>
                <a:lnTo>
                  <a:pt x="8870" y="607775"/>
                </a:lnTo>
                <a:lnTo>
                  <a:pt x="0" y="563879"/>
                </a:lnTo>
                <a:lnTo>
                  <a:pt x="0" y="1127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3912489" y="5638596"/>
            <a:ext cx="76390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Powertrain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/ </a:t>
            </a:r>
            <a:r>
              <a:rPr dirty="0" sz="1200" spc="-120">
                <a:latin typeface="Arial MT"/>
                <a:cs typeface="Arial MT"/>
              </a:rPr>
              <a:t>Transmission </a:t>
            </a:r>
            <a:r>
              <a:rPr dirty="0" sz="1200" spc="-10">
                <a:latin typeface="Arial MT"/>
                <a:cs typeface="Arial MT"/>
              </a:rPr>
              <a:t>control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2493200" y="5586920"/>
            <a:ext cx="1030605" cy="680085"/>
            <a:chOff x="2493200" y="5586920"/>
            <a:chExt cx="1030605" cy="680085"/>
          </a:xfrm>
        </p:grpSpPr>
        <p:sp>
          <p:nvSpPr>
            <p:cNvPr id="56" name="object 56" descr=""/>
            <p:cNvSpPr/>
            <p:nvPr/>
          </p:nvSpPr>
          <p:spPr>
            <a:xfrm>
              <a:off x="2494788" y="5588508"/>
              <a:ext cx="1027430" cy="676910"/>
            </a:xfrm>
            <a:custGeom>
              <a:avLst/>
              <a:gdLst/>
              <a:ahLst/>
              <a:cxnLst/>
              <a:rect l="l" t="t" r="r" b="b"/>
              <a:pathLst>
                <a:path w="1027429" h="676910">
                  <a:moveTo>
                    <a:pt x="914400" y="0"/>
                  </a:moveTo>
                  <a:lnTo>
                    <a:pt x="112775" y="0"/>
                  </a:lnTo>
                  <a:lnTo>
                    <a:pt x="68901" y="8863"/>
                  </a:lnTo>
                  <a:lnTo>
                    <a:pt x="33051" y="33032"/>
                  </a:lnTo>
                  <a:lnTo>
                    <a:pt x="8870" y="68880"/>
                  </a:lnTo>
                  <a:lnTo>
                    <a:pt x="0" y="112775"/>
                  </a:lnTo>
                  <a:lnTo>
                    <a:pt x="0" y="563879"/>
                  </a:lnTo>
                  <a:lnTo>
                    <a:pt x="8870" y="607775"/>
                  </a:lnTo>
                  <a:lnTo>
                    <a:pt x="33051" y="643623"/>
                  </a:lnTo>
                  <a:lnTo>
                    <a:pt x="68901" y="667792"/>
                  </a:lnTo>
                  <a:lnTo>
                    <a:pt x="112775" y="676655"/>
                  </a:lnTo>
                  <a:lnTo>
                    <a:pt x="914400" y="676655"/>
                  </a:lnTo>
                  <a:lnTo>
                    <a:pt x="958274" y="667792"/>
                  </a:lnTo>
                  <a:lnTo>
                    <a:pt x="994124" y="643623"/>
                  </a:lnTo>
                  <a:lnTo>
                    <a:pt x="1018305" y="607775"/>
                  </a:lnTo>
                  <a:lnTo>
                    <a:pt x="1027176" y="563879"/>
                  </a:lnTo>
                  <a:lnTo>
                    <a:pt x="1027176" y="112775"/>
                  </a:lnTo>
                  <a:lnTo>
                    <a:pt x="1018305" y="68880"/>
                  </a:lnTo>
                  <a:lnTo>
                    <a:pt x="994124" y="33032"/>
                  </a:lnTo>
                  <a:lnTo>
                    <a:pt x="958274" y="8863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494788" y="5588508"/>
              <a:ext cx="1027430" cy="676910"/>
            </a:xfrm>
            <a:custGeom>
              <a:avLst/>
              <a:gdLst/>
              <a:ahLst/>
              <a:cxnLst/>
              <a:rect l="l" t="t" r="r" b="b"/>
              <a:pathLst>
                <a:path w="1027429" h="676910">
                  <a:moveTo>
                    <a:pt x="0" y="112775"/>
                  </a:moveTo>
                  <a:lnTo>
                    <a:pt x="8870" y="68880"/>
                  </a:lnTo>
                  <a:lnTo>
                    <a:pt x="33051" y="33032"/>
                  </a:lnTo>
                  <a:lnTo>
                    <a:pt x="68901" y="8863"/>
                  </a:lnTo>
                  <a:lnTo>
                    <a:pt x="112775" y="0"/>
                  </a:lnTo>
                  <a:lnTo>
                    <a:pt x="914400" y="0"/>
                  </a:lnTo>
                  <a:lnTo>
                    <a:pt x="958274" y="8863"/>
                  </a:lnTo>
                  <a:lnTo>
                    <a:pt x="994124" y="33032"/>
                  </a:lnTo>
                  <a:lnTo>
                    <a:pt x="1018305" y="68880"/>
                  </a:lnTo>
                  <a:lnTo>
                    <a:pt x="1027176" y="112775"/>
                  </a:lnTo>
                  <a:lnTo>
                    <a:pt x="1027176" y="563879"/>
                  </a:lnTo>
                  <a:lnTo>
                    <a:pt x="1018305" y="607775"/>
                  </a:lnTo>
                  <a:lnTo>
                    <a:pt x="994124" y="643623"/>
                  </a:lnTo>
                  <a:lnTo>
                    <a:pt x="958274" y="667792"/>
                  </a:lnTo>
                  <a:lnTo>
                    <a:pt x="914400" y="676655"/>
                  </a:lnTo>
                  <a:lnTo>
                    <a:pt x="112775" y="676655"/>
                  </a:lnTo>
                  <a:lnTo>
                    <a:pt x="68901" y="667792"/>
                  </a:lnTo>
                  <a:lnTo>
                    <a:pt x="33051" y="643623"/>
                  </a:lnTo>
                  <a:lnTo>
                    <a:pt x="8870" y="607775"/>
                  </a:lnTo>
                  <a:lnTo>
                    <a:pt x="0" y="563879"/>
                  </a:lnTo>
                  <a:lnTo>
                    <a:pt x="0" y="11277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2650363" y="5638596"/>
            <a:ext cx="7169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35">
                <a:latin typeface="Arial MT"/>
                <a:cs typeface="Arial MT"/>
              </a:rPr>
              <a:t>Vehicle </a:t>
            </a:r>
            <a:r>
              <a:rPr dirty="0" sz="1200" spc="-105">
                <a:latin typeface="Arial MT"/>
                <a:cs typeface="Arial MT"/>
              </a:rPr>
              <a:t>Infotainment </a:t>
            </a:r>
            <a:r>
              <a:rPr dirty="0" sz="1200" spc="-130">
                <a:latin typeface="Arial MT"/>
                <a:cs typeface="Arial MT"/>
              </a:rPr>
              <a:t>System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(IVI)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1208532" y="5588508"/>
            <a:ext cx="1027430" cy="676910"/>
          </a:xfrm>
          <a:custGeom>
            <a:avLst/>
            <a:gdLst/>
            <a:ahLst/>
            <a:cxnLst/>
            <a:rect l="l" t="t" r="r" b="b"/>
            <a:pathLst>
              <a:path w="1027430" h="676910">
                <a:moveTo>
                  <a:pt x="0" y="112775"/>
                </a:moveTo>
                <a:lnTo>
                  <a:pt x="8863" y="68880"/>
                </a:lnTo>
                <a:lnTo>
                  <a:pt x="33032" y="33032"/>
                </a:lnTo>
                <a:lnTo>
                  <a:pt x="68880" y="8863"/>
                </a:lnTo>
                <a:lnTo>
                  <a:pt x="112776" y="0"/>
                </a:lnTo>
                <a:lnTo>
                  <a:pt x="914400" y="0"/>
                </a:lnTo>
                <a:lnTo>
                  <a:pt x="958274" y="8863"/>
                </a:lnTo>
                <a:lnTo>
                  <a:pt x="994124" y="33032"/>
                </a:lnTo>
                <a:lnTo>
                  <a:pt x="1018305" y="68880"/>
                </a:lnTo>
                <a:lnTo>
                  <a:pt x="1027176" y="112775"/>
                </a:lnTo>
                <a:lnTo>
                  <a:pt x="1027176" y="563879"/>
                </a:lnTo>
                <a:lnTo>
                  <a:pt x="1018305" y="607775"/>
                </a:lnTo>
                <a:lnTo>
                  <a:pt x="994124" y="643623"/>
                </a:lnTo>
                <a:lnTo>
                  <a:pt x="958274" y="667792"/>
                </a:lnTo>
                <a:lnTo>
                  <a:pt x="914400" y="676655"/>
                </a:lnTo>
                <a:lnTo>
                  <a:pt x="112776" y="676655"/>
                </a:lnTo>
                <a:lnTo>
                  <a:pt x="68880" y="667792"/>
                </a:lnTo>
                <a:lnTo>
                  <a:pt x="33032" y="643623"/>
                </a:lnTo>
                <a:lnTo>
                  <a:pt x="8863" y="607775"/>
                </a:lnTo>
                <a:lnTo>
                  <a:pt x="0" y="563879"/>
                </a:lnTo>
                <a:lnTo>
                  <a:pt x="0" y="1127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1444497" y="5730036"/>
            <a:ext cx="5543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6370" marR="5080" indent="-154305">
              <a:lnSpc>
                <a:spcPct val="100000"/>
              </a:lnSpc>
              <a:spcBef>
                <a:spcPts val="100"/>
              </a:spcBef>
            </a:pPr>
            <a:r>
              <a:rPr dirty="0" sz="1200" spc="-125">
                <a:latin typeface="Arial MT"/>
                <a:cs typeface="Arial MT"/>
              </a:rPr>
              <a:t>Telematic </a:t>
            </a:r>
            <a:r>
              <a:rPr dirty="0" sz="1200" spc="-20">
                <a:latin typeface="Arial MT"/>
                <a:cs typeface="Arial MT"/>
              </a:rPr>
              <a:t>Unit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5067300" y="5588508"/>
            <a:ext cx="1028700" cy="676910"/>
          </a:xfrm>
          <a:custGeom>
            <a:avLst/>
            <a:gdLst/>
            <a:ahLst/>
            <a:cxnLst/>
            <a:rect l="l" t="t" r="r" b="b"/>
            <a:pathLst>
              <a:path w="1028700" h="676910">
                <a:moveTo>
                  <a:pt x="0" y="112775"/>
                </a:moveTo>
                <a:lnTo>
                  <a:pt x="8870" y="68880"/>
                </a:lnTo>
                <a:lnTo>
                  <a:pt x="33051" y="33032"/>
                </a:lnTo>
                <a:lnTo>
                  <a:pt x="68901" y="8863"/>
                </a:lnTo>
                <a:lnTo>
                  <a:pt x="112775" y="0"/>
                </a:lnTo>
                <a:lnTo>
                  <a:pt x="915924" y="0"/>
                </a:lnTo>
                <a:lnTo>
                  <a:pt x="959798" y="8863"/>
                </a:lnTo>
                <a:lnTo>
                  <a:pt x="995648" y="33032"/>
                </a:lnTo>
                <a:lnTo>
                  <a:pt x="1019829" y="68880"/>
                </a:lnTo>
                <a:lnTo>
                  <a:pt x="1028700" y="112775"/>
                </a:lnTo>
                <a:lnTo>
                  <a:pt x="1028700" y="563879"/>
                </a:lnTo>
                <a:lnTo>
                  <a:pt x="1019829" y="607775"/>
                </a:lnTo>
                <a:lnTo>
                  <a:pt x="995648" y="643623"/>
                </a:lnTo>
                <a:lnTo>
                  <a:pt x="959798" y="667792"/>
                </a:lnTo>
                <a:lnTo>
                  <a:pt x="915924" y="676655"/>
                </a:lnTo>
                <a:lnTo>
                  <a:pt x="112775" y="676655"/>
                </a:lnTo>
                <a:lnTo>
                  <a:pt x="68901" y="667792"/>
                </a:lnTo>
                <a:lnTo>
                  <a:pt x="33051" y="643623"/>
                </a:lnTo>
                <a:lnTo>
                  <a:pt x="8870" y="607775"/>
                </a:lnTo>
                <a:lnTo>
                  <a:pt x="0" y="563879"/>
                </a:lnTo>
                <a:lnTo>
                  <a:pt x="0" y="1127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5366765" y="5730036"/>
            <a:ext cx="42925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 MT"/>
                <a:cs typeface="Arial MT"/>
              </a:rPr>
              <a:t>Body </a:t>
            </a:r>
            <a:r>
              <a:rPr dirty="0" sz="1200" spc="-110">
                <a:latin typeface="Arial MT"/>
                <a:cs typeface="Arial MT"/>
              </a:rPr>
              <a:t>Control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6353555" y="5588508"/>
            <a:ext cx="1028700" cy="676910"/>
          </a:xfrm>
          <a:custGeom>
            <a:avLst/>
            <a:gdLst/>
            <a:ahLst/>
            <a:cxnLst/>
            <a:rect l="l" t="t" r="r" b="b"/>
            <a:pathLst>
              <a:path w="1028700" h="676910">
                <a:moveTo>
                  <a:pt x="0" y="112775"/>
                </a:moveTo>
                <a:lnTo>
                  <a:pt x="8870" y="68880"/>
                </a:lnTo>
                <a:lnTo>
                  <a:pt x="33051" y="33032"/>
                </a:lnTo>
                <a:lnTo>
                  <a:pt x="68901" y="8863"/>
                </a:lnTo>
                <a:lnTo>
                  <a:pt x="112776" y="0"/>
                </a:lnTo>
                <a:lnTo>
                  <a:pt x="915924" y="0"/>
                </a:lnTo>
                <a:lnTo>
                  <a:pt x="959798" y="8863"/>
                </a:lnTo>
                <a:lnTo>
                  <a:pt x="995648" y="33032"/>
                </a:lnTo>
                <a:lnTo>
                  <a:pt x="1019829" y="68880"/>
                </a:lnTo>
                <a:lnTo>
                  <a:pt x="1028700" y="112775"/>
                </a:lnTo>
                <a:lnTo>
                  <a:pt x="1028700" y="563879"/>
                </a:lnTo>
                <a:lnTo>
                  <a:pt x="1019829" y="607775"/>
                </a:lnTo>
                <a:lnTo>
                  <a:pt x="995648" y="643623"/>
                </a:lnTo>
                <a:lnTo>
                  <a:pt x="959798" y="667792"/>
                </a:lnTo>
                <a:lnTo>
                  <a:pt x="915924" y="676655"/>
                </a:lnTo>
                <a:lnTo>
                  <a:pt x="112776" y="676655"/>
                </a:lnTo>
                <a:lnTo>
                  <a:pt x="68901" y="667792"/>
                </a:lnTo>
                <a:lnTo>
                  <a:pt x="33051" y="643623"/>
                </a:lnTo>
                <a:lnTo>
                  <a:pt x="8870" y="607775"/>
                </a:lnTo>
                <a:lnTo>
                  <a:pt x="0" y="563879"/>
                </a:lnTo>
                <a:lnTo>
                  <a:pt x="0" y="1127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6633464" y="5638596"/>
            <a:ext cx="470534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3815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latin typeface="Arial MT"/>
                <a:cs typeface="Arial MT"/>
              </a:rPr>
              <a:t>Safety </a:t>
            </a:r>
            <a:r>
              <a:rPr dirty="0" sz="1200" spc="-120">
                <a:latin typeface="Arial MT"/>
                <a:cs typeface="Arial MT"/>
              </a:rPr>
              <a:t>Chassis </a:t>
            </a:r>
            <a:r>
              <a:rPr dirty="0" sz="1200" spc="-65">
                <a:latin typeface="Arial MT"/>
                <a:cs typeface="Arial MT"/>
              </a:rPr>
              <a:t>Control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1722882" y="4941570"/>
            <a:ext cx="5146675" cy="649605"/>
          </a:xfrm>
          <a:custGeom>
            <a:avLst/>
            <a:gdLst/>
            <a:ahLst/>
            <a:cxnLst/>
            <a:rect l="l" t="t" r="r" b="b"/>
            <a:pathLst>
              <a:path w="5146675" h="649604">
                <a:moveTo>
                  <a:pt x="0" y="648334"/>
                </a:moveTo>
                <a:lnTo>
                  <a:pt x="0" y="4571"/>
                </a:lnTo>
                <a:lnTo>
                  <a:pt x="1818894" y="4571"/>
                </a:lnTo>
              </a:path>
              <a:path w="5146675" h="649604">
                <a:moveTo>
                  <a:pt x="1818767" y="144779"/>
                </a:moveTo>
                <a:lnTo>
                  <a:pt x="1286256" y="144779"/>
                </a:lnTo>
                <a:lnTo>
                  <a:pt x="1286256" y="648830"/>
                </a:lnTo>
              </a:path>
              <a:path w="5146675" h="649604">
                <a:moveTo>
                  <a:pt x="2583180" y="225551"/>
                </a:moveTo>
                <a:lnTo>
                  <a:pt x="2583180" y="648995"/>
                </a:lnTo>
              </a:path>
              <a:path w="5146675" h="649604">
                <a:moveTo>
                  <a:pt x="3171444" y="0"/>
                </a:moveTo>
                <a:lnTo>
                  <a:pt x="5146548" y="0"/>
                </a:lnTo>
                <a:lnTo>
                  <a:pt x="5146548" y="648068"/>
                </a:lnTo>
              </a:path>
              <a:path w="5146675" h="649604">
                <a:moveTo>
                  <a:pt x="3168396" y="156971"/>
                </a:moveTo>
                <a:lnTo>
                  <a:pt x="3853179" y="156971"/>
                </a:lnTo>
                <a:lnTo>
                  <a:pt x="3853179" y="64786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2029205" y="4773929"/>
            <a:ext cx="243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2735960" y="5175630"/>
            <a:ext cx="243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843273" y="5332602"/>
            <a:ext cx="406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latin typeface="Arial MT"/>
                <a:cs typeface="Arial MT"/>
              </a:rPr>
              <a:t>FlexRay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6029071" y="4772659"/>
            <a:ext cx="406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latin typeface="Arial MT"/>
                <a:cs typeface="Arial MT"/>
              </a:rPr>
              <a:t>FlexRay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5582539" y="5218557"/>
            <a:ext cx="4222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latin typeface="Arial MT"/>
                <a:cs typeface="Arial MT"/>
              </a:rPr>
              <a:t>HS-</a:t>
            </a:r>
            <a:r>
              <a:rPr dirty="0" sz="1000" spc="-114"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2943860" y="6485026"/>
            <a:ext cx="2842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Item</a:t>
            </a:r>
            <a:r>
              <a:rPr dirty="0" u="sng" sz="12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2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vehicle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/</a:t>
            </a:r>
            <a:r>
              <a:rPr dirty="0" u="sng" sz="12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Operational</a:t>
            </a:r>
            <a:r>
              <a:rPr dirty="0" u="sng" sz="12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Environment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627" y="151384"/>
              <a:ext cx="4748199" cy="26492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9654" y="614526"/>
            <a:ext cx="7166609" cy="351917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215">
                <a:latin typeface="Arial MT"/>
                <a:cs typeface="Arial MT"/>
              </a:rPr>
              <a:t>TARA</a:t>
            </a:r>
            <a:r>
              <a:rPr dirty="0" sz="1600" spc="-13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item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definition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performed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involves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Asset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identification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95">
                <a:latin typeface="Arial MT"/>
                <a:cs typeface="Arial MT"/>
              </a:rPr>
              <a:t>Damage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95">
                <a:latin typeface="Arial MT"/>
                <a:cs typeface="Arial MT"/>
              </a:rPr>
              <a:t>&amp;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Threat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scenario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identification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Impact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rating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Attack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path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Attack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feasibility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rating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Risk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value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determination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220">
                <a:latin typeface="Arial MT"/>
                <a:cs typeface="Arial MT"/>
              </a:rPr>
              <a:t>TARA</a:t>
            </a:r>
            <a:r>
              <a:rPr dirty="0" sz="1600" spc="-1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Steps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20">
                <a:latin typeface="Arial MT"/>
                <a:cs typeface="Arial MT"/>
              </a:rPr>
              <a:t>TARA</a:t>
            </a:r>
            <a:r>
              <a:rPr dirty="0" sz="1600" spc="-114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formalized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step-</a:t>
            </a:r>
            <a:r>
              <a:rPr dirty="0" sz="1600" spc="-150">
                <a:latin typeface="Arial MT"/>
                <a:cs typeface="Arial MT"/>
              </a:rPr>
              <a:t>by-step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approach,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which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essential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following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lifecycle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4464" y="4722812"/>
            <a:ext cx="1228725" cy="795655"/>
            <a:chOff x="414464" y="4722812"/>
            <a:chExt cx="1228725" cy="795655"/>
          </a:xfrm>
        </p:grpSpPr>
        <p:sp>
          <p:nvSpPr>
            <p:cNvPr id="11" name="object 11" descr=""/>
            <p:cNvSpPr/>
            <p:nvPr/>
          </p:nvSpPr>
          <p:spPr>
            <a:xfrm>
              <a:off x="416051" y="4724400"/>
              <a:ext cx="1225550" cy="792480"/>
            </a:xfrm>
            <a:custGeom>
              <a:avLst/>
              <a:gdLst/>
              <a:ahLst/>
              <a:cxnLst/>
              <a:rect l="l" t="t" r="r" b="b"/>
              <a:pathLst>
                <a:path w="1225550" h="792479">
                  <a:moveTo>
                    <a:pt x="1093216" y="0"/>
                  </a:moveTo>
                  <a:lnTo>
                    <a:pt x="132079" y="0"/>
                  </a:lnTo>
                  <a:lnTo>
                    <a:pt x="90331" y="6738"/>
                  </a:lnTo>
                  <a:lnTo>
                    <a:pt x="54073" y="25497"/>
                  </a:lnTo>
                  <a:lnTo>
                    <a:pt x="25482" y="54095"/>
                  </a:lnTo>
                  <a:lnTo>
                    <a:pt x="6733" y="90350"/>
                  </a:lnTo>
                  <a:lnTo>
                    <a:pt x="0" y="132080"/>
                  </a:lnTo>
                  <a:lnTo>
                    <a:pt x="0" y="660400"/>
                  </a:lnTo>
                  <a:lnTo>
                    <a:pt x="6733" y="702129"/>
                  </a:lnTo>
                  <a:lnTo>
                    <a:pt x="25482" y="738384"/>
                  </a:lnTo>
                  <a:lnTo>
                    <a:pt x="54073" y="766982"/>
                  </a:lnTo>
                  <a:lnTo>
                    <a:pt x="90331" y="785741"/>
                  </a:lnTo>
                  <a:lnTo>
                    <a:pt x="132079" y="792480"/>
                  </a:lnTo>
                  <a:lnTo>
                    <a:pt x="1093216" y="792480"/>
                  </a:lnTo>
                  <a:lnTo>
                    <a:pt x="1134945" y="785741"/>
                  </a:lnTo>
                  <a:lnTo>
                    <a:pt x="1171200" y="766982"/>
                  </a:lnTo>
                  <a:lnTo>
                    <a:pt x="1199798" y="738384"/>
                  </a:lnTo>
                  <a:lnTo>
                    <a:pt x="1218557" y="702129"/>
                  </a:lnTo>
                  <a:lnTo>
                    <a:pt x="1225296" y="660400"/>
                  </a:lnTo>
                  <a:lnTo>
                    <a:pt x="1225296" y="132080"/>
                  </a:lnTo>
                  <a:lnTo>
                    <a:pt x="1218557" y="90350"/>
                  </a:lnTo>
                  <a:lnTo>
                    <a:pt x="1199798" y="54095"/>
                  </a:lnTo>
                  <a:lnTo>
                    <a:pt x="1171200" y="25497"/>
                  </a:lnTo>
                  <a:lnTo>
                    <a:pt x="1134945" y="6738"/>
                  </a:lnTo>
                  <a:lnTo>
                    <a:pt x="1093216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6051" y="4724400"/>
              <a:ext cx="1225550" cy="792480"/>
            </a:xfrm>
            <a:custGeom>
              <a:avLst/>
              <a:gdLst/>
              <a:ahLst/>
              <a:cxnLst/>
              <a:rect l="l" t="t" r="r" b="b"/>
              <a:pathLst>
                <a:path w="1225550" h="792479">
                  <a:moveTo>
                    <a:pt x="0" y="132080"/>
                  </a:moveTo>
                  <a:lnTo>
                    <a:pt x="6733" y="90350"/>
                  </a:lnTo>
                  <a:lnTo>
                    <a:pt x="25482" y="54095"/>
                  </a:lnTo>
                  <a:lnTo>
                    <a:pt x="54073" y="25497"/>
                  </a:lnTo>
                  <a:lnTo>
                    <a:pt x="90331" y="6738"/>
                  </a:lnTo>
                  <a:lnTo>
                    <a:pt x="132079" y="0"/>
                  </a:lnTo>
                  <a:lnTo>
                    <a:pt x="1093216" y="0"/>
                  </a:lnTo>
                  <a:lnTo>
                    <a:pt x="1134945" y="6738"/>
                  </a:lnTo>
                  <a:lnTo>
                    <a:pt x="1171200" y="25497"/>
                  </a:lnTo>
                  <a:lnTo>
                    <a:pt x="1199798" y="54095"/>
                  </a:lnTo>
                  <a:lnTo>
                    <a:pt x="1218557" y="90350"/>
                  </a:lnTo>
                  <a:lnTo>
                    <a:pt x="1225296" y="132080"/>
                  </a:lnTo>
                  <a:lnTo>
                    <a:pt x="1225296" y="660400"/>
                  </a:lnTo>
                  <a:lnTo>
                    <a:pt x="1218557" y="702129"/>
                  </a:lnTo>
                  <a:lnTo>
                    <a:pt x="1199798" y="738384"/>
                  </a:lnTo>
                  <a:lnTo>
                    <a:pt x="1171200" y="766982"/>
                  </a:lnTo>
                  <a:lnTo>
                    <a:pt x="1134945" y="785741"/>
                  </a:lnTo>
                  <a:lnTo>
                    <a:pt x="1093216" y="792480"/>
                  </a:lnTo>
                  <a:lnTo>
                    <a:pt x="132079" y="792480"/>
                  </a:lnTo>
                  <a:lnTo>
                    <a:pt x="90331" y="785741"/>
                  </a:lnTo>
                  <a:lnTo>
                    <a:pt x="54073" y="766982"/>
                  </a:lnTo>
                  <a:lnTo>
                    <a:pt x="25482" y="738384"/>
                  </a:lnTo>
                  <a:lnTo>
                    <a:pt x="6733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12419" y="4891785"/>
            <a:ext cx="6330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002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Item </a:t>
            </a:r>
            <a:r>
              <a:rPr dirty="0" sz="1400" spc="-114">
                <a:solidFill>
                  <a:srgbClr val="FFFFFF"/>
                </a:solidFill>
                <a:latin typeface="Arial MT"/>
                <a:cs typeface="Arial MT"/>
              </a:rPr>
              <a:t>Definition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071052" y="4219892"/>
            <a:ext cx="1227455" cy="794385"/>
            <a:chOff x="2071052" y="4219892"/>
            <a:chExt cx="1227455" cy="794385"/>
          </a:xfrm>
        </p:grpSpPr>
        <p:sp>
          <p:nvSpPr>
            <p:cNvPr id="15" name="object 15" descr=""/>
            <p:cNvSpPr/>
            <p:nvPr/>
          </p:nvSpPr>
          <p:spPr>
            <a:xfrm>
              <a:off x="2072639" y="422147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1091946" y="0"/>
                  </a:moveTo>
                  <a:lnTo>
                    <a:pt x="131826" y="0"/>
                  </a:lnTo>
                  <a:lnTo>
                    <a:pt x="90172" y="6723"/>
                  </a:lnTo>
                  <a:lnTo>
                    <a:pt x="53986" y="25444"/>
                  </a:lnTo>
                  <a:lnTo>
                    <a:pt x="25444" y="53986"/>
                  </a:lnTo>
                  <a:lnTo>
                    <a:pt x="6723" y="90172"/>
                  </a:lnTo>
                  <a:lnTo>
                    <a:pt x="0" y="131826"/>
                  </a:lnTo>
                  <a:lnTo>
                    <a:pt x="0" y="659130"/>
                  </a:lnTo>
                  <a:lnTo>
                    <a:pt x="6723" y="700783"/>
                  </a:lnTo>
                  <a:lnTo>
                    <a:pt x="25444" y="736969"/>
                  </a:lnTo>
                  <a:lnTo>
                    <a:pt x="53986" y="765511"/>
                  </a:lnTo>
                  <a:lnTo>
                    <a:pt x="90172" y="784232"/>
                  </a:lnTo>
                  <a:lnTo>
                    <a:pt x="131826" y="790956"/>
                  </a:lnTo>
                  <a:lnTo>
                    <a:pt x="1091946" y="790956"/>
                  </a:lnTo>
                  <a:lnTo>
                    <a:pt x="1133599" y="784232"/>
                  </a:lnTo>
                  <a:lnTo>
                    <a:pt x="1169785" y="765511"/>
                  </a:lnTo>
                  <a:lnTo>
                    <a:pt x="1198327" y="736969"/>
                  </a:lnTo>
                  <a:lnTo>
                    <a:pt x="1217048" y="700783"/>
                  </a:lnTo>
                  <a:lnTo>
                    <a:pt x="1223772" y="659130"/>
                  </a:lnTo>
                  <a:lnTo>
                    <a:pt x="1223772" y="131826"/>
                  </a:lnTo>
                  <a:lnTo>
                    <a:pt x="1217048" y="90172"/>
                  </a:lnTo>
                  <a:lnTo>
                    <a:pt x="1198327" y="53986"/>
                  </a:lnTo>
                  <a:lnTo>
                    <a:pt x="1169785" y="25444"/>
                  </a:lnTo>
                  <a:lnTo>
                    <a:pt x="1133599" y="6723"/>
                  </a:lnTo>
                  <a:lnTo>
                    <a:pt x="1091946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072639" y="422147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0" y="131826"/>
                  </a:moveTo>
                  <a:lnTo>
                    <a:pt x="6723" y="90172"/>
                  </a:lnTo>
                  <a:lnTo>
                    <a:pt x="25444" y="53986"/>
                  </a:lnTo>
                  <a:lnTo>
                    <a:pt x="53986" y="25444"/>
                  </a:lnTo>
                  <a:lnTo>
                    <a:pt x="90172" y="6723"/>
                  </a:lnTo>
                  <a:lnTo>
                    <a:pt x="131826" y="0"/>
                  </a:lnTo>
                  <a:lnTo>
                    <a:pt x="1091946" y="0"/>
                  </a:lnTo>
                  <a:lnTo>
                    <a:pt x="1133599" y="6723"/>
                  </a:lnTo>
                  <a:lnTo>
                    <a:pt x="1169785" y="25444"/>
                  </a:lnTo>
                  <a:lnTo>
                    <a:pt x="1198327" y="53986"/>
                  </a:lnTo>
                  <a:lnTo>
                    <a:pt x="1217048" y="90172"/>
                  </a:lnTo>
                  <a:lnTo>
                    <a:pt x="1223772" y="131826"/>
                  </a:lnTo>
                  <a:lnTo>
                    <a:pt x="1223772" y="659130"/>
                  </a:lnTo>
                  <a:lnTo>
                    <a:pt x="1217048" y="700783"/>
                  </a:lnTo>
                  <a:lnTo>
                    <a:pt x="1198327" y="736969"/>
                  </a:lnTo>
                  <a:lnTo>
                    <a:pt x="1169785" y="765511"/>
                  </a:lnTo>
                  <a:lnTo>
                    <a:pt x="1133599" y="784232"/>
                  </a:lnTo>
                  <a:lnTo>
                    <a:pt x="1091946" y="790956"/>
                  </a:lnTo>
                  <a:lnTo>
                    <a:pt x="131826" y="790956"/>
                  </a:lnTo>
                  <a:lnTo>
                    <a:pt x="90172" y="784232"/>
                  </a:lnTo>
                  <a:lnTo>
                    <a:pt x="53986" y="765511"/>
                  </a:lnTo>
                  <a:lnTo>
                    <a:pt x="25444" y="736969"/>
                  </a:lnTo>
                  <a:lnTo>
                    <a:pt x="6723" y="700783"/>
                  </a:lnTo>
                  <a:lnTo>
                    <a:pt x="0" y="659130"/>
                  </a:lnTo>
                  <a:lnTo>
                    <a:pt x="0" y="13182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266950" y="4387722"/>
            <a:ext cx="83566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225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Asset </a:t>
            </a:r>
            <a:r>
              <a:rPr dirty="0" sz="1400" spc="-110">
                <a:solidFill>
                  <a:srgbClr val="FFFFFF"/>
                </a:solidFill>
                <a:latin typeface="Arial MT"/>
                <a:cs typeface="Arial MT"/>
              </a:rPr>
              <a:t>identification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727640" y="4219892"/>
            <a:ext cx="1227455" cy="794385"/>
            <a:chOff x="3727640" y="4219892"/>
            <a:chExt cx="1227455" cy="794385"/>
          </a:xfrm>
        </p:grpSpPr>
        <p:sp>
          <p:nvSpPr>
            <p:cNvPr id="19" name="object 19" descr=""/>
            <p:cNvSpPr/>
            <p:nvPr/>
          </p:nvSpPr>
          <p:spPr>
            <a:xfrm>
              <a:off x="3729228" y="422147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1091946" y="0"/>
                  </a:moveTo>
                  <a:lnTo>
                    <a:pt x="131825" y="0"/>
                  </a:lnTo>
                  <a:lnTo>
                    <a:pt x="90172" y="6723"/>
                  </a:lnTo>
                  <a:lnTo>
                    <a:pt x="53986" y="25444"/>
                  </a:lnTo>
                  <a:lnTo>
                    <a:pt x="25444" y="53986"/>
                  </a:lnTo>
                  <a:lnTo>
                    <a:pt x="6723" y="90172"/>
                  </a:lnTo>
                  <a:lnTo>
                    <a:pt x="0" y="131826"/>
                  </a:lnTo>
                  <a:lnTo>
                    <a:pt x="0" y="659130"/>
                  </a:lnTo>
                  <a:lnTo>
                    <a:pt x="6723" y="700783"/>
                  </a:lnTo>
                  <a:lnTo>
                    <a:pt x="25444" y="736969"/>
                  </a:lnTo>
                  <a:lnTo>
                    <a:pt x="53986" y="765511"/>
                  </a:lnTo>
                  <a:lnTo>
                    <a:pt x="90172" y="784232"/>
                  </a:lnTo>
                  <a:lnTo>
                    <a:pt x="131825" y="790956"/>
                  </a:lnTo>
                  <a:lnTo>
                    <a:pt x="1091946" y="790956"/>
                  </a:lnTo>
                  <a:lnTo>
                    <a:pt x="1133599" y="784232"/>
                  </a:lnTo>
                  <a:lnTo>
                    <a:pt x="1169785" y="765511"/>
                  </a:lnTo>
                  <a:lnTo>
                    <a:pt x="1198327" y="736969"/>
                  </a:lnTo>
                  <a:lnTo>
                    <a:pt x="1217048" y="700783"/>
                  </a:lnTo>
                  <a:lnTo>
                    <a:pt x="1223772" y="659130"/>
                  </a:lnTo>
                  <a:lnTo>
                    <a:pt x="1223772" y="131826"/>
                  </a:lnTo>
                  <a:lnTo>
                    <a:pt x="1217048" y="90172"/>
                  </a:lnTo>
                  <a:lnTo>
                    <a:pt x="1198327" y="53986"/>
                  </a:lnTo>
                  <a:lnTo>
                    <a:pt x="1169785" y="25444"/>
                  </a:lnTo>
                  <a:lnTo>
                    <a:pt x="1133599" y="6723"/>
                  </a:lnTo>
                  <a:lnTo>
                    <a:pt x="1091946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729228" y="422147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0" y="131826"/>
                  </a:moveTo>
                  <a:lnTo>
                    <a:pt x="6723" y="90172"/>
                  </a:lnTo>
                  <a:lnTo>
                    <a:pt x="25444" y="53986"/>
                  </a:lnTo>
                  <a:lnTo>
                    <a:pt x="53986" y="25444"/>
                  </a:lnTo>
                  <a:lnTo>
                    <a:pt x="90172" y="6723"/>
                  </a:lnTo>
                  <a:lnTo>
                    <a:pt x="131825" y="0"/>
                  </a:lnTo>
                  <a:lnTo>
                    <a:pt x="1091946" y="0"/>
                  </a:lnTo>
                  <a:lnTo>
                    <a:pt x="1133599" y="6723"/>
                  </a:lnTo>
                  <a:lnTo>
                    <a:pt x="1169785" y="25444"/>
                  </a:lnTo>
                  <a:lnTo>
                    <a:pt x="1198327" y="53986"/>
                  </a:lnTo>
                  <a:lnTo>
                    <a:pt x="1217048" y="90172"/>
                  </a:lnTo>
                  <a:lnTo>
                    <a:pt x="1223772" y="131826"/>
                  </a:lnTo>
                  <a:lnTo>
                    <a:pt x="1223772" y="659130"/>
                  </a:lnTo>
                  <a:lnTo>
                    <a:pt x="1217048" y="700783"/>
                  </a:lnTo>
                  <a:lnTo>
                    <a:pt x="1198327" y="736969"/>
                  </a:lnTo>
                  <a:lnTo>
                    <a:pt x="1169785" y="765511"/>
                  </a:lnTo>
                  <a:lnTo>
                    <a:pt x="1133599" y="784232"/>
                  </a:lnTo>
                  <a:lnTo>
                    <a:pt x="1091946" y="790956"/>
                  </a:lnTo>
                  <a:lnTo>
                    <a:pt x="131825" y="790956"/>
                  </a:lnTo>
                  <a:lnTo>
                    <a:pt x="90172" y="784232"/>
                  </a:lnTo>
                  <a:lnTo>
                    <a:pt x="53986" y="765511"/>
                  </a:lnTo>
                  <a:lnTo>
                    <a:pt x="25444" y="736969"/>
                  </a:lnTo>
                  <a:lnTo>
                    <a:pt x="6723" y="700783"/>
                  </a:lnTo>
                  <a:lnTo>
                    <a:pt x="0" y="659130"/>
                  </a:lnTo>
                  <a:lnTo>
                    <a:pt x="0" y="13182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052696" y="4387722"/>
            <a:ext cx="5765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70">
                <a:solidFill>
                  <a:srgbClr val="FFFFFF"/>
                </a:solidFill>
                <a:latin typeface="Arial MT"/>
                <a:cs typeface="Arial MT"/>
              </a:rPr>
              <a:t>Damage </a:t>
            </a:r>
            <a:r>
              <a:rPr dirty="0" sz="1400" spc="-130">
                <a:solidFill>
                  <a:srgbClr val="FFFFFF"/>
                </a:solidFill>
                <a:latin typeface="Arial MT"/>
                <a:cs typeface="Arial MT"/>
              </a:rPr>
              <a:t>scenario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426900" y="4219892"/>
            <a:ext cx="1228725" cy="794385"/>
            <a:chOff x="5426900" y="4219892"/>
            <a:chExt cx="1228725" cy="794385"/>
          </a:xfrm>
        </p:grpSpPr>
        <p:sp>
          <p:nvSpPr>
            <p:cNvPr id="23" name="object 23" descr=""/>
            <p:cNvSpPr/>
            <p:nvPr/>
          </p:nvSpPr>
          <p:spPr>
            <a:xfrm>
              <a:off x="5428488" y="4221479"/>
              <a:ext cx="1225550" cy="791210"/>
            </a:xfrm>
            <a:custGeom>
              <a:avLst/>
              <a:gdLst/>
              <a:ahLst/>
              <a:cxnLst/>
              <a:rect l="l" t="t" r="r" b="b"/>
              <a:pathLst>
                <a:path w="1225550" h="791210">
                  <a:moveTo>
                    <a:pt x="1093469" y="0"/>
                  </a:moveTo>
                  <a:lnTo>
                    <a:pt x="131825" y="0"/>
                  </a:lnTo>
                  <a:lnTo>
                    <a:pt x="90172" y="6723"/>
                  </a:lnTo>
                  <a:lnTo>
                    <a:pt x="53986" y="25444"/>
                  </a:lnTo>
                  <a:lnTo>
                    <a:pt x="25444" y="53986"/>
                  </a:lnTo>
                  <a:lnTo>
                    <a:pt x="6723" y="90172"/>
                  </a:lnTo>
                  <a:lnTo>
                    <a:pt x="0" y="131826"/>
                  </a:lnTo>
                  <a:lnTo>
                    <a:pt x="0" y="659130"/>
                  </a:lnTo>
                  <a:lnTo>
                    <a:pt x="6723" y="700783"/>
                  </a:lnTo>
                  <a:lnTo>
                    <a:pt x="25444" y="736969"/>
                  </a:lnTo>
                  <a:lnTo>
                    <a:pt x="53986" y="765511"/>
                  </a:lnTo>
                  <a:lnTo>
                    <a:pt x="90172" y="784232"/>
                  </a:lnTo>
                  <a:lnTo>
                    <a:pt x="131825" y="790956"/>
                  </a:lnTo>
                  <a:lnTo>
                    <a:pt x="1093469" y="790956"/>
                  </a:lnTo>
                  <a:lnTo>
                    <a:pt x="1135123" y="784232"/>
                  </a:lnTo>
                  <a:lnTo>
                    <a:pt x="1171309" y="765511"/>
                  </a:lnTo>
                  <a:lnTo>
                    <a:pt x="1199851" y="736969"/>
                  </a:lnTo>
                  <a:lnTo>
                    <a:pt x="1218572" y="700783"/>
                  </a:lnTo>
                  <a:lnTo>
                    <a:pt x="1225295" y="659130"/>
                  </a:lnTo>
                  <a:lnTo>
                    <a:pt x="1225295" y="131826"/>
                  </a:lnTo>
                  <a:lnTo>
                    <a:pt x="1218572" y="90172"/>
                  </a:lnTo>
                  <a:lnTo>
                    <a:pt x="1199851" y="53986"/>
                  </a:lnTo>
                  <a:lnTo>
                    <a:pt x="1171309" y="25444"/>
                  </a:lnTo>
                  <a:lnTo>
                    <a:pt x="1135123" y="6723"/>
                  </a:lnTo>
                  <a:lnTo>
                    <a:pt x="1093469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28488" y="4221479"/>
              <a:ext cx="1225550" cy="791210"/>
            </a:xfrm>
            <a:custGeom>
              <a:avLst/>
              <a:gdLst/>
              <a:ahLst/>
              <a:cxnLst/>
              <a:rect l="l" t="t" r="r" b="b"/>
              <a:pathLst>
                <a:path w="1225550" h="791210">
                  <a:moveTo>
                    <a:pt x="0" y="131826"/>
                  </a:moveTo>
                  <a:lnTo>
                    <a:pt x="6723" y="90172"/>
                  </a:lnTo>
                  <a:lnTo>
                    <a:pt x="25444" y="53986"/>
                  </a:lnTo>
                  <a:lnTo>
                    <a:pt x="53986" y="25444"/>
                  </a:lnTo>
                  <a:lnTo>
                    <a:pt x="90172" y="6723"/>
                  </a:lnTo>
                  <a:lnTo>
                    <a:pt x="131825" y="0"/>
                  </a:lnTo>
                  <a:lnTo>
                    <a:pt x="1093469" y="0"/>
                  </a:lnTo>
                  <a:lnTo>
                    <a:pt x="1135123" y="6723"/>
                  </a:lnTo>
                  <a:lnTo>
                    <a:pt x="1171309" y="25444"/>
                  </a:lnTo>
                  <a:lnTo>
                    <a:pt x="1199851" y="53986"/>
                  </a:lnTo>
                  <a:lnTo>
                    <a:pt x="1218572" y="90172"/>
                  </a:lnTo>
                  <a:lnTo>
                    <a:pt x="1225295" y="131826"/>
                  </a:lnTo>
                  <a:lnTo>
                    <a:pt x="1225295" y="659130"/>
                  </a:lnTo>
                  <a:lnTo>
                    <a:pt x="1218572" y="700783"/>
                  </a:lnTo>
                  <a:lnTo>
                    <a:pt x="1199851" y="736969"/>
                  </a:lnTo>
                  <a:lnTo>
                    <a:pt x="1171309" y="765511"/>
                  </a:lnTo>
                  <a:lnTo>
                    <a:pt x="1135123" y="784232"/>
                  </a:lnTo>
                  <a:lnTo>
                    <a:pt x="1093469" y="790956"/>
                  </a:lnTo>
                  <a:lnTo>
                    <a:pt x="131825" y="790956"/>
                  </a:lnTo>
                  <a:lnTo>
                    <a:pt x="90172" y="784232"/>
                  </a:lnTo>
                  <a:lnTo>
                    <a:pt x="53986" y="765511"/>
                  </a:lnTo>
                  <a:lnTo>
                    <a:pt x="25444" y="736969"/>
                  </a:lnTo>
                  <a:lnTo>
                    <a:pt x="6723" y="700783"/>
                  </a:lnTo>
                  <a:lnTo>
                    <a:pt x="0" y="659130"/>
                  </a:lnTo>
                  <a:lnTo>
                    <a:pt x="0" y="13182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605398" y="4494402"/>
            <a:ext cx="8718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95">
                <a:solidFill>
                  <a:srgbClr val="FFFFFF"/>
                </a:solidFill>
                <a:latin typeface="Arial MT"/>
                <a:cs typeface="Arial MT"/>
              </a:rPr>
              <a:t>rating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126160" y="4722812"/>
            <a:ext cx="1228725" cy="795655"/>
            <a:chOff x="7126160" y="4722812"/>
            <a:chExt cx="1228725" cy="795655"/>
          </a:xfrm>
        </p:grpSpPr>
        <p:sp>
          <p:nvSpPr>
            <p:cNvPr id="27" name="object 27" descr=""/>
            <p:cNvSpPr/>
            <p:nvPr/>
          </p:nvSpPr>
          <p:spPr>
            <a:xfrm>
              <a:off x="7127747" y="4724400"/>
              <a:ext cx="1225550" cy="792480"/>
            </a:xfrm>
            <a:custGeom>
              <a:avLst/>
              <a:gdLst/>
              <a:ahLst/>
              <a:cxnLst/>
              <a:rect l="l" t="t" r="r" b="b"/>
              <a:pathLst>
                <a:path w="1225550" h="792479">
                  <a:moveTo>
                    <a:pt x="1093216" y="0"/>
                  </a:moveTo>
                  <a:lnTo>
                    <a:pt x="132079" y="0"/>
                  </a:lnTo>
                  <a:lnTo>
                    <a:pt x="90350" y="6738"/>
                  </a:lnTo>
                  <a:lnTo>
                    <a:pt x="54095" y="25497"/>
                  </a:lnTo>
                  <a:lnTo>
                    <a:pt x="25497" y="54095"/>
                  </a:lnTo>
                  <a:lnTo>
                    <a:pt x="6738" y="90350"/>
                  </a:lnTo>
                  <a:lnTo>
                    <a:pt x="0" y="132080"/>
                  </a:lnTo>
                  <a:lnTo>
                    <a:pt x="0" y="660400"/>
                  </a:lnTo>
                  <a:lnTo>
                    <a:pt x="6738" y="702129"/>
                  </a:lnTo>
                  <a:lnTo>
                    <a:pt x="25497" y="738384"/>
                  </a:lnTo>
                  <a:lnTo>
                    <a:pt x="54095" y="766982"/>
                  </a:lnTo>
                  <a:lnTo>
                    <a:pt x="90350" y="785741"/>
                  </a:lnTo>
                  <a:lnTo>
                    <a:pt x="132079" y="792480"/>
                  </a:lnTo>
                  <a:lnTo>
                    <a:pt x="1093216" y="792480"/>
                  </a:lnTo>
                  <a:lnTo>
                    <a:pt x="1134945" y="785741"/>
                  </a:lnTo>
                  <a:lnTo>
                    <a:pt x="1171200" y="766982"/>
                  </a:lnTo>
                  <a:lnTo>
                    <a:pt x="1199798" y="738384"/>
                  </a:lnTo>
                  <a:lnTo>
                    <a:pt x="1218557" y="702129"/>
                  </a:lnTo>
                  <a:lnTo>
                    <a:pt x="1225296" y="660400"/>
                  </a:lnTo>
                  <a:lnTo>
                    <a:pt x="1225296" y="132080"/>
                  </a:lnTo>
                  <a:lnTo>
                    <a:pt x="1218557" y="90350"/>
                  </a:lnTo>
                  <a:lnTo>
                    <a:pt x="1199798" y="54095"/>
                  </a:lnTo>
                  <a:lnTo>
                    <a:pt x="1171200" y="25497"/>
                  </a:lnTo>
                  <a:lnTo>
                    <a:pt x="1134945" y="6738"/>
                  </a:lnTo>
                  <a:lnTo>
                    <a:pt x="1093216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127747" y="4724400"/>
              <a:ext cx="1225550" cy="792480"/>
            </a:xfrm>
            <a:custGeom>
              <a:avLst/>
              <a:gdLst/>
              <a:ahLst/>
              <a:cxnLst/>
              <a:rect l="l" t="t" r="r" b="b"/>
              <a:pathLst>
                <a:path w="1225550" h="792479">
                  <a:moveTo>
                    <a:pt x="0" y="132080"/>
                  </a:moveTo>
                  <a:lnTo>
                    <a:pt x="6738" y="90350"/>
                  </a:lnTo>
                  <a:lnTo>
                    <a:pt x="25497" y="54095"/>
                  </a:lnTo>
                  <a:lnTo>
                    <a:pt x="54095" y="25497"/>
                  </a:lnTo>
                  <a:lnTo>
                    <a:pt x="90350" y="6738"/>
                  </a:lnTo>
                  <a:lnTo>
                    <a:pt x="132079" y="0"/>
                  </a:lnTo>
                  <a:lnTo>
                    <a:pt x="1093216" y="0"/>
                  </a:lnTo>
                  <a:lnTo>
                    <a:pt x="1134945" y="6738"/>
                  </a:lnTo>
                  <a:lnTo>
                    <a:pt x="1171200" y="25497"/>
                  </a:lnTo>
                  <a:lnTo>
                    <a:pt x="1199798" y="54095"/>
                  </a:lnTo>
                  <a:lnTo>
                    <a:pt x="1218557" y="90350"/>
                  </a:lnTo>
                  <a:lnTo>
                    <a:pt x="1225296" y="132080"/>
                  </a:lnTo>
                  <a:lnTo>
                    <a:pt x="1225296" y="660400"/>
                  </a:lnTo>
                  <a:lnTo>
                    <a:pt x="1218557" y="702129"/>
                  </a:lnTo>
                  <a:lnTo>
                    <a:pt x="1199798" y="738384"/>
                  </a:lnTo>
                  <a:lnTo>
                    <a:pt x="1171200" y="766982"/>
                  </a:lnTo>
                  <a:lnTo>
                    <a:pt x="1134945" y="785741"/>
                  </a:lnTo>
                  <a:lnTo>
                    <a:pt x="1093216" y="792480"/>
                  </a:lnTo>
                  <a:lnTo>
                    <a:pt x="132079" y="792480"/>
                  </a:lnTo>
                  <a:lnTo>
                    <a:pt x="90350" y="785741"/>
                  </a:lnTo>
                  <a:lnTo>
                    <a:pt x="54095" y="766982"/>
                  </a:lnTo>
                  <a:lnTo>
                    <a:pt x="25497" y="738384"/>
                  </a:lnTo>
                  <a:lnTo>
                    <a:pt x="6738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7286370" y="4891785"/>
            <a:ext cx="909319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6680">
              <a:lnSpc>
                <a:spcPct val="100000"/>
              </a:lnSpc>
              <a:spcBef>
                <a:spcPts val="100"/>
              </a:spcBef>
            </a:pPr>
            <a:r>
              <a:rPr dirty="0" sz="1400" spc="-13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dirty="0" sz="1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value </a:t>
            </a:r>
            <a:r>
              <a:rPr dirty="0" sz="1400" spc="-125">
                <a:solidFill>
                  <a:srgbClr val="FFFFFF"/>
                </a:solidFill>
                <a:latin typeface="Arial MT"/>
                <a:cs typeface="Arial MT"/>
              </a:rPr>
              <a:t>determination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2071052" y="5660072"/>
            <a:ext cx="1227455" cy="794385"/>
            <a:chOff x="2071052" y="5660072"/>
            <a:chExt cx="1227455" cy="794385"/>
          </a:xfrm>
        </p:grpSpPr>
        <p:sp>
          <p:nvSpPr>
            <p:cNvPr id="31" name="object 31" descr=""/>
            <p:cNvSpPr/>
            <p:nvPr/>
          </p:nvSpPr>
          <p:spPr>
            <a:xfrm>
              <a:off x="2072639" y="566165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1091946" y="0"/>
                  </a:moveTo>
                  <a:lnTo>
                    <a:pt x="131826" y="0"/>
                  </a:lnTo>
                  <a:lnTo>
                    <a:pt x="90172" y="6720"/>
                  </a:lnTo>
                  <a:lnTo>
                    <a:pt x="53986" y="25433"/>
                  </a:lnTo>
                  <a:lnTo>
                    <a:pt x="25444" y="53969"/>
                  </a:lnTo>
                  <a:lnTo>
                    <a:pt x="6723" y="90157"/>
                  </a:lnTo>
                  <a:lnTo>
                    <a:pt x="0" y="131825"/>
                  </a:lnTo>
                  <a:lnTo>
                    <a:pt x="0" y="659129"/>
                  </a:lnTo>
                  <a:lnTo>
                    <a:pt x="6723" y="700798"/>
                  </a:lnTo>
                  <a:lnTo>
                    <a:pt x="25444" y="736986"/>
                  </a:lnTo>
                  <a:lnTo>
                    <a:pt x="53986" y="765522"/>
                  </a:lnTo>
                  <a:lnTo>
                    <a:pt x="90172" y="784235"/>
                  </a:lnTo>
                  <a:lnTo>
                    <a:pt x="131826" y="790955"/>
                  </a:lnTo>
                  <a:lnTo>
                    <a:pt x="1091946" y="790955"/>
                  </a:lnTo>
                  <a:lnTo>
                    <a:pt x="1133599" y="784235"/>
                  </a:lnTo>
                  <a:lnTo>
                    <a:pt x="1169785" y="765522"/>
                  </a:lnTo>
                  <a:lnTo>
                    <a:pt x="1198327" y="736986"/>
                  </a:lnTo>
                  <a:lnTo>
                    <a:pt x="1217048" y="700798"/>
                  </a:lnTo>
                  <a:lnTo>
                    <a:pt x="1223772" y="659129"/>
                  </a:lnTo>
                  <a:lnTo>
                    <a:pt x="1223772" y="131825"/>
                  </a:lnTo>
                  <a:lnTo>
                    <a:pt x="1217048" y="90157"/>
                  </a:lnTo>
                  <a:lnTo>
                    <a:pt x="1198327" y="53969"/>
                  </a:lnTo>
                  <a:lnTo>
                    <a:pt x="1169785" y="25433"/>
                  </a:lnTo>
                  <a:lnTo>
                    <a:pt x="1133599" y="6720"/>
                  </a:lnTo>
                  <a:lnTo>
                    <a:pt x="1091946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072639" y="566165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0" y="131825"/>
                  </a:moveTo>
                  <a:lnTo>
                    <a:pt x="6723" y="90157"/>
                  </a:lnTo>
                  <a:lnTo>
                    <a:pt x="25444" y="53969"/>
                  </a:lnTo>
                  <a:lnTo>
                    <a:pt x="53986" y="25433"/>
                  </a:lnTo>
                  <a:lnTo>
                    <a:pt x="90172" y="6720"/>
                  </a:lnTo>
                  <a:lnTo>
                    <a:pt x="131826" y="0"/>
                  </a:lnTo>
                  <a:lnTo>
                    <a:pt x="1091946" y="0"/>
                  </a:lnTo>
                  <a:lnTo>
                    <a:pt x="1133599" y="6720"/>
                  </a:lnTo>
                  <a:lnTo>
                    <a:pt x="1169785" y="25433"/>
                  </a:lnTo>
                  <a:lnTo>
                    <a:pt x="1198327" y="53969"/>
                  </a:lnTo>
                  <a:lnTo>
                    <a:pt x="1217048" y="90157"/>
                  </a:lnTo>
                  <a:lnTo>
                    <a:pt x="1223772" y="131825"/>
                  </a:lnTo>
                  <a:lnTo>
                    <a:pt x="1223772" y="659129"/>
                  </a:lnTo>
                  <a:lnTo>
                    <a:pt x="1217048" y="700798"/>
                  </a:lnTo>
                  <a:lnTo>
                    <a:pt x="1198327" y="736986"/>
                  </a:lnTo>
                  <a:lnTo>
                    <a:pt x="1169785" y="765522"/>
                  </a:lnTo>
                  <a:lnTo>
                    <a:pt x="1133599" y="784235"/>
                  </a:lnTo>
                  <a:lnTo>
                    <a:pt x="1091946" y="790955"/>
                  </a:lnTo>
                  <a:lnTo>
                    <a:pt x="131826" y="790955"/>
                  </a:lnTo>
                  <a:lnTo>
                    <a:pt x="90172" y="784235"/>
                  </a:lnTo>
                  <a:lnTo>
                    <a:pt x="53986" y="765522"/>
                  </a:lnTo>
                  <a:lnTo>
                    <a:pt x="25444" y="736986"/>
                  </a:lnTo>
                  <a:lnTo>
                    <a:pt x="6723" y="700798"/>
                  </a:lnTo>
                  <a:lnTo>
                    <a:pt x="0" y="659129"/>
                  </a:lnTo>
                  <a:lnTo>
                    <a:pt x="0" y="1318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2266950" y="5721502"/>
            <a:ext cx="8356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Threat scenario </a:t>
            </a:r>
            <a:r>
              <a:rPr dirty="0" sz="1400" spc="-110">
                <a:solidFill>
                  <a:srgbClr val="FFFFFF"/>
                </a:solidFill>
                <a:latin typeface="Arial MT"/>
                <a:cs typeface="Arial MT"/>
              </a:rPr>
              <a:t>identification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727640" y="5660072"/>
            <a:ext cx="1227455" cy="794385"/>
            <a:chOff x="3727640" y="5660072"/>
            <a:chExt cx="1227455" cy="794385"/>
          </a:xfrm>
        </p:grpSpPr>
        <p:sp>
          <p:nvSpPr>
            <p:cNvPr id="35" name="object 35" descr=""/>
            <p:cNvSpPr/>
            <p:nvPr/>
          </p:nvSpPr>
          <p:spPr>
            <a:xfrm>
              <a:off x="3729228" y="566165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1091946" y="0"/>
                  </a:moveTo>
                  <a:lnTo>
                    <a:pt x="131825" y="0"/>
                  </a:lnTo>
                  <a:lnTo>
                    <a:pt x="90172" y="6720"/>
                  </a:lnTo>
                  <a:lnTo>
                    <a:pt x="53986" y="25433"/>
                  </a:lnTo>
                  <a:lnTo>
                    <a:pt x="25444" y="53969"/>
                  </a:lnTo>
                  <a:lnTo>
                    <a:pt x="6723" y="90157"/>
                  </a:lnTo>
                  <a:lnTo>
                    <a:pt x="0" y="131825"/>
                  </a:lnTo>
                  <a:lnTo>
                    <a:pt x="0" y="659129"/>
                  </a:lnTo>
                  <a:lnTo>
                    <a:pt x="6723" y="700798"/>
                  </a:lnTo>
                  <a:lnTo>
                    <a:pt x="25444" y="736986"/>
                  </a:lnTo>
                  <a:lnTo>
                    <a:pt x="53986" y="765522"/>
                  </a:lnTo>
                  <a:lnTo>
                    <a:pt x="90172" y="784235"/>
                  </a:lnTo>
                  <a:lnTo>
                    <a:pt x="131825" y="790955"/>
                  </a:lnTo>
                  <a:lnTo>
                    <a:pt x="1091946" y="790955"/>
                  </a:lnTo>
                  <a:lnTo>
                    <a:pt x="1133599" y="784235"/>
                  </a:lnTo>
                  <a:lnTo>
                    <a:pt x="1169785" y="765522"/>
                  </a:lnTo>
                  <a:lnTo>
                    <a:pt x="1198327" y="736986"/>
                  </a:lnTo>
                  <a:lnTo>
                    <a:pt x="1217048" y="700798"/>
                  </a:lnTo>
                  <a:lnTo>
                    <a:pt x="1223772" y="659129"/>
                  </a:lnTo>
                  <a:lnTo>
                    <a:pt x="1223772" y="131825"/>
                  </a:lnTo>
                  <a:lnTo>
                    <a:pt x="1217048" y="90157"/>
                  </a:lnTo>
                  <a:lnTo>
                    <a:pt x="1198327" y="53969"/>
                  </a:lnTo>
                  <a:lnTo>
                    <a:pt x="1169785" y="25433"/>
                  </a:lnTo>
                  <a:lnTo>
                    <a:pt x="1133599" y="6720"/>
                  </a:lnTo>
                  <a:lnTo>
                    <a:pt x="1091946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729228" y="5661659"/>
              <a:ext cx="1224280" cy="791210"/>
            </a:xfrm>
            <a:custGeom>
              <a:avLst/>
              <a:gdLst/>
              <a:ahLst/>
              <a:cxnLst/>
              <a:rect l="l" t="t" r="r" b="b"/>
              <a:pathLst>
                <a:path w="1224279" h="791210">
                  <a:moveTo>
                    <a:pt x="0" y="131825"/>
                  </a:moveTo>
                  <a:lnTo>
                    <a:pt x="6723" y="90157"/>
                  </a:lnTo>
                  <a:lnTo>
                    <a:pt x="25444" y="53969"/>
                  </a:lnTo>
                  <a:lnTo>
                    <a:pt x="53986" y="25433"/>
                  </a:lnTo>
                  <a:lnTo>
                    <a:pt x="90172" y="6720"/>
                  </a:lnTo>
                  <a:lnTo>
                    <a:pt x="131825" y="0"/>
                  </a:lnTo>
                  <a:lnTo>
                    <a:pt x="1091946" y="0"/>
                  </a:lnTo>
                  <a:lnTo>
                    <a:pt x="1133599" y="6720"/>
                  </a:lnTo>
                  <a:lnTo>
                    <a:pt x="1169785" y="25433"/>
                  </a:lnTo>
                  <a:lnTo>
                    <a:pt x="1198327" y="53969"/>
                  </a:lnTo>
                  <a:lnTo>
                    <a:pt x="1217048" y="90157"/>
                  </a:lnTo>
                  <a:lnTo>
                    <a:pt x="1223772" y="131825"/>
                  </a:lnTo>
                  <a:lnTo>
                    <a:pt x="1223772" y="659129"/>
                  </a:lnTo>
                  <a:lnTo>
                    <a:pt x="1217048" y="700798"/>
                  </a:lnTo>
                  <a:lnTo>
                    <a:pt x="1198327" y="736986"/>
                  </a:lnTo>
                  <a:lnTo>
                    <a:pt x="1169785" y="765522"/>
                  </a:lnTo>
                  <a:lnTo>
                    <a:pt x="1133599" y="784235"/>
                  </a:lnTo>
                  <a:lnTo>
                    <a:pt x="1091946" y="790955"/>
                  </a:lnTo>
                  <a:lnTo>
                    <a:pt x="131825" y="790955"/>
                  </a:lnTo>
                  <a:lnTo>
                    <a:pt x="90172" y="784235"/>
                  </a:lnTo>
                  <a:lnTo>
                    <a:pt x="53986" y="765522"/>
                  </a:lnTo>
                  <a:lnTo>
                    <a:pt x="25444" y="736986"/>
                  </a:lnTo>
                  <a:lnTo>
                    <a:pt x="6723" y="700798"/>
                  </a:lnTo>
                  <a:lnTo>
                    <a:pt x="0" y="659129"/>
                  </a:lnTo>
                  <a:lnTo>
                    <a:pt x="0" y="1318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953636" y="5828182"/>
            <a:ext cx="77406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dirty="0" sz="1400" spc="-120">
                <a:solidFill>
                  <a:srgbClr val="FFFFFF"/>
                </a:solidFill>
                <a:latin typeface="Arial MT"/>
                <a:cs typeface="Arial MT"/>
              </a:rPr>
              <a:t>Attack</a:t>
            </a:r>
            <a:r>
              <a:rPr dirty="0"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35">
                <a:solidFill>
                  <a:srgbClr val="FFFFFF"/>
                </a:solidFill>
                <a:latin typeface="Arial MT"/>
                <a:cs typeface="Arial MT"/>
              </a:rPr>
              <a:t>Path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5426900" y="5660072"/>
            <a:ext cx="1228725" cy="794385"/>
            <a:chOff x="5426900" y="5660072"/>
            <a:chExt cx="1228725" cy="794385"/>
          </a:xfrm>
        </p:grpSpPr>
        <p:sp>
          <p:nvSpPr>
            <p:cNvPr id="39" name="object 39" descr=""/>
            <p:cNvSpPr/>
            <p:nvPr/>
          </p:nvSpPr>
          <p:spPr>
            <a:xfrm>
              <a:off x="5428488" y="5661659"/>
              <a:ext cx="1225550" cy="791210"/>
            </a:xfrm>
            <a:custGeom>
              <a:avLst/>
              <a:gdLst/>
              <a:ahLst/>
              <a:cxnLst/>
              <a:rect l="l" t="t" r="r" b="b"/>
              <a:pathLst>
                <a:path w="1225550" h="791210">
                  <a:moveTo>
                    <a:pt x="1093469" y="0"/>
                  </a:moveTo>
                  <a:lnTo>
                    <a:pt x="131825" y="0"/>
                  </a:lnTo>
                  <a:lnTo>
                    <a:pt x="90172" y="6720"/>
                  </a:lnTo>
                  <a:lnTo>
                    <a:pt x="53986" y="25433"/>
                  </a:lnTo>
                  <a:lnTo>
                    <a:pt x="25444" y="53969"/>
                  </a:lnTo>
                  <a:lnTo>
                    <a:pt x="6723" y="90157"/>
                  </a:lnTo>
                  <a:lnTo>
                    <a:pt x="0" y="131825"/>
                  </a:lnTo>
                  <a:lnTo>
                    <a:pt x="0" y="659129"/>
                  </a:lnTo>
                  <a:lnTo>
                    <a:pt x="6723" y="700798"/>
                  </a:lnTo>
                  <a:lnTo>
                    <a:pt x="25444" y="736986"/>
                  </a:lnTo>
                  <a:lnTo>
                    <a:pt x="53986" y="765522"/>
                  </a:lnTo>
                  <a:lnTo>
                    <a:pt x="90172" y="784235"/>
                  </a:lnTo>
                  <a:lnTo>
                    <a:pt x="131825" y="790955"/>
                  </a:lnTo>
                  <a:lnTo>
                    <a:pt x="1093469" y="790955"/>
                  </a:lnTo>
                  <a:lnTo>
                    <a:pt x="1135123" y="784235"/>
                  </a:lnTo>
                  <a:lnTo>
                    <a:pt x="1171309" y="765522"/>
                  </a:lnTo>
                  <a:lnTo>
                    <a:pt x="1199851" y="736986"/>
                  </a:lnTo>
                  <a:lnTo>
                    <a:pt x="1218572" y="700798"/>
                  </a:lnTo>
                  <a:lnTo>
                    <a:pt x="1225295" y="659129"/>
                  </a:lnTo>
                  <a:lnTo>
                    <a:pt x="1225295" y="131825"/>
                  </a:lnTo>
                  <a:lnTo>
                    <a:pt x="1218572" y="90157"/>
                  </a:lnTo>
                  <a:lnTo>
                    <a:pt x="1199851" y="53969"/>
                  </a:lnTo>
                  <a:lnTo>
                    <a:pt x="1171309" y="25433"/>
                  </a:lnTo>
                  <a:lnTo>
                    <a:pt x="1135123" y="6720"/>
                  </a:lnTo>
                  <a:lnTo>
                    <a:pt x="1093469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428488" y="5661659"/>
              <a:ext cx="1225550" cy="791210"/>
            </a:xfrm>
            <a:custGeom>
              <a:avLst/>
              <a:gdLst/>
              <a:ahLst/>
              <a:cxnLst/>
              <a:rect l="l" t="t" r="r" b="b"/>
              <a:pathLst>
                <a:path w="1225550" h="791210">
                  <a:moveTo>
                    <a:pt x="0" y="131825"/>
                  </a:moveTo>
                  <a:lnTo>
                    <a:pt x="6723" y="90157"/>
                  </a:lnTo>
                  <a:lnTo>
                    <a:pt x="25444" y="53969"/>
                  </a:lnTo>
                  <a:lnTo>
                    <a:pt x="53986" y="25433"/>
                  </a:lnTo>
                  <a:lnTo>
                    <a:pt x="90172" y="6720"/>
                  </a:lnTo>
                  <a:lnTo>
                    <a:pt x="131825" y="0"/>
                  </a:lnTo>
                  <a:lnTo>
                    <a:pt x="1093469" y="0"/>
                  </a:lnTo>
                  <a:lnTo>
                    <a:pt x="1135123" y="6720"/>
                  </a:lnTo>
                  <a:lnTo>
                    <a:pt x="1171309" y="25433"/>
                  </a:lnTo>
                  <a:lnTo>
                    <a:pt x="1199851" y="53969"/>
                  </a:lnTo>
                  <a:lnTo>
                    <a:pt x="1218572" y="90157"/>
                  </a:lnTo>
                  <a:lnTo>
                    <a:pt x="1225295" y="131825"/>
                  </a:lnTo>
                  <a:lnTo>
                    <a:pt x="1225295" y="659129"/>
                  </a:lnTo>
                  <a:lnTo>
                    <a:pt x="1218572" y="700798"/>
                  </a:lnTo>
                  <a:lnTo>
                    <a:pt x="1199851" y="736986"/>
                  </a:lnTo>
                  <a:lnTo>
                    <a:pt x="1171309" y="765522"/>
                  </a:lnTo>
                  <a:lnTo>
                    <a:pt x="1135123" y="784235"/>
                  </a:lnTo>
                  <a:lnTo>
                    <a:pt x="1093469" y="790955"/>
                  </a:lnTo>
                  <a:lnTo>
                    <a:pt x="131825" y="790955"/>
                  </a:lnTo>
                  <a:lnTo>
                    <a:pt x="90172" y="784235"/>
                  </a:lnTo>
                  <a:lnTo>
                    <a:pt x="53986" y="765522"/>
                  </a:lnTo>
                  <a:lnTo>
                    <a:pt x="25444" y="736986"/>
                  </a:lnTo>
                  <a:lnTo>
                    <a:pt x="6723" y="700798"/>
                  </a:lnTo>
                  <a:lnTo>
                    <a:pt x="0" y="659129"/>
                  </a:lnTo>
                  <a:lnTo>
                    <a:pt x="0" y="1318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5728842" y="5721502"/>
            <a:ext cx="62484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Attack </a:t>
            </a:r>
            <a:r>
              <a:rPr dirty="0" sz="1400" spc="-105">
                <a:solidFill>
                  <a:srgbClr val="FFFFFF"/>
                </a:solidFill>
                <a:latin typeface="Arial MT"/>
                <a:cs typeface="Arial MT"/>
              </a:rPr>
              <a:t>feasibility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rating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7126160" y="6019736"/>
            <a:ext cx="1228725" cy="795655"/>
            <a:chOff x="7126160" y="6019736"/>
            <a:chExt cx="1228725" cy="795655"/>
          </a:xfrm>
        </p:grpSpPr>
        <p:sp>
          <p:nvSpPr>
            <p:cNvPr id="43" name="object 43" descr=""/>
            <p:cNvSpPr/>
            <p:nvPr/>
          </p:nvSpPr>
          <p:spPr>
            <a:xfrm>
              <a:off x="7127747" y="6021323"/>
              <a:ext cx="1225550" cy="792480"/>
            </a:xfrm>
            <a:custGeom>
              <a:avLst/>
              <a:gdLst/>
              <a:ahLst/>
              <a:cxnLst/>
              <a:rect l="l" t="t" r="r" b="b"/>
              <a:pathLst>
                <a:path w="1225550" h="792479">
                  <a:moveTo>
                    <a:pt x="1093216" y="0"/>
                  </a:moveTo>
                  <a:lnTo>
                    <a:pt x="132079" y="0"/>
                  </a:lnTo>
                  <a:lnTo>
                    <a:pt x="90350" y="6733"/>
                  </a:lnTo>
                  <a:lnTo>
                    <a:pt x="54095" y="25482"/>
                  </a:lnTo>
                  <a:lnTo>
                    <a:pt x="25497" y="54073"/>
                  </a:lnTo>
                  <a:lnTo>
                    <a:pt x="6738" y="90331"/>
                  </a:lnTo>
                  <a:lnTo>
                    <a:pt x="0" y="132079"/>
                  </a:lnTo>
                  <a:lnTo>
                    <a:pt x="0" y="660399"/>
                  </a:lnTo>
                  <a:lnTo>
                    <a:pt x="6738" y="702146"/>
                  </a:lnTo>
                  <a:lnTo>
                    <a:pt x="25497" y="738403"/>
                  </a:lnTo>
                  <a:lnTo>
                    <a:pt x="54095" y="766995"/>
                  </a:lnTo>
                  <a:lnTo>
                    <a:pt x="90350" y="785746"/>
                  </a:lnTo>
                  <a:lnTo>
                    <a:pt x="132079" y="792480"/>
                  </a:lnTo>
                  <a:lnTo>
                    <a:pt x="1093216" y="792480"/>
                  </a:lnTo>
                  <a:lnTo>
                    <a:pt x="1134945" y="785746"/>
                  </a:lnTo>
                  <a:lnTo>
                    <a:pt x="1171200" y="766995"/>
                  </a:lnTo>
                  <a:lnTo>
                    <a:pt x="1199798" y="738403"/>
                  </a:lnTo>
                  <a:lnTo>
                    <a:pt x="1218557" y="702146"/>
                  </a:lnTo>
                  <a:lnTo>
                    <a:pt x="1225296" y="660399"/>
                  </a:lnTo>
                  <a:lnTo>
                    <a:pt x="1225296" y="132079"/>
                  </a:lnTo>
                  <a:lnTo>
                    <a:pt x="1218557" y="90331"/>
                  </a:lnTo>
                  <a:lnTo>
                    <a:pt x="1199798" y="54073"/>
                  </a:lnTo>
                  <a:lnTo>
                    <a:pt x="1171200" y="25482"/>
                  </a:lnTo>
                  <a:lnTo>
                    <a:pt x="1134945" y="6733"/>
                  </a:lnTo>
                  <a:lnTo>
                    <a:pt x="1093216" y="0"/>
                  </a:lnTo>
                  <a:close/>
                </a:path>
              </a:pathLst>
            </a:custGeom>
            <a:solidFill>
              <a:srgbClr val="2C2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127747" y="6021323"/>
              <a:ext cx="1225550" cy="792480"/>
            </a:xfrm>
            <a:custGeom>
              <a:avLst/>
              <a:gdLst/>
              <a:ahLst/>
              <a:cxnLst/>
              <a:rect l="l" t="t" r="r" b="b"/>
              <a:pathLst>
                <a:path w="1225550" h="792479">
                  <a:moveTo>
                    <a:pt x="0" y="132079"/>
                  </a:moveTo>
                  <a:lnTo>
                    <a:pt x="6738" y="90331"/>
                  </a:lnTo>
                  <a:lnTo>
                    <a:pt x="25497" y="54073"/>
                  </a:lnTo>
                  <a:lnTo>
                    <a:pt x="54095" y="25482"/>
                  </a:lnTo>
                  <a:lnTo>
                    <a:pt x="90350" y="6733"/>
                  </a:lnTo>
                  <a:lnTo>
                    <a:pt x="132079" y="0"/>
                  </a:lnTo>
                  <a:lnTo>
                    <a:pt x="1093216" y="0"/>
                  </a:lnTo>
                  <a:lnTo>
                    <a:pt x="1134945" y="6733"/>
                  </a:lnTo>
                  <a:lnTo>
                    <a:pt x="1171200" y="25482"/>
                  </a:lnTo>
                  <a:lnTo>
                    <a:pt x="1199798" y="54073"/>
                  </a:lnTo>
                  <a:lnTo>
                    <a:pt x="1218557" y="90331"/>
                  </a:lnTo>
                  <a:lnTo>
                    <a:pt x="1225296" y="132079"/>
                  </a:lnTo>
                  <a:lnTo>
                    <a:pt x="1225296" y="660399"/>
                  </a:lnTo>
                  <a:lnTo>
                    <a:pt x="1218557" y="702146"/>
                  </a:lnTo>
                  <a:lnTo>
                    <a:pt x="1199798" y="738403"/>
                  </a:lnTo>
                  <a:lnTo>
                    <a:pt x="1171200" y="766995"/>
                  </a:lnTo>
                  <a:lnTo>
                    <a:pt x="1134945" y="785746"/>
                  </a:lnTo>
                  <a:lnTo>
                    <a:pt x="1093216" y="792480"/>
                  </a:lnTo>
                  <a:lnTo>
                    <a:pt x="132079" y="792480"/>
                  </a:lnTo>
                  <a:lnTo>
                    <a:pt x="90350" y="785746"/>
                  </a:lnTo>
                  <a:lnTo>
                    <a:pt x="54095" y="766995"/>
                  </a:lnTo>
                  <a:lnTo>
                    <a:pt x="25497" y="738403"/>
                  </a:lnTo>
                  <a:lnTo>
                    <a:pt x="6738" y="702146"/>
                  </a:lnTo>
                  <a:lnTo>
                    <a:pt x="0" y="660399"/>
                  </a:lnTo>
                  <a:lnTo>
                    <a:pt x="0" y="13207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7257415" y="6188151"/>
            <a:ext cx="965200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3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dirty="0" sz="1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5">
                <a:solidFill>
                  <a:srgbClr val="FFFFFF"/>
                </a:solidFill>
                <a:latin typeface="Arial MT"/>
                <a:cs typeface="Arial MT"/>
              </a:rPr>
              <a:t>treatment</a:t>
            </a:r>
            <a:endParaRPr sz="1400">
              <a:latin typeface="Arial MT"/>
              <a:cs typeface="Arial MT"/>
            </a:endParaRPr>
          </a:p>
          <a:p>
            <a:pPr algn="ctr" marL="254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decision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641348" y="4579620"/>
            <a:ext cx="6137275" cy="1516380"/>
            <a:chOff x="1641348" y="4579620"/>
            <a:chExt cx="6137275" cy="1516380"/>
          </a:xfrm>
        </p:grpSpPr>
        <p:sp>
          <p:nvSpPr>
            <p:cNvPr id="47" name="object 47" descr=""/>
            <p:cNvSpPr/>
            <p:nvPr/>
          </p:nvSpPr>
          <p:spPr>
            <a:xfrm>
              <a:off x="1641348" y="4579619"/>
              <a:ext cx="3787775" cy="1516380"/>
            </a:xfrm>
            <a:custGeom>
              <a:avLst/>
              <a:gdLst/>
              <a:ahLst/>
              <a:cxnLst/>
              <a:rect l="l" t="t" r="r" b="b"/>
              <a:pathLst>
                <a:path w="3787775" h="1516379">
                  <a:moveTo>
                    <a:pt x="432054" y="38100"/>
                  </a:moveTo>
                  <a:lnTo>
                    <a:pt x="419354" y="31750"/>
                  </a:lnTo>
                  <a:lnTo>
                    <a:pt x="355854" y="0"/>
                  </a:lnTo>
                  <a:lnTo>
                    <a:pt x="355854" y="31750"/>
                  </a:lnTo>
                  <a:lnTo>
                    <a:pt x="212471" y="31750"/>
                  </a:lnTo>
                  <a:lnTo>
                    <a:pt x="209677" y="34544"/>
                  </a:lnTo>
                  <a:lnTo>
                    <a:pt x="209677" y="535813"/>
                  </a:lnTo>
                  <a:lnTo>
                    <a:pt x="0" y="535813"/>
                  </a:lnTo>
                  <a:lnTo>
                    <a:pt x="0" y="548513"/>
                  </a:lnTo>
                  <a:lnTo>
                    <a:pt x="219583" y="548513"/>
                  </a:lnTo>
                  <a:lnTo>
                    <a:pt x="222377" y="545719"/>
                  </a:lnTo>
                  <a:lnTo>
                    <a:pt x="222377" y="542163"/>
                  </a:lnTo>
                  <a:lnTo>
                    <a:pt x="222377" y="535813"/>
                  </a:lnTo>
                  <a:lnTo>
                    <a:pt x="222377" y="44450"/>
                  </a:lnTo>
                  <a:lnTo>
                    <a:pt x="355854" y="44450"/>
                  </a:lnTo>
                  <a:lnTo>
                    <a:pt x="355854" y="76200"/>
                  </a:lnTo>
                  <a:lnTo>
                    <a:pt x="419354" y="44450"/>
                  </a:lnTo>
                  <a:lnTo>
                    <a:pt x="432054" y="38100"/>
                  </a:lnTo>
                  <a:close/>
                </a:path>
                <a:path w="3787775" h="1516379">
                  <a:moveTo>
                    <a:pt x="2087118" y="1478280"/>
                  </a:moveTo>
                  <a:lnTo>
                    <a:pt x="2074418" y="1471930"/>
                  </a:lnTo>
                  <a:lnTo>
                    <a:pt x="2010918" y="1440180"/>
                  </a:lnTo>
                  <a:lnTo>
                    <a:pt x="2010918" y="1471930"/>
                  </a:lnTo>
                  <a:lnTo>
                    <a:pt x="1655064" y="1471930"/>
                  </a:lnTo>
                  <a:lnTo>
                    <a:pt x="1655064" y="1484630"/>
                  </a:lnTo>
                  <a:lnTo>
                    <a:pt x="2010918" y="1484630"/>
                  </a:lnTo>
                  <a:lnTo>
                    <a:pt x="2010918" y="1516380"/>
                  </a:lnTo>
                  <a:lnTo>
                    <a:pt x="2074418" y="1484630"/>
                  </a:lnTo>
                  <a:lnTo>
                    <a:pt x="2087118" y="1478280"/>
                  </a:lnTo>
                  <a:close/>
                </a:path>
                <a:path w="3787775" h="1516379">
                  <a:moveTo>
                    <a:pt x="2087118" y="38100"/>
                  </a:moveTo>
                  <a:lnTo>
                    <a:pt x="2074418" y="31750"/>
                  </a:lnTo>
                  <a:lnTo>
                    <a:pt x="2010918" y="0"/>
                  </a:lnTo>
                  <a:lnTo>
                    <a:pt x="2010918" y="31750"/>
                  </a:lnTo>
                  <a:lnTo>
                    <a:pt x="1655064" y="31750"/>
                  </a:lnTo>
                  <a:lnTo>
                    <a:pt x="1655064" y="44450"/>
                  </a:lnTo>
                  <a:lnTo>
                    <a:pt x="2010918" y="44450"/>
                  </a:lnTo>
                  <a:lnTo>
                    <a:pt x="2010918" y="76200"/>
                  </a:lnTo>
                  <a:lnTo>
                    <a:pt x="2074418" y="44450"/>
                  </a:lnTo>
                  <a:lnTo>
                    <a:pt x="2087118" y="38100"/>
                  </a:lnTo>
                  <a:close/>
                </a:path>
                <a:path w="3787775" h="1516379">
                  <a:moveTo>
                    <a:pt x="2706497" y="432816"/>
                  </a:moveTo>
                  <a:lnTo>
                    <a:pt x="2693797" y="432816"/>
                  </a:lnTo>
                  <a:lnTo>
                    <a:pt x="2693797" y="750443"/>
                  </a:lnTo>
                  <a:lnTo>
                    <a:pt x="1040384" y="750443"/>
                  </a:lnTo>
                  <a:lnTo>
                    <a:pt x="1037590" y="753364"/>
                  </a:lnTo>
                  <a:lnTo>
                    <a:pt x="1037590" y="1004697"/>
                  </a:lnTo>
                  <a:lnTo>
                    <a:pt x="1005840" y="1004697"/>
                  </a:lnTo>
                  <a:lnTo>
                    <a:pt x="1043940" y="1080884"/>
                  </a:lnTo>
                  <a:lnTo>
                    <a:pt x="1075690" y="1017384"/>
                  </a:lnTo>
                  <a:lnTo>
                    <a:pt x="1082040" y="1004697"/>
                  </a:lnTo>
                  <a:lnTo>
                    <a:pt x="1050290" y="1004697"/>
                  </a:lnTo>
                  <a:lnTo>
                    <a:pt x="1050290" y="763143"/>
                  </a:lnTo>
                  <a:lnTo>
                    <a:pt x="2703576" y="763143"/>
                  </a:lnTo>
                  <a:lnTo>
                    <a:pt x="2706497" y="760349"/>
                  </a:lnTo>
                  <a:lnTo>
                    <a:pt x="2706497" y="750443"/>
                  </a:lnTo>
                  <a:lnTo>
                    <a:pt x="2706497" y="432816"/>
                  </a:lnTo>
                  <a:close/>
                </a:path>
                <a:path w="3787775" h="1516379">
                  <a:moveTo>
                    <a:pt x="3787775" y="1478280"/>
                  </a:moveTo>
                  <a:lnTo>
                    <a:pt x="3775075" y="1471930"/>
                  </a:lnTo>
                  <a:lnTo>
                    <a:pt x="3711575" y="1440180"/>
                  </a:lnTo>
                  <a:lnTo>
                    <a:pt x="3711575" y="1471930"/>
                  </a:lnTo>
                  <a:lnTo>
                    <a:pt x="3311652" y="1471930"/>
                  </a:lnTo>
                  <a:lnTo>
                    <a:pt x="3311652" y="1484630"/>
                  </a:lnTo>
                  <a:lnTo>
                    <a:pt x="3711575" y="1484630"/>
                  </a:lnTo>
                  <a:lnTo>
                    <a:pt x="3711575" y="1516380"/>
                  </a:lnTo>
                  <a:lnTo>
                    <a:pt x="3775075" y="1484630"/>
                  </a:lnTo>
                  <a:lnTo>
                    <a:pt x="3787775" y="1478280"/>
                  </a:lnTo>
                  <a:close/>
                </a:path>
                <a:path w="3787775" h="1516379">
                  <a:moveTo>
                    <a:pt x="3787775" y="38100"/>
                  </a:moveTo>
                  <a:lnTo>
                    <a:pt x="3775075" y="31750"/>
                  </a:lnTo>
                  <a:lnTo>
                    <a:pt x="3711575" y="0"/>
                  </a:lnTo>
                  <a:lnTo>
                    <a:pt x="3711575" y="31750"/>
                  </a:lnTo>
                  <a:lnTo>
                    <a:pt x="3311652" y="31750"/>
                  </a:lnTo>
                  <a:lnTo>
                    <a:pt x="3311652" y="44450"/>
                  </a:lnTo>
                  <a:lnTo>
                    <a:pt x="3711575" y="44450"/>
                  </a:lnTo>
                  <a:lnTo>
                    <a:pt x="3711575" y="76200"/>
                  </a:lnTo>
                  <a:lnTo>
                    <a:pt x="3775075" y="44450"/>
                  </a:lnTo>
                  <a:lnTo>
                    <a:pt x="3787775" y="381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653783" y="4617720"/>
              <a:ext cx="228600" cy="1440180"/>
            </a:xfrm>
            <a:custGeom>
              <a:avLst/>
              <a:gdLst/>
              <a:ahLst/>
              <a:cxnLst/>
              <a:rect l="l" t="t" r="r" b="b"/>
              <a:pathLst>
                <a:path w="228600" h="1440179">
                  <a:moveTo>
                    <a:pt x="0" y="0"/>
                  </a:moveTo>
                  <a:lnTo>
                    <a:pt x="228600" y="0"/>
                  </a:lnTo>
                  <a:lnTo>
                    <a:pt x="228600" y="1440154"/>
                  </a:lnTo>
                  <a:lnTo>
                    <a:pt x="12700" y="1440154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3907" y="5082540"/>
              <a:ext cx="230886" cy="7620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702295" y="5516880"/>
              <a:ext cx="76200" cy="504190"/>
            </a:xfrm>
            <a:custGeom>
              <a:avLst/>
              <a:gdLst/>
              <a:ahLst/>
              <a:cxnLst/>
              <a:rect l="l" t="t" r="r" b="b"/>
              <a:pathLst>
                <a:path w="76200" h="504189">
                  <a:moveTo>
                    <a:pt x="31750" y="427850"/>
                  </a:moveTo>
                  <a:lnTo>
                    <a:pt x="0" y="427850"/>
                  </a:lnTo>
                  <a:lnTo>
                    <a:pt x="38100" y="504050"/>
                  </a:lnTo>
                  <a:lnTo>
                    <a:pt x="69850" y="440550"/>
                  </a:lnTo>
                  <a:lnTo>
                    <a:pt x="31750" y="440550"/>
                  </a:lnTo>
                  <a:lnTo>
                    <a:pt x="31750" y="427850"/>
                  </a:lnTo>
                  <a:close/>
                </a:path>
                <a:path w="76200" h="504189">
                  <a:moveTo>
                    <a:pt x="44450" y="0"/>
                  </a:moveTo>
                  <a:lnTo>
                    <a:pt x="31750" y="0"/>
                  </a:lnTo>
                  <a:lnTo>
                    <a:pt x="31750" y="440550"/>
                  </a:lnTo>
                  <a:lnTo>
                    <a:pt x="44450" y="440550"/>
                  </a:lnTo>
                  <a:lnTo>
                    <a:pt x="44450" y="0"/>
                  </a:lnTo>
                  <a:close/>
                </a:path>
                <a:path w="76200" h="504189">
                  <a:moveTo>
                    <a:pt x="76200" y="427850"/>
                  </a:moveTo>
                  <a:lnTo>
                    <a:pt x="44450" y="427850"/>
                  </a:lnTo>
                  <a:lnTo>
                    <a:pt x="44450" y="440550"/>
                  </a:lnTo>
                  <a:lnTo>
                    <a:pt x="69850" y="440550"/>
                  </a:lnTo>
                  <a:lnTo>
                    <a:pt x="76200" y="4278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627" y="162305"/>
              <a:ext cx="3064687" cy="19824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79654" y="614526"/>
            <a:ext cx="8362950" cy="16427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Asset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object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has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value,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contributes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value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Asset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has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one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more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properties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whose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compromise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lead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one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more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damage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scenarios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5">
                <a:latin typeface="Arial MT"/>
                <a:cs typeface="Arial MT"/>
              </a:rPr>
              <a:t>Or</a:t>
            </a:r>
            <a:r>
              <a:rPr dirty="0" sz="1600" spc="-12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Asset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simply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something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needs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protected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techniques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6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1400" spc="-114">
                <a:latin typeface="Arial MT"/>
                <a:cs typeface="Arial MT"/>
              </a:rPr>
              <a:t>e.g)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55">
                <a:latin typeface="Arial MT"/>
                <a:cs typeface="Arial MT"/>
              </a:rPr>
              <a:t>Headlamp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system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505455" y="2636520"/>
            <a:ext cx="935990" cy="361315"/>
          </a:xfrm>
          <a:custGeom>
            <a:avLst/>
            <a:gdLst/>
            <a:ahLst/>
            <a:cxnLst/>
            <a:rect l="l" t="t" r="r" b="b"/>
            <a:pathLst>
              <a:path w="935989" h="361314">
                <a:moveTo>
                  <a:pt x="875538" y="0"/>
                </a:moveTo>
                <a:lnTo>
                  <a:pt x="60198" y="0"/>
                </a:lnTo>
                <a:lnTo>
                  <a:pt x="36754" y="4726"/>
                </a:lnTo>
                <a:lnTo>
                  <a:pt x="17621" y="17621"/>
                </a:lnTo>
                <a:lnTo>
                  <a:pt x="4726" y="36754"/>
                </a:lnTo>
                <a:lnTo>
                  <a:pt x="0" y="60197"/>
                </a:lnTo>
                <a:lnTo>
                  <a:pt x="0" y="300989"/>
                </a:lnTo>
                <a:lnTo>
                  <a:pt x="4726" y="324433"/>
                </a:lnTo>
                <a:lnTo>
                  <a:pt x="17621" y="343566"/>
                </a:lnTo>
                <a:lnTo>
                  <a:pt x="36754" y="356461"/>
                </a:lnTo>
                <a:lnTo>
                  <a:pt x="60198" y="361188"/>
                </a:lnTo>
                <a:lnTo>
                  <a:pt x="875538" y="361188"/>
                </a:lnTo>
                <a:lnTo>
                  <a:pt x="898981" y="356461"/>
                </a:lnTo>
                <a:lnTo>
                  <a:pt x="918114" y="343566"/>
                </a:lnTo>
                <a:lnTo>
                  <a:pt x="931009" y="324433"/>
                </a:lnTo>
                <a:lnTo>
                  <a:pt x="935735" y="300989"/>
                </a:lnTo>
                <a:lnTo>
                  <a:pt x="935735" y="60197"/>
                </a:lnTo>
                <a:lnTo>
                  <a:pt x="931009" y="36754"/>
                </a:lnTo>
                <a:lnTo>
                  <a:pt x="918114" y="17621"/>
                </a:lnTo>
                <a:lnTo>
                  <a:pt x="898981" y="4726"/>
                </a:lnTo>
                <a:lnTo>
                  <a:pt x="87553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664079" y="2618994"/>
            <a:ext cx="617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165" marR="5080" indent="-1651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Arial MT"/>
                <a:cs typeface="Arial MT"/>
              </a:rPr>
              <a:t>Navigation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ECU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505455" y="3326891"/>
            <a:ext cx="935990" cy="360045"/>
          </a:xfrm>
          <a:custGeom>
            <a:avLst/>
            <a:gdLst/>
            <a:ahLst/>
            <a:cxnLst/>
            <a:rect l="l" t="t" r="r" b="b"/>
            <a:pathLst>
              <a:path w="935989" h="360045">
                <a:moveTo>
                  <a:pt x="875792" y="0"/>
                </a:moveTo>
                <a:lnTo>
                  <a:pt x="59943" y="0"/>
                </a:lnTo>
                <a:lnTo>
                  <a:pt x="36593" y="4704"/>
                </a:lnTo>
                <a:lnTo>
                  <a:pt x="17541" y="17541"/>
                </a:lnTo>
                <a:lnTo>
                  <a:pt x="4704" y="36593"/>
                </a:lnTo>
                <a:lnTo>
                  <a:pt x="0" y="59944"/>
                </a:lnTo>
                <a:lnTo>
                  <a:pt x="0" y="299720"/>
                </a:lnTo>
                <a:lnTo>
                  <a:pt x="4704" y="323070"/>
                </a:lnTo>
                <a:lnTo>
                  <a:pt x="17541" y="342122"/>
                </a:lnTo>
                <a:lnTo>
                  <a:pt x="36593" y="354959"/>
                </a:lnTo>
                <a:lnTo>
                  <a:pt x="59943" y="359664"/>
                </a:lnTo>
                <a:lnTo>
                  <a:pt x="875792" y="359664"/>
                </a:lnTo>
                <a:lnTo>
                  <a:pt x="899142" y="354959"/>
                </a:lnTo>
                <a:lnTo>
                  <a:pt x="918194" y="342122"/>
                </a:lnTo>
                <a:lnTo>
                  <a:pt x="931031" y="323070"/>
                </a:lnTo>
                <a:lnTo>
                  <a:pt x="935735" y="299720"/>
                </a:lnTo>
                <a:lnTo>
                  <a:pt x="935735" y="59944"/>
                </a:lnTo>
                <a:lnTo>
                  <a:pt x="931031" y="36593"/>
                </a:lnTo>
                <a:lnTo>
                  <a:pt x="918194" y="17541"/>
                </a:lnTo>
                <a:lnTo>
                  <a:pt x="899142" y="4704"/>
                </a:lnTo>
                <a:lnTo>
                  <a:pt x="87579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713101" y="3309365"/>
            <a:ext cx="52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dirty="0" sz="1200" spc="-130">
                <a:solidFill>
                  <a:srgbClr val="FFFFFF"/>
                </a:solidFill>
                <a:latin typeface="Arial MT"/>
                <a:cs typeface="Arial MT"/>
              </a:rPr>
              <a:t>Gateway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ECU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60831" y="4017264"/>
            <a:ext cx="935990" cy="635635"/>
          </a:xfrm>
          <a:custGeom>
            <a:avLst/>
            <a:gdLst/>
            <a:ahLst/>
            <a:cxnLst/>
            <a:rect l="l" t="t" r="r" b="b"/>
            <a:pathLst>
              <a:path w="935990" h="635635">
                <a:moveTo>
                  <a:pt x="829818" y="0"/>
                </a:moveTo>
                <a:lnTo>
                  <a:pt x="105918" y="0"/>
                </a:lnTo>
                <a:lnTo>
                  <a:pt x="64690" y="8316"/>
                </a:lnTo>
                <a:lnTo>
                  <a:pt x="31022" y="31003"/>
                </a:lnTo>
                <a:lnTo>
                  <a:pt x="8323" y="64668"/>
                </a:lnTo>
                <a:lnTo>
                  <a:pt x="0" y="105918"/>
                </a:lnTo>
                <a:lnTo>
                  <a:pt x="0" y="529590"/>
                </a:lnTo>
                <a:lnTo>
                  <a:pt x="8323" y="570839"/>
                </a:lnTo>
                <a:lnTo>
                  <a:pt x="31022" y="604504"/>
                </a:lnTo>
                <a:lnTo>
                  <a:pt x="64690" y="627191"/>
                </a:lnTo>
                <a:lnTo>
                  <a:pt x="105918" y="635508"/>
                </a:lnTo>
                <a:lnTo>
                  <a:pt x="829818" y="635508"/>
                </a:lnTo>
                <a:lnTo>
                  <a:pt x="871067" y="627191"/>
                </a:lnTo>
                <a:lnTo>
                  <a:pt x="904732" y="604504"/>
                </a:lnTo>
                <a:lnTo>
                  <a:pt x="927419" y="570839"/>
                </a:lnTo>
                <a:lnTo>
                  <a:pt x="935736" y="529590"/>
                </a:lnTo>
                <a:lnTo>
                  <a:pt x="935736" y="105918"/>
                </a:lnTo>
                <a:lnTo>
                  <a:pt x="927419" y="64668"/>
                </a:lnTo>
                <a:lnTo>
                  <a:pt x="904732" y="31003"/>
                </a:lnTo>
                <a:lnTo>
                  <a:pt x="871067" y="8316"/>
                </a:lnTo>
                <a:lnTo>
                  <a:pt x="829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712976" y="4017264"/>
            <a:ext cx="935990" cy="635635"/>
          </a:xfrm>
          <a:custGeom>
            <a:avLst/>
            <a:gdLst/>
            <a:ahLst/>
            <a:cxnLst/>
            <a:rect l="l" t="t" r="r" b="b"/>
            <a:pathLst>
              <a:path w="935989" h="635635">
                <a:moveTo>
                  <a:pt x="829818" y="0"/>
                </a:moveTo>
                <a:lnTo>
                  <a:pt x="105918" y="0"/>
                </a:lnTo>
                <a:lnTo>
                  <a:pt x="64668" y="8316"/>
                </a:lnTo>
                <a:lnTo>
                  <a:pt x="31003" y="31003"/>
                </a:lnTo>
                <a:lnTo>
                  <a:pt x="8316" y="64668"/>
                </a:lnTo>
                <a:lnTo>
                  <a:pt x="0" y="105918"/>
                </a:lnTo>
                <a:lnTo>
                  <a:pt x="0" y="529590"/>
                </a:lnTo>
                <a:lnTo>
                  <a:pt x="8316" y="570839"/>
                </a:lnTo>
                <a:lnTo>
                  <a:pt x="31003" y="604504"/>
                </a:lnTo>
                <a:lnTo>
                  <a:pt x="64668" y="627191"/>
                </a:lnTo>
                <a:lnTo>
                  <a:pt x="105918" y="635508"/>
                </a:lnTo>
                <a:lnTo>
                  <a:pt x="829818" y="635508"/>
                </a:lnTo>
                <a:lnTo>
                  <a:pt x="871067" y="627191"/>
                </a:lnTo>
                <a:lnTo>
                  <a:pt x="904732" y="604504"/>
                </a:lnTo>
                <a:lnTo>
                  <a:pt x="927419" y="570839"/>
                </a:lnTo>
                <a:lnTo>
                  <a:pt x="935736" y="529590"/>
                </a:lnTo>
                <a:lnTo>
                  <a:pt x="935736" y="105918"/>
                </a:lnTo>
                <a:lnTo>
                  <a:pt x="927419" y="64668"/>
                </a:lnTo>
                <a:lnTo>
                  <a:pt x="904732" y="31003"/>
                </a:lnTo>
                <a:lnTo>
                  <a:pt x="871067" y="8316"/>
                </a:lnTo>
                <a:lnTo>
                  <a:pt x="829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3224783" y="4017264"/>
            <a:ext cx="1295400" cy="635635"/>
            <a:chOff x="3224783" y="4017264"/>
            <a:chExt cx="1295400" cy="635635"/>
          </a:xfrm>
        </p:grpSpPr>
        <p:sp>
          <p:nvSpPr>
            <p:cNvPr id="16" name="object 16" descr=""/>
            <p:cNvSpPr/>
            <p:nvPr/>
          </p:nvSpPr>
          <p:spPr>
            <a:xfrm>
              <a:off x="3224783" y="4017264"/>
              <a:ext cx="935990" cy="635635"/>
            </a:xfrm>
            <a:custGeom>
              <a:avLst/>
              <a:gdLst/>
              <a:ahLst/>
              <a:cxnLst/>
              <a:rect l="l" t="t" r="r" b="b"/>
              <a:pathLst>
                <a:path w="935989" h="635635">
                  <a:moveTo>
                    <a:pt x="829818" y="0"/>
                  </a:moveTo>
                  <a:lnTo>
                    <a:pt x="105918" y="0"/>
                  </a:lnTo>
                  <a:lnTo>
                    <a:pt x="64668" y="8316"/>
                  </a:lnTo>
                  <a:lnTo>
                    <a:pt x="31003" y="31003"/>
                  </a:lnTo>
                  <a:lnTo>
                    <a:pt x="8316" y="64668"/>
                  </a:lnTo>
                  <a:lnTo>
                    <a:pt x="0" y="105918"/>
                  </a:lnTo>
                  <a:lnTo>
                    <a:pt x="0" y="529590"/>
                  </a:lnTo>
                  <a:lnTo>
                    <a:pt x="8316" y="570839"/>
                  </a:lnTo>
                  <a:lnTo>
                    <a:pt x="31003" y="604504"/>
                  </a:lnTo>
                  <a:lnTo>
                    <a:pt x="64668" y="627191"/>
                  </a:lnTo>
                  <a:lnTo>
                    <a:pt x="105918" y="635508"/>
                  </a:lnTo>
                  <a:lnTo>
                    <a:pt x="829818" y="635508"/>
                  </a:lnTo>
                  <a:lnTo>
                    <a:pt x="871067" y="627191"/>
                  </a:lnTo>
                  <a:lnTo>
                    <a:pt x="904732" y="604504"/>
                  </a:lnTo>
                  <a:lnTo>
                    <a:pt x="927419" y="570839"/>
                  </a:lnTo>
                  <a:lnTo>
                    <a:pt x="935736" y="529590"/>
                  </a:lnTo>
                  <a:lnTo>
                    <a:pt x="935736" y="105918"/>
                  </a:lnTo>
                  <a:lnTo>
                    <a:pt x="927419" y="64668"/>
                  </a:lnTo>
                  <a:lnTo>
                    <a:pt x="904732" y="31003"/>
                  </a:lnTo>
                  <a:lnTo>
                    <a:pt x="871067" y="8316"/>
                  </a:lnTo>
                  <a:lnTo>
                    <a:pt x="82981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2711" y="4107180"/>
              <a:ext cx="347472" cy="381000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4133115" y="2589332"/>
            <a:ext cx="243840" cy="530225"/>
            <a:chOff x="4133115" y="2589332"/>
            <a:chExt cx="243840" cy="530225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2478" y="2589332"/>
              <a:ext cx="153594" cy="2360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115" y="2869745"/>
              <a:ext cx="243784" cy="249775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3435350" y="2595499"/>
            <a:ext cx="67373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6535" algn="l"/>
              </a:tabLst>
            </a:pP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u="heavy" sz="8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Bluetooth</a:t>
            </a:r>
            <a:r>
              <a:rPr dirty="0" u="heavy" sz="800" spc="5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16535" algn="l"/>
                <a:tab pos="660400" algn="l"/>
              </a:tabLst>
            </a:pP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u="heavy" sz="8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Cellular</a:t>
            </a: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22" name="object 22" descr=""/>
          <p:cNvGraphicFramePr>
            <a:graphicFrameLocks noGrp="1"/>
          </p:cNvGraphicFramePr>
          <p:nvPr/>
        </p:nvGraphicFramePr>
        <p:xfrm>
          <a:off x="400811" y="3682746"/>
          <a:ext cx="4345305" cy="1259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4090"/>
                <a:gridCol w="324485"/>
                <a:gridCol w="251460"/>
                <a:gridCol w="1439544"/>
              </a:tblGrid>
              <a:tr h="2457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693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800" spc="-8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Item</a:t>
                      </a:r>
                      <a:r>
                        <a:rPr dirty="0" sz="800" spc="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boundary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571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25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8309" marR="124460" indent="-11176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090930" algn="l"/>
                          <a:tab pos="1338580" algn="l"/>
                          <a:tab pos="1437640" algn="l"/>
                          <a:tab pos="1631314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200">
                          <a:solidFill>
                            <a:srgbClr val="FFFF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	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Body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switch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		</a:t>
                      </a:r>
                      <a:r>
                        <a:rPr dirty="0" sz="1200" spc="-1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ECU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dirty="0" sz="1000" spc="-114" b="1">
                          <a:latin typeface="Arial"/>
                          <a:cs typeface="Arial"/>
                        </a:rPr>
                        <a:t>Headlamp</a:t>
                      </a:r>
                      <a:r>
                        <a:rPr dirty="0" sz="10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b="1">
                          <a:latin typeface="Arial"/>
                          <a:cs typeface="Arial"/>
                        </a:rPr>
                        <a:t>system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9525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marL="240029" marR="737235" indent="5016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2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Power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switch </a:t>
                      </a:r>
                      <a:r>
                        <a:rPr dirty="0" sz="1200" spc="-10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actuator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5730">
                    <a:lnR w="9525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</a:tr>
              <a:tr h="6115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9525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800" spc="-25">
                          <a:latin typeface="Arial MT"/>
                          <a:cs typeface="Arial MT"/>
                        </a:rPr>
                        <a:t>CAN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56515">
                    <a:lnT w="571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5730">
                    <a:lnR w="9525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  <p:sp>
        <p:nvSpPr>
          <p:cNvPr id="23" name="object 23" descr=""/>
          <p:cNvSpPr/>
          <p:nvPr/>
        </p:nvSpPr>
        <p:spPr>
          <a:xfrm>
            <a:off x="2974085" y="2998470"/>
            <a:ext cx="0" cy="330200"/>
          </a:xfrm>
          <a:custGeom>
            <a:avLst/>
            <a:gdLst/>
            <a:ahLst/>
            <a:cxnLst/>
            <a:rect l="l" t="t" r="r" b="b"/>
            <a:pathLst>
              <a:path w="0" h="330200">
                <a:moveTo>
                  <a:pt x="0" y="0"/>
                </a:moveTo>
                <a:lnTo>
                  <a:pt x="0" y="330200"/>
                </a:lnTo>
              </a:path>
            </a:pathLst>
          </a:custGeom>
          <a:ln w="533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5248402" y="2809494"/>
            <a:ext cx="11595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55">
                <a:latin typeface="Arial MT"/>
                <a:cs typeface="Arial MT"/>
              </a:rPr>
              <a:t>Headlamp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Switch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248402" y="3236468"/>
            <a:ext cx="4354195" cy="1092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90500" algn="l"/>
              </a:tabLst>
            </a:pPr>
            <a:r>
              <a:rPr dirty="0" sz="1400" spc="-140">
                <a:latin typeface="Arial MT"/>
                <a:cs typeface="Arial MT"/>
              </a:rPr>
              <a:t>Considered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function:</a:t>
            </a:r>
            <a:endParaRPr sz="1400">
              <a:latin typeface="Arial MT"/>
              <a:cs typeface="Arial MT"/>
            </a:endParaRPr>
          </a:p>
          <a:p>
            <a:pPr marL="190500" indent="-177800">
              <a:lnSpc>
                <a:spcPct val="100000"/>
              </a:lnSpc>
              <a:buFont typeface="Wingdings"/>
              <a:buChar char=""/>
              <a:tabLst>
                <a:tab pos="190500" algn="l"/>
              </a:tabLst>
            </a:pPr>
            <a:r>
              <a:rPr dirty="0" sz="1400" spc="-155">
                <a:latin typeface="Arial MT"/>
                <a:cs typeface="Arial MT"/>
              </a:rPr>
              <a:t>Use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power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switch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actuator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turn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head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lamp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75">
                <a:latin typeface="Arial MT"/>
                <a:cs typeface="Arial MT"/>
              </a:rPr>
              <a:t>OFF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ON</a:t>
            </a:r>
            <a:endParaRPr sz="1400">
              <a:latin typeface="Arial MT"/>
              <a:cs typeface="Arial MT"/>
            </a:endParaRPr>
          </a:p>
          <a:p>
            <a:pPr marL="190500" marR="5080" indent="-178435">
              <a:lnSpc>
                <a:spcPct val="100000"/>
              </a:lnSpc>
              <a:buFont typeface="Wingdings"/>
              <a:buChar char=""/>
              <a:tabLst>
                <a:tab pos="190500" algn="l"/>
              </a:tabLst>
            </a:pPr>
            <a:r>
              <a:rPr dirty="0" sz="1400" spc="-155">
                <a:latin typeface="Arial MT"/>
                <a:cs typeface="Arial MT"/>
              </a:rPr>
              <a:t>The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body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control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5">
                <a:latin typeface="Arial MT"/>
                <a:cs typeface="Arial MT"/>
              </a:rPr>
              <a:t>unit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sends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a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message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over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the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80">
                <a:latin typeface="Arial MT"/>
                <a:cs typeface="Arial MT"/>
              </a:rPr>
              <a:t>CAN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bus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35">
                <a:latin typeface="Arial MT"/>
                <a:cs typeface="Arial MT"/>
              </a:rPr>
              <a:t>the </a:t>
            </a:r>
            <a:r>
              <a:rPr dirty="0" sz="1400" spc="-150">
                <a:latin typeface="Arial MT"/>
                <a:cs typeface="Arial MT"/>
              </a:rPr>
              <a:t>Power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Switch</a:t>
            </a:r>
            <a:r>
              <a:rPr dirty="0" sz="1400" spc="-12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Actuator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of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the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65">
                <a:latin typeface="Arial MT"/>
                <a:cs typeface="Arial MT"/>
              </a:rPr>
              <a:t>Head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Lamp</a:t>
            </a:r>
            <a:endParaRPr sz="1400">
              <a:latin typeface="Arial MT"/>
              <a:cs typeface="Arial MT"/>
            </a:endParaRPr>
          </a:p>
          <a:p>
            <a:pPr marL="190500" indent="-177800">
              <a:lnSpc>
                <a:spcPct val="100000"/>
              </a:lnSpc>
              <a:buFont typeface="Wingdings"/>
              <a:buChar char=""/>
              <a:tabLst>
                <a:tab pos="190500" algn="l"/>
              </a:tabLst>
            </a:pPr>
            <a:r>
              <a:rPr dirty="0" sz="1400" spc="-150">
                <a:latin typeface="Arial MT"/>
                <a:cs typeface="Arial MT"/>
              </a:rPr>
              <a:t>Gateway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controls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access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to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the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85">
                <a:latin typeface="Arial MT"/>
                <a:cs typeface="Arial MT"/>
              </a:rPr>
              <a:t>CAN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bus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5">
                <a:latin typeface="Arial MT"/>
                <a:cs typeface="Arial MT"/>
              </a:rPr>
              <a:t>for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other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ECUs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411734" y="5347334"/>
          <a:ext cx="4910455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8915"/>
                <a:gridCol w="1332230"/>
                <a:gridCol w="946150"/>
                <a:gridCol w="1067435"/>
              </a:tblGrid>
              <a:tr h="288290">
                <a:tc>
                  <a:txBody>
                    <a:bodyPr/>
                    <a:lstStyle/>
                    <a:p>
                      <a:pPr algn="ctr"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Confidentiality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Integrity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Availability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marL="91440" marR="2381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200" spc="-114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0">
                          <a:latin typeface="Arial MT"/>
                          <a:cs typeface="Arial MT"/>
                        </a:rPr>
                        <a:t>communication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(lamp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request)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-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7" name="object 2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17627" y="171830"/>
              <a:ext cx="634365" cy="186055"/>
            </a:xfrm>
            <a:custGeom>
              <a:avLst/>
              <a:gdLst/>
              <a:ahLst/>
              <a:cxnLst/>
              <a:rect l="l" t="t" r="r" b="b"/>
              <a:pathLst>
                <a:path w="634365" h="186054">
                  <a:moveTo>
                    <a:pt x="566801" y="0"/>
                  </a:moveTo>
                  <a:lnTo>
                    <a:pt x="532142" y="0"/>
                  </a:lnTo>
                  <a:lnTo>
                    <a:pt x="465543" y="185674"/>
                  </a:lnTo>
                  <a:lnTo>
                    <a:pt x="492607" y="185674"/>
                  </a:lnTo>
                  <a:lnTo>
                    <a:pt x="511327" y="132842"/>
                  </a:lnTo>
                  <a:lnTo>
                    <a:pt x="615003" y="132842"/>
                  </a:lnTo>
                  <a:lnTo>
                    <a:pt x="606662" y="109854"/>
                  </a:lnTo>
                  <a:lnTo>
                    <a:pt x="518071" y="109854"/>
                  </a:lnTo>
                  <a:lnTo>
                    <a:pt x="549224" y="23622"/>
                  </a:lnTo>
                  <a:lnTo>
                    <a:pt x="575372" y="23622"/>
                  </a:lnTo>
                  <a:lnTo>
                    <a:pt x="566801" y="0"/>
                  </a:lnTo>
                  <a:close/>
                </a:path>
                <a:path w="634365" h="186054">
                  <a:moveTo>
                    <a:pt x="615003" y="132842"/>
                  </a:moveTo>
                  <a:lnTo>
                    <a:pt x="587616" y="132842"/>
                  </a:lnTo>
                  <a:lnTo>
                    <a:pt x="606844" y="185674"/>
                  </a:lnTo>
                  <a:lnTo>
                    <a:pt x="634174" y="185674"/>
                  </a:lnTo>
                  <a:lnTo>
                    <a:pt x="615003" y="132842"/>
                  </a:lnTo>
                  <a:close/>
                </a:path>
                <a:path w="634365" h="186054">
                  <a:moveTo>
                    <a:pt x="575372" y="23622"/>
                  </a:moveTo>
                  <a:lnTo>
                    <a:pt x="549224" y="23622"/>
                  </a:lnTo>
                  <a:lnTo>
                    <a:pt x="580644" y="109854"/>
                  </a:lnTo>
                  <a:lnTo>
                    <a:pt x="606662" y="109854"/>
                  </a:lnTo>
                  <a:lnTo>
                    <a:pt x="575372" y="23622"/>
                  </a:lnTo>
                  <a:close/>
                </a:path>
                <a:path w="634365" h="186054">
                  <a:moveTo>
                    <a:pt x="83235" y="22860"/>
                  </a:moveTo>
                  <a:lnTo>
                    <a:pt x="57188" y="22860"/>
                  </a:lnTo>
                  <a:lnTo>
                    <a:pt x="57188" y="185674"/>
                  </a:lnTo>
                  <a:lnTo>
                    <a:pt x="83235" y="185674"/>
                  </a:lnTo>
                  <a:lnTo>
                    <a:pt x="83235" y="22860"/>
                  </a:lnTo>
                  <a:close/>
                </a:path>
                <a:path w="634365" h="186054">
                  <a:moveTo>
                    <a:pt x="240665" y="0"/>
                  </a:moveTo>
                  <a:lnTo>
                    <a:pt x="206006" y="0"/>
                  </a:lnTo>
                  <a:lnTo>
                    <a:pt x="139407" y="185674"/>
                  </a:lnTo>
                  <a:lnTo>
                    <a:pt x="166471" y="185674"/>
                  </a:lnTo>
                  <a:lnTo>
                    <a:pt x="185191" y="132842"/>
                  </a:lnTo>
                  <a:lnTo>
                    <a:pt x="288867" y="132842"/>
                  </a:lnTo>
                  <a:lnTo>
                    <a:pt x="280526" y="109854"/>
                  </a:lnTo>
                  <a:lnTo>
                    <a:pt x="191935" y="109854"/>
                  </a:lnTo>
                  <a:lnTo>
                    <a:pt x="223088" y="23622"/>
                  </a:lnTo>
                  <a:lnTo>
                    <a:pt x="249236" y="23622"/>
                  </a:lnTo>
                  <a:lnTo>
                    <a:pt x="240665" y="0"/>
                  </a:lnTo>
                  <a:close/>
                </a:path>
                <a:path w="634365" h="186054">
                  <a:moveTo>
                    <a:pt x="288867" y="132842"/>
                  </a:moveTo>
                  <a:lnTo>
                    <a:pt x="261480" y="132842"/>
                  </a:lnTo>
                  <a:lnTo>
                    <a:pt x="280708" y="185674"/>
                  </a:lnTo>
                  <a:lnTo>
                    <a:pt x="308038" y="185674"/>
                  </a:lnTo>
                  <a:lnTo>
                    <a:pt x="288867" y="132842"/>
                  </a:lnTo>
                  <a:close/>
                </a:path>
                <a:path w="634365" h="186054">
                  <a:moveTo>
                    <a:pt x="249236" y="23622"/>
                  </a:moveTo>
                  <a:lnTo>
                    <a:pt x="223088" y="23622"/>
                  </a:lnTo>
                  <a:lnTo>
                    <a:pt x="254508" y="109854"/>
                  </a:lnTo>
                  <a:lnTo>
                    <a:pt x="280526" y="109854"/>
                  </a:lnTo>
                  <a:lnTo>
                    <a:pt x="249236" y="23622"/>
                  </a:lnTo>
                  <a:close/>
                </a:path>
                <a:path w="634365" h="186054">
                  <a:moveTo>
                    <a:pt x="14042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423" y="22860"/>
                  </a:lnTo>
                  <a:lnTo>
                    <a:pt x="140423" y="0"/>
                  </a:lnTo>
                  <a:close/>
                </a:path>
                <a:path w="634365" h="186054">
                  <a:moveTo>
                    <a:pt x="391020" y="0"/>
                  </a:moveTo>
                  <a:lnTo>
                    <a:pt x="326301" y="0"/>
                  </a:lnTo>
                  <a:lnTo>
                    <a:pt x="326301" y="185674"/>
                  </a:lnTo>
                  <a:lnTo>
                    <a:pt x="352374" y="185674"/>
                  </a:lnTo>
                  <a:lnTo>
                    <a:pt x="352374" y="109347"/>
                  </a:lnTo>
                  <a:lnTo>
                    <a:pt x="420894" y="109347"/>
                  </a:lnTo>
                  <a:lnTo>
                    <a:pt x="418782" y="105028"/>
                  </a:lnTo>
                  <a:lnTo>
                    <a:pt x="425182" y="102600"/>
                  </a:lnTo>
                  <a:lnTo>
                    <a:pt x="430990" y="99504"/>
                  </a:lnTo>
                  <a:lnTo>
                    <a:pt x="436202" y="95742"/>
                  </a:lnTo>
                  <a:lnTo>
                    <a:pt x="440816" y="91313"/>
                  </a:lnTo>
                  <a:lnTo>
                    <a:pt x="444142" y="86995"/>
                  </a:lnTo>
                  <a:lnTo>
                    <a:pt x="352374" y="86995"/>
                  </a:lnTo>
                  <a:lnTo>
                    <a:pt x="352374" y="22860"/>
                  </a:lnTo>
                  <a:lnTo>
                    <a:pt x="446468" y="22860"/>
                  </a:lnTo>
                  <a:lnTo>
                    <a:pt x="444958" y="20058"/>
                  </a:lnTo>
                  <a:lnTo>
                    <a:pt x="437934" y="12700"/>
                  </a:lnTo>
                  <a:lnTo>
                    <a:pt x="428987" y="7125"/>
                  </a:lnTo>
                  <a:lnTo>
                    <a:pt x="418187" y="3159"/>
                  </a:lnTo>
                  <a:lnTo>
                    <a:pt x="405531" y="787"/>
                  </a:lnTo>
                  <a:lnTo>
                    <a:pt x="391020" y="0"/>
                  </a:lnTo>
                  <a:close/>
                </a:path>
                <a:path w="634365" h="186054">
                  <a:moveTo>
                    <a:pt x="420894" y="109347"/>
                  </a:moveTo>
                  <a:lnTo>
                    <a:pt x="393395" y="109347"/>
                  </a:lnTo>
                  <a:lnTo>
                    <a:pt x="431088" y="185674"/>
                  </a:lnTo>
                  <a:lnTo>
                    <a:pt x="458228" y="185674"/>
                  </a:lnTo>
                  <a:lnTo>
                    <a:pt x="420894" y="109347"/>
                  </a:lnTo>
                  <a:close/>
                </a:path>
                <a:path w="634365" h="186054">
                  <a:moveTo>
                    <a:pt x="446468" y="22860"/>
                  </a:moveTo>
                  <a:lnTo>
                    <a:pt x="391769" y="22860"/>
                  </a:lnTo>
                  <a:lnTo>
                    <a:pt x="400075" y="23334"/>
                  </a:lnTo>
                  <a:lnTo>
                    <a:pt x="407254" y="24749"/>
                  </a:lnTo>
                  <a:lnTo>
                    <a:pt x="413304" y="27092"/>
                  </a:lnTo>
                  <a:lnTo>
                    <a:pt x="418223" y="30352"/>
                  </a:lnTo>
                  <a:lnTo>
                    <a:pt x="424014" y="35305"/>
                  </a:lnTo>
                  <a:lnTo>
                    <a:pt x="426923" y="43307"/>
                  </a:lnTo>
                  <a:lnTo>
                    <a:pt x="426923" y="54101"/>
                  </a:lnTo>
                  <a:lnTo>
                    <a:pt x="426356" y="62555"/>
                  </a:lnTo>
                  <a:lnTo>
                    <a:pt x="424656" y="69627"/>
                  </a:lnTo>
                  <a:lnTo>
                    <a:pt x="421929" y="75104"/>
                  </a:lnTo>
                  <a:lnTo>
                    <a:pt x="421822" y="75318"/>
                  </a:lnTo>
                  <a:lnTo>
                    <a:pt x="391769" y="86995"/>
                  </a:lnTo>
                  <a:lnTo>
                    <a:pt x="444142" y="86995"/>
                  </a:lnTo>
                  <a:lnTo>
                    <a:pt x="446577" y="83833"/>
                  </a:lnTo>
                  <a:lnTo>
                    <a:pt x="450591" y="75318"/>
                  </a:lnTo>
                  <a:lnTo>
                    <a:pt x="450692" y="75104"/>
                  </a:lnTo>
                  <a:lnTo>
                    <a:pt x="453163" y="65113"/>
                  </a:lnTo>
                  <a:lnTo>
                    <a:pt x="453968" y="54101"/>
                  </a:lnTo>
                  <a:lnTo>
                    <a:pt x="453986" y="53848"/>
                  </a:lnTo>
                  <a:lnTo>
                    <a:pt x="452984" y="40632"/>
                  </a:lnTo>
                  <a:lnTo>
                    <a:pt x="449975" y="29368"/>
                  </a:lnTo>
                  <a:lnTo>
                    <a:pt x="44646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8131" y="171830"/>
              <a:ext cx="2086660" cy="244221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9654" y="614526"/>
            <a:ext cx="6231890" cy="15017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95">
                <a:latin typeface="Arial MT"/>
                <a:cs typeface="Arial MT"/>
              </a:rPr>
              <a:t>Damage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scenario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can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include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Relation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between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functionality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item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adverse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consequence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Description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harm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road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user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and/or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Relevant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assets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505455" y="2636520"/>
            <a:ext cx="935990" cy="361315"/>
          </a:xfrm>
          <a:custGeom>
            <a:avLst/>
            <a:gdLst/>
            <a:ahLst/>
            <a:cxnLst/>
            <a:rect l="l" t="t" r="r" b="b"/>
            <a:pathLst>
              <a:path w="935989" h="361314">
                <a:moveTo>
                  <a:pt x="875538" y="0"/>
                </a:moveTo>
                <a:lnTo>
                  <a:pt x="60198" y="0"/>
                </a:lnTo>
                <a:lnTo>
                  <a:pt x="36754" y="4726"/>
                </a:lnTo>
                <a:lnTo>
                  <a:pt x="17621" y="17621"/>
                </a:lnTo>
                <a:lnTo>
                  <a:pt x="4726" y="36754"/>
                </a:lnTo>
                <a:lnTo>
                  <a:pt x="0" y="60197"/>
                </a:lnTo>
                <a:lnTo>
                  <a:pt x="0" y="300989"/>
                </a:lnTo>
                <a:lnTo>
                  <a:pt x="4726" y="324433"/>
                </a:lnTo>
                <a:lnTo>
                  <a:pt x="17621" y="343566"/>
                </a:lnTo>
                <a:lnTo>
                  <a:pt x="36754" y="356461"/>
                </a:lnTo>
                <a:lnTo>
                  <a:pt x="60198" y="361188"/>
                </a:lnTo>
                <a:lnTo>
                  <a:pt x="875538" y="361188"/>
                </a:lnTo>
                <a:lnTo>
                  <a:pt x="898981" y="356461"/>
                </a:lnTo>
                <a:lnTo>
                  <a:pt x="918114" y="343566"/>
                </a:lnTo>
                <a:lnTo>
                  <a:pt x="931009" y="324433"/>
                </a:lnTo>
                <a:lnTo>
                  <a:pt x="935735" y="300989"/>
                </a:lnTo>
                <a:lnTo>
                  <a:pt x="935735" y="60197"/>
                </a:lnTo>
                <a:lnTo>
                  <a:pt x="931009" y="36754"/>
                </a:lnTo>
                <a:lnTo>
                  <a:pt x="918114" y="17621"/>
                </a:lnTo>
                <a:lnTo>
                  <a:pt x="898981" y="4726"/>
                </a:lnTo>
                <a:lnTo>
                  <a:pt x="87553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664079" y="2618994"/>
            <a:ext cx="617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165" marR="5080" indent="-1651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Arial MT"/>
                <a:cs typeface="Arial MT"/>
              </a:rPr>
              <a:t>Navigation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ECU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505455" y="3326891"/>
            <a:ext cx="935990" cy="360045"/>
          </a:xfrm>
          <a:custGeom>
            <a:avLst/>
            <a:gdLst/>
            <a:ahLst/>
            <a:cxnLst/>
            <a:rect l="l" t="t" r="r" b="b"/>
            <a:pathLst>
              <a:path w="935989" h="360045">
                <a:moveTo>
                  <a:pt x="875792" y="0"/>
                </a:moveTo>
                <a:lnTo>
                  <a:pt x="59943" y="0"/>
                </a:lnTo>
                <a:lnTo>
                  <a:pt x="36593" y="4704"/>
                </a:lnTo>
                <a:lnTo>
                  <a:pt x="17541" y="17541"/>
                </a:lnTo>
                <a:lnTo>
                  <a:pt x="4704" y="36593"/>
                </a:lnTo>
                <a:lnTo>
                  <a:pt x="0" y="59944"/>
                </a:lnTo>
                <a:lnTo>
                  <a:pt x="0" y="299720"/>
                </a:lnTo>
                <a:lnTo>
                  <a:pt x="4704" y="323070"/>
                </a:lnTo>
                <a:lnTo>
                  <a:pt x="17541" y="342122"/>
                </a:lnTo>
                <a:lnTo>
                  <a:pt x="36593" y="354959"/>
                </a:lnTo>
                <a:lnTo>
                  <a:pt x="59943" y="359664"/>
                </a:lnTo>
                <a:lnTo>
                  <a:pt x="875792" y="359664"/>
                </a:lnTo>
                <a:lnTo>
                  <a:pt x="899142" y="354959"/>
                </a:lnTo>
                <a:lnTo>
                  <a:pt x="918194" y="342122"/>
                </a:lnTo>
                <a:lnTo>
                  <a:pt x="931031" y="323070"/>
                </a:lnTo>
                <a:lnTo>
                  <a:pt x="935735" y="299720"/>
                </a:lnTo>
                <a:lnTo>
                  <a:pt x="935735" y="59944"/>
                </a:lnTo>
                <a:lnTo>
                  <a:pt x="931031" y="36593"/>
                </a:lnTo>
                <a:lnTo>
                  <a:pt x="918194" y="17541"/>
                </a:lnTo>
                <a:lnTo>
                  <a:pt x="899142" y="4704"/>
                </a:lnTo>
                <a:lnTo>
                  <a:pt x="87579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713101" y="3309365"/>
            <a:ext cx="52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dirty="0" sz="1200" spc="-130">
                <a:solidFill>
                  <a:srgbClr val="FFFFFF"/>
                </a:solidFill>
                <a:latin typeface="Arial MT"/>
                <a:cs typeface="Arial MT"/>
              </a:rPr>
              <a:t>Gateway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ECU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60831" y="4017264"/>
            <a:ext cx="935990" cy="635635"/>
          </a:xfrm>
          <a:custGeom>
            <a:avLst/>
            <a:gdLst/>
            <a:ahLst/>
            <a:cxnLst/>
            <a:rect l="l" t="t" r="r" b="b"/>
            <a:pathLst>
              <a:path w="935990" h="635635">
                <a:moveTo>
                  <a:pt x="829818" y="0"/>
                </a:moveTo>
                <a:lnTo>
                  <a:pt x="105918" y="0"/>
                </a:lnTo>
                <a:lnTo>
                  <a:pt x="64690" y="8316"/>
                </a:lnTo>
                <a:lnTo>
                  <a:pt x="31022" y="31003"/>
                </a:lnTo>
                <a:lnTo>
                  <a:pt x="8323" y="64668"/>
                </a:lnTo>
                <a:lnTo>
                  <a:pt x="0" y="105918"/>
                </a:lnTo>
                <a:lnTo>
                  <a:pt x="0" y="529590"/>
                </a:lnTo>
                <a:lnTo>
                  <a:pt x="8323" y="570839"/>
                </a:lnTo>
                <a:lnTo>
                  <a:pt x="31022" y="604504"/>
                </a:lnTo>
                <a:lnTo>
                  <a:pt x="64690" y="627191"/>
                </a:lnTo>
                <a:lnTo>
                  <a:pt x="105918" y="635508"/>
                </a:lnTo>
                <a:lnTo>
                  <a:pt x="829818" y="635508"/>
                </a:lnTo>
                <a:lnTo>
                  <a:pt x="871067" y="627191"/>
                </a:lnTo>
                <a:lnTo>
                  <a:pt x="904732" y="604504"/>
                </a:lnTo>
                <a:lnTo>
                  <a:pt x="927419" y="570839"/>
                </a:lnTo>
                <a:lnTo>
                  <a:pt x="935736" y="529590"/>
                </a:lnTo>
                <a:lnTo>
                  <a:pt x="935736" y="105918"/>
                </a:lnTo>
                <a:lnTo>
                  <a:pt x="927419" y="64668"/>
                </a:lnTo>
                <a:lnTo>
                  <a:pt x="904732" y="31003"/>
                </a:lnTo>
                <a:lnTo>
                  <a:pt x="871067" y="8316"/>
                </a:lnTo>
                <a:lnTo>
                  <a:pt x="829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712976" y="4017264"/>
            <a:ext cx="935990" cy="635635"/>
          </a:xfrm>
          <a:custGeom>
            <a:avLst/>
            <a:gdLst/>
            <a:ahLst/>
            <a:cxnLst/>
            <a:rect l="l" t="t" r="r" b="b"/>
            <a:pathLst>
              <a:path w="935989" h="635635">
                <a:moveTo>
                  <a:pt x="829818" y="0"/>
                </a:moveTo>
                <a:lnTo>
                  <a:pt x="105918" y="0"/>
                </a:lnTo>
                <a:lnTo>
                  <a:pt x="64668" y="8316"/>
                </a:lnTo>
                <a:lnTo>
                  <a:pt x="31003" y="31003"/>
                </a:lnTo>
                <a:lnTo>
                  <a:pt x="8316" y="64668"/>
                </a:lnTo>
                <a:lnTo>
                  <a:pt x="0" y="105918"/>
                </a:lnTo>
                <a:lnTo>
                  <a:pt x="0" y="529590"/>
                </a:lnTo>
                <a:lnTo>
                  <a:pt x="8316" y="570839"/>
                </a:lnTo>
                <a:lnTo>
                  <a:pt x="31003" y="604504"/>
                </a:lnTo>
                <a:lnTo>
                  <a:pt x="64668" y="627191"/>
                </a:lnTo>
                <a:lnTo>
                  <a:pt x="105918" y="635508"/>
                </a:lnTo>
                <a:lnTo>
                  <a:pt x="829818" y="635508"/>
                </a:lnTo>
                <a:lnTo>
                  <a:pt x="871067" y="627191"/>
                </a:lnTo>
                <a:lnTo>
                  <a:pt x="904732" y="604504"/>
                </a:lnTo>
                <a:lnTo>
                  <a:pt x="927419" y="570839"/>
                </a:lnTo>
                <a:lnTo>
                  <a:pt x="935736" y="529590"/>
                </a:lnTo>
                <a:lnTo>
                  <a:pt x="935736" y="105918"/>
                </a:lnTo>
                <a:lnTo>
                  <a:pt x="927419" y="64668"/>
                </a:lnTo>
                <a:lnTo>
                  <a:pt x="904732" y="31003"/>
                </a:lnTo>
                <a:lnTo>
                  <a:pt x="871067" y="8316"/>
                </a:lnTo>
                <a:lnTo>
                  <a:pt x="829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3224783" y="4017264"/>
            <a:ext cx="1295400" cy="635635"/>
            <a:chOff x="3224783" y="4017264"/>
            <a:chExt cx="1295400" cy="635635"/>
          </a:xfrm>
        </p:grpSpPr>
        <p:sp>
          <p:nvSpPr>
            <p:cNvPr id="17" name="object 17" descr=""/>
            <p:cNvSpPr/>
            <p:nvPr/>
          </p:nvSpPr>
          <p:spPr>
            <a:xfrm>
              <a:off x="3224783" y="4017264"/>
              <a:ext cx="935990" cy="635635"/>
            </a:xfrm>
            <a:custGeom>
              <a:avLst/>
              <a:gdLst/>
              <a:ahLst/>
              <a:cxnLst/>
              <a:rect l="l" t="t" r="r" b="b"/>
              <a:pathLst>
                <a:path w="935989" h="635635">
                  <a:moveTo>
                    <a:pt x="829818" y="0"/>
                  </a:moveTo>
                  <a:lnTo>
                    <a:pt x="105918" y="0"/>
                  </a:lnTo>
                  <a:lnTo>
                    <a:pt x="64668" y="8316"/>
                  </a:lnTo>
                  <a:lnTo>
                    <a:pt x="31003" y="31003"/>
                  </a:lnTo>
                  <a:lnTo>
                    <a:pt x="8316" y="64668"/>
                  </a:lnTo>
                  <a:lnTo>
                    <a:pt x="0" y="105918"/>
                  </a:lnTo>
                  <a:lnTo>
                    <a:pt x="0" y="529590"/>
                  </a:lnTo>
                  <a:lnTo>
                    <a:pt x="8316" y="570839"/>
                  </a:lnTo>
                  <a:lnTo>
                    <a:pt x="31003" y="604504"/>
                  </a:lnTo>
                  <a:lnTo>
                    <a:pt x="64668" y="627191"/>
                  </a:lnTo>
                  <a:lnTo>
                    <a:pt x="105918" y="635508"/>
                  </a:lnTo>
                  <a:lnTo>
                    <a:pt x="829818" y="635508"/>
                  </a:lnTo>
                  <a:lnTo>
                    <a:pt x="871067" y="627191"/>
                  </a:lnTo>
                  <a:lnTo>
                    <a:pt x="904732" y="604504"/>
                  </a:lnTo>
                  <a:lnTo>
                    <a:pt x="927419" y="570839"/>
                  </a:lnTo>
                  <a:lnTo>
                    <a:pt x="935736" y="529590"/>
                  </a:lnTo>
                  <a:lnTo>
                    <a:pt x="935736" y="105918"/>
                  </a:lnTo>
                  <a:lnTo>
                    <a:pt x="927419" y="64668"/>
                  </a:lnTo>
                  <a:lnTo>
                    <a:pt x="904732" y="31003"/>
                  </a:lnTo>
                  <a:lnTo>
                    <a:pt x="871067" y="8316"/>
                  </a:lnTo>
                  <a:lnTo>
                    <a:pt x="82981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2711" y="4107180"/>
              <a:ext cx="347472" cy="381000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4133115" y="2589332"/>
            <a:ext cx="243840" cy="530225"/>
            <a:chOff x="4133115" y="2589332"/>
            <a:chExt cx="243840" cy="530225"/>
          </a:xfrm>
        </p:grpSpPr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2478" y="2589332"/>
              <a:ext cx="153594" cy="2360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115" y="2869745"/>
              <a:ext cx="243784" cy="249775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3435350" y="2595499"/>
            <a:ext cx="67373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6535" algn="l"/>
              </a:tabLst>
            </a:pP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u="heavy" sz="8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Bluetooth</a:t>
            </a:r>
            <a:r>
              <a:rPr dirty="0" u="heavy" sz="800" spc="5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16535" algn="l"/>
                <a:tab pos="660400" algn="l"/>
              </a:tabLst>
            </a:pP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u="heavy" sz="8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Cellular</a:t>
            </a: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400811" y="3682746"/>
          <a:ext cx="4345305" cy="1259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4090"/>
                <a:gridCol w="324485"/>
                <a:gridCol w="251460"/>
                <a:gridCol w="1439544"/>
              </a:tblGrid>
              <a:tr h="2457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693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800" spc="-8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Item</a:t>
                      </a:r>
                      <a:r>
                        <a:rPr dirty="0" sz="800" spc="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boundary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571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25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8309" marR="124460" indent="-11176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090930" algn="l"/>
                          <a:tab pos="1338580" algn="l"/>
                          <a:tab pos="1437640" algn="l"/>
                          <a:tab pos="1631314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200">
                          <a:solidFill>
                            <a:srgbClr val="FFFF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	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Body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switch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		</a:t>
                      </a:r>
                      <a:r>
                        <a:rPr dirty="0" sz="1200" spc="-1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ECU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dirty="0" sz="1000" spc="-114" b="1">
                          <a:latin typeface="Arial"/>
                          <a:cs typeface="Arial"/>
                        </a:rPr>
                        <a:t>Headlamp</a:t>
                      </a:r>
                      <a:r>
                        <a:rPr dirty="0" sz="10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b="1">
                          <a:latin typeface="Arial"/>
                          <a:cs typeface="Arial"/>
                        </a:rPr>
                        <a:t>system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9525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marL="240029" marR="737235" indent="5016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2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Power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switch </a:t>
                      </a:r>
                      <a:r>
                        <a:rPr dirty="0" sz="1200" spc="-10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actuator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5730">
                    <a:lnR w="9525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</a:tr>
              <a:tr h="6115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9525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800" spc="-25">
                          <a:latin typeface="Arial MT"/>
                          <a:cs typeface="Arial MT"/>
                        </a:rPr>
                        <a:t>CAN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56515">
                    <a:lnT w="571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5730">
                    <a:lnR w="9525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  <p:sp>
        <p:nvSpPr>
          <p:cNvPr id="24" name="object 24" descr=""/>
          <p:cNvSpPr/>
          <p:nvPr/>
        </p:nvSpPr>
        <p:spPr>
          <a:xfrm>
            <a:off x="2974085" y="2998470"/>
            <a:ext cx="0" cy="330200"/>
          </a:xfrm>
          <a:custGeom>
            <a:avLst/>
            <a:gdLst/>
            <a:ahLst/>
            <a:cxnLst/>
            <a:rect l="l" t="t" r="r" b="b"/>
            <a:pathLst>
              <a:path w="0" h="330200">
                <a:moveTo>
                  <a:pt x="0" y="0"/>
                </a:moveTo>
                <a:lnTo>
                  <a:pt x="0" y="330200"/>
                </a:lnTo>
              </a:path>
            </a:pathLst>
          </a:custGeom>
          <a:ln w="533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 descr=""/>
          <p:cNvGraphicFramePr>
            <a:graphicFrameLocks noGrp="1"/>
          </p:cNvGraphicFramePr>
          <p:nvPr/>
        </p:nvGraphicFramePr>
        <p:xfrm>
          <a:off x="410146" y="5102986"/>
          <a:ext cx="9090025" cy="119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1152525"/>
                <a:gridCol w="1080770"/>
                <a:gridCol w="1080770"/>
                <a:gridCol w="4249420"/>
              </a:tblGrid>
              <a:tr h="29146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Confidentiality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Integrity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Availability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Damage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scenario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45021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14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communication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200" spc="-114">
                          <a:latin typeface="Arial MT"/>
                          <a:cs typeface="Arial MT"/>
                        </a:rPr>
                        <a:t>(lamp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request)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-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-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14">
                          <a:latin typeface="Arial MT"/>
                          <a:cs typeface="Arial MT"/>
                        </a:rPr>
                        <a:t>Vehicle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cannot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driven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5">
                          <a:latin typeface="Arial MT"/>
                          <a:cs typeface="Arial MT"/>
                        </a:rPr>
                        <a:t>night,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because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was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00">
                          <a:latin typeface="Arial MT"/>
                          <a:cs typeface="Arial MT"/>
                        </a:rPr>
                        <a:t>inhibited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while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parked.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-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-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962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105">
                          <a:latin typeface="Arial MT"/>
                          <a:cs typeface="Arial MT"/>
                        </a:rPr>
                        <a:t>Front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5">
                          <a:latin typeface="Arial MT"/>
                          <a:cs typeface="Arial MT"/>
                        </a:rPr>
                        <a:t>collision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narrow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stationary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object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0"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0">
                          <a:latin typeface="Arial MT"/>
                          <a:cs typeface="Arial MT"/>
                        </a:rPr>
                        <a:t>unintended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turning-</a:t>
                      </a:r>
                      <a:r>
                        <a:rPr dirty="0" sz="1200" spc="-90">
                          <a:latin typeface="Arial MT"/>
                          <a:cs typeface="Arial MT"/>
                        </a:rPr>
                        <a:t>off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night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driving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35">
                          <a:latin typeface="Arial MT"/>
                          <a:cs typeface="Arial MT"/>
                        </a:rPr>
                        <a:t>medium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speed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6" name="object 2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17627" y="171830"/>
              <a:ext cx="634365" cy="186055"/>
            </a:xfrm>
            <a:custGeom>
              <a:avLst/>
              <a:gdLst/>
              <a:ahLst/>
              <a:cxnLst/>
              <a:rect l="l" t="t" r="r" b="b"/>
              <a:pathLst>
                <a:path w="634365" h="186054">
                  <a:moveTo>
                    <a:pt x="566801" y="0"/>
                  </a:moveTo>
                  <a:lnTo>
                    <a:pt x="532142" y="0"/>
                  </a:lnTo>
                  <a:lnTo>
                    <a:pt x="465543" y="185674"/>
                  </a:lnTo>
                  <a:lnTo>
                    <a:pt x="492607" y="185674"/>
                  </a:lnTo>
                  <a:lnTo>
                    <a:pt x="511327" y="132842"/>
                  </a:lnTo>
                  <a:lnTo>
                    <a:pt x="615003" y="132842"/>
                  </a:lnTo>
                  <a:lnTo>
                    <a:pt x="606662" y="109854"/>
                  </a:lnTo>
                  <a:lnTo>
                    <a:pt x="518071" y="109854"/>
                  </a:lnTo>
                  <a:lnTo>
                    <a:pt x="549224" y="23622"/>
                  </a:lnTo>
                  <a:lnTo>
                    <a:pt x="575372" y="23622"/>
                  </a:lnTo>
                  <a:lnTo>
                    <a:pt x="566801" y="0"/>
                  </a:lnTo>
                  <a:close/>
                </a:path>
                <a:path w="634365" h="186054">
                  <a:moveTo>
                    <a:pt x="615003" y="132842"/>
                  </a:moveTo>
                  <a:lnTo>
                    <a:pt x="587616" y="132842"/>
                  </a:lnTo>
                  <a:lnTo>
                    <a:pt x="606844" y="185674"/>
                  </a:lnTo>
                  <a:lnTo>
                    <a:pt x="634174" y="185674"/>
                  </a:lnTo>
                  <a:lnTo>
                    <a:pt x="615003" y="132842"/>
                  </a:lnTo>
                  <a:close/>
                </a:path>
                <a:path w="634365" h="186054">
                  <a:moveTo>
                    <a:pt x="575372" y="23622"/>
                  </a:moveTo>
                  <a:lnTo>
                    <a:pt x="549224" y="23622"/>
                  </a:lnTo>
                  <a:lnTo>
                    <a:pt x="580644" y="109854"/>
                  </a:lnTo>
                  <a:lnTo>
                    <a:pt x="606662" y="109854"/>
                  </a:lnTo>
                  <a:lnTo>
                    <a:pt x="575372" y="23622"/>
                  </a:lnTo>
                  <a:close/>
                </a:path>
                <a:path w="634365" h="186054">
                  <a:moveTo>
                    <a:pt x="83235" y="22860"/>
                  </a:moveTo>
                  <a:lnTo>
                    <a:pt x="57188" y="22860"/>
                  </a:lnTo>
                  <a:lnTo>
                    <a:pt x="57188" y="185674"/>
                  </a:lnTo>
                  <a:lnTo>
                    <a:pt x="83235" y="185674"/>
                  </a:lnTo>
                  <a:lnTo>
                    <a:pt x="83235" y="22860"/>
                  </a:lnTo>
                  <a:close/>
                </a:path>
                <a:path w="634365" h="186054">
                  <a:moveTo>
                    <a:pt x="240665" y="0"/>
                  </a:moveTo>
                  <a:lnTo>
                    <a:pt x="206006" y="0"/>
                  </a:lnTo>
                  <a:lnTo>
                    <a:pt x="139407" y="185674"/>
                  </a:lnTo>
                  <a:lnTo>
                    <a:pt x="166471" y="185674"/>
                  </a:lnTo>
                  <a:lnTo>
                    <a:pt x="185191" y="132842"/>
                  </a:lnTo>
                  <a:lnTo>
                    <a:pt x="288867" y="132842"/>
                  </a:lnTo>
                  <a:lnTo>
                    <a:pt x="280526" y="109854"/>
                  </a:lnTo>
                  <a:lnTo>
                    <a:pt x="191935" y="109854"/>
                  </a:lnTo>
                  <a:lnTo>
                    <a:pt x="223088" y="23622"/>
                  </a:lnTo>
                  <a:lnTo>
                    <a:pt x="249236" y="23622"/>
                  </a:lnTo>
                  <a:lnTo>
                    <a:pt x="240665" y="0"/>
                  </a:lnTo>
                  <a:close/>
                </a:path>
                <a:path w="634365" h="186054">
                  <a:moveTo>
                    <a:pt x="288867" y="132842"/>
                  </a:moveTo>
                  <a:lnTo>
                    <a:pt x="261480" y="132842"/>
                  </a:lnTo>
                  <a:lnTo>
                    <a:pt x="280708" y="185674"/>
                  </a:lnTo>
                  <a:lnTo>
                    <a:pt x="308038" y="185674"/>
                  </a:lnTo>
                  <a:lnTo>
                    <a:pt x="288867" y="132842"/>
                  </a:lnTo>
                  <a:close/>
                </a:path>
                <a:path w="634365" h="186054">
                  <a:moveTo>
                    <a:pt x="249236" y="23622"/>
                  </a:moveTo>
                  <a:lnTo>
                    <a:pt x="223088" y="23622"/>
                  </a:lnTo>
                  <a:lnTo>
                    <a:pt x="254508" y="109854"/>
                  </a:lnTo>
                  <a:lnTo>
                    <a:pt x="280526" y="109854"/>
                  </a:lnTo>
                  <a:lnTo>
                    <a:pt x="249236" y="23622"/>
                  </a:lnTo>
                  <a:close/>
                </a:path>
                <a:path w="634365" h="186054">
                  <a:moveTo>
                    <a:pt x="14042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423" y="22860"/>
                  </a:lnTo>
                  <a:lnTo>
                    <a:pt x="140423" y="0"/>
                  </a:lnTo>
                  <a:close/>
                </a:path>
                <a:path w="634365" h="186054">
                  <a:moveTo>
                    <a:pt x="391020" y="0"/>
                  </a:moveTo>
                  <a:lnTo>
                    <a:pt x="326301" y="0"/>
                  </a:lnTo>
                  <a:lnTo>
                    <a:pt x="326301" y="185674"/>
                  </a:lnTo>
                  <a:lnTo>
                    <a:pt x="352374" y="185674"/>
                  </a:lnTo>
                  <a:lnTo>
                    <a:pt x="352374" y="109347"/>
                  </a:lnTo>
                  <a:lnTo>
                    <a:pt x="420894" y="109347"/>
                  </a:lnTo>
                  <a:lnTo>
                    <a:pt x="418782" y="105028"/>
                  </a:lnTo>
                  <a:lnTo>
                    <a:pt x="425182" y="102600"/>
                  </a:lnTo>
                  <a:lnTo>
                    <a:pt x="430990" y="99504"/>
                  </a:lnTo>
                  <a:lnTo>
                    <a:pt x="436202" y="95742"/>
                  </a:lnTo>
                  <a:lnTo>
                    <a:pt x="440816" y="91313"/>
                  </a:lnTo>
                  <a:lnTo>
                    <a:pt x="444142" y="86995"/>
                  </a:lnTo>
                  <a:lnTo>
                    <a:pt x="352374" y="86995"/>
                  </a:lnTo>
                  <a:lnTo>
                    <a:pt x="352374" y="22860"/>
                  </a:lnTo>
                  <a:lnTo>
                    <a:pt x="446468" y="22860"/>
                  </a:lnTo>
                  <a:lnTo>
                    <a:pt x="444958" y="20058"/>
                  </a:lnTo>
                  <a:lnTo>
                    <a:pt x="437934" y="12700"/>
                  </a:lnTo>
                  <a:lnTo>
                    <a:pt x="428987" y="7125"/>
                  </a:lnTo>
                  <a:lnTo>
                    <a:pt x="418187" y="3159"/>
                  </a:lnTo>
                  <a:lnTo>
                    <a:pt x="405531" y="787"/>
                  </a:lnTo>
                  <a:lnTo>
                    <a:pt x="391020" y="0"/>
                  </a:lnTo>
                  <a:close/>
                </a:path>
                <a:path w="634365" h="186054">
                  <a:moveTo>
                    <a:pt x="420894" y="109347"/>
                  </a:moveTo>
                  <a:lnTo>
                    <a:pt x="393395" y="109347"/>
                  </a:lnTo>
                  <a:lnTo>
                    <a:pt x="431088" y="185674"/>
                  </a:lnTo>
                  <a:lnTo>
                    <a:pt x="458228" y="185674"/>
                  </a:lnTo>
                  <a:lnTo>
                    <a:pt x="420894" y="109347"/>
                  </a:lnTo>
                  <a:close/>
                </a:path>
                <a:path w="634365" h="186054">
                  <a:moveTo>
                    <a:pt x="446468" y="22860"/>
                  </a:moveTo>
                  <a:lnTo>
                    <a:pt x="391769" y="22860"/>
                  </a:lnTo>
                  <a:lnTo>
                    <a:pt x="400075" y="23334"/>
                  </a:lnTo>
                  <a:lnTo>
                    <a:pt x="407254" y="24749"/>
                  </a:lnTo>
                  <a:lnTo>
                    <a:pt x="413304" y="27092"/>
                  </a:lnTo>
                  <a:lnTo>
                    <a:pt x="418223" y="30352"/>
                  </a:lnTo>
                  <a:lnTo>
                    <a:pt x="424014" y="35305"/>
                  </a:lnTo>
                  <a:lnTo>
                    <a:pt x="426923" y="43307"/>
                  </a:lnTo>
                  <a:lnTo>
                    <a:pt x="426923" y="54101"/>
                  </a:lnTo>
                  <a:lnTo>
                    <a:pt x="426356" y="62555"/>
                  </a:lnTo>
                  <a:lnTo>
                    <a:pt x="424656" y="69627"/>
                  </a:lnTo>
                  <a:lnTo>
                    <a:pt x="421929" y="75104"/>
                  </a:lnTo>
                  <a:lnTo>
                    <a:pt x="421822" y="75318"/>
                  </a:lnTo>
                  <a:lnTo>
                    <a:pt x="391769" y="86995"/>
                  </a:lnTo>
                  <a:lnTo>
                    <a:pt x="444142" y="86995"/>
                  </a:lnTo>
                  <a:lnTo>
                    <a:pt x="446577" y="83833"/>
                  </a:lnTo>
                  <a:lnTo>
                    <a:pt x="450591" y="75318"/>
                  </a:lnTo>
                  <a:lnTo>
                    <a:pt x="450692" y="75104"/>
                  </a:lnTo>
                  <a:lnTo>
                    <a:pt x="453163" y="65113"/>
                  </a:lnTo>
                  <a:lnTo>
                    <a:pt x="453968" y="54101"/>
                  </a:lnTo>
                  <a:lnTo>
                    <a:pt x="453986" y="53848"/>
                  </a:lnTo>
                  <a:lnTo>
                    <a:pt x="452984" y="40632"/>
                  </a:lnTo>
                  <a:lnTo>
                    <a:pt x="449975" y="29368"/>
                  </a:lnTo>
                  <a:lnTo>
                    <a:pt x="44646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8131" y="171830"/>
              <a:ext cx="1666417" cy="244221"/>
            </a:xfrm>
            <a:prstGeom prst="rect">
              <a:avLst/>
            </a:prstGeom>
          </p:spPr>
        </p:pic>
      </p:grp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94119" y="5158232"/>
          <a:ext cx="9018270" cy="119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640"/>
                <a:gridCol w="1152525"/>
                <a:gridCol w="1152525"/>
                <a:gridCol w="1152525"/>
                <a:gridCol w="1368425"/>
              </a:tblGrid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Damage</a:t>
                      </a:r>
                      <a:r>
                        <a:rPr dirty="0" sz="12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scenario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Safety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Financial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Privacy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91440" marR="1308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14">
                          <a:latin typeface="Arial MT"/>
                          <a:cs typeface="Arial MT"/>
                        </a:rPr>
                        <a:t>Vehicle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cannot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driven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5">
                          <a:latin typeface="Arial MT"/>
                          <a:cs typeface="Arial MT"/>
                        </a:rPr>
                        <a:t>night,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because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was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inhibited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while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parked.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Negligible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Negligible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Major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Negligible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1440" marR="252729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105">
                          <a:latin typeface="Arial MT"/>
                          <a:cs typeface="Arial MT"/>
                        </a:rPr>
                        <a:t>Front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5">
                          <a:latin typeface="Arial MT"/>
                          <a:cs typeface="Arial MT"/>
                        </a:rPr>
                        <a:t>collision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narrow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stationary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object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0"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0">
                          <a:latin typeface="Arial MT"/>
                          <a:cs typeface="Arial MT"/>
                        </a:rPr>
                        <a:t>unintended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turning-</a:t>
                      </a:r>
                      <a:r>
                        <a:rPr dirty="0" sz="1200" spc="-90">
                          <a:latin typeface="Arial MT"/>
                          <a:cs typeface="Arial MT"/>
                        </a:rPr>
                        <a:t>off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night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driving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35">
                          <a:latin typeface="Arial MT"/>
                          <a:cs typeface="Arial MT"/>
                        </a:rPr>
                        <a:t>medium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speed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Severe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352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Major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352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Major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352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Negligible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352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14527" y="2438400"/>
          <a:ext cx="1088390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015"/>
              </a:tblGrid>
              <a:tr h="35941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25">
                          <a:latin typeface="Arial MT"/>
                          <a:cs typeface="Arial MT"/>
                        </a:rPr>
                        <a:t>Severe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Major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65">
                          <a:latin typeface="Arial MT"/>
                          <a:cs typeface="Arial MT"/>
                        </a:rPr>
                        <a:t>Moderate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60">
                          <a:latin typeface="Arial MT"/>
                          <a:cs typeface="Arial MT"/>
                        </a:rPr>
                        <a:t>Negligible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</a:tr>
            </a:tbl>
          </a:graphicData>
        </a:graphic>
      </p:graphicFrame>
      <p:grpSp>
        <p:nvGrpSpPr>
          <p:cNvPr id="11" name="object 11" descr=""/>
          <p:cNvGrpSpPr/>
          <p:nvPr/>
        </p:nvGrpSpPr>
        <p:grpSpPr>
          <a:xfrm>
            <a:off x="1639823" y="2510027"/>
            <a:ext cx="506095" cy="1300480"/>
            <a:chOff x="1639823" y="2510027"/>
            <a:chExt cx="506095" cy="1300480"/>
          </a:xfrm>
        </p:grpSpPr>
        <p:sp>
          <p:nvSpPr>
            <p:cNvPr id="12" name="object 12" descr=""/>
            <p:cNvSpPr/>
            <p:nvPr/>
          </p:nvSpPr>
          <p:spPr>
            <a:xfrm>
              <a:off x="1641347" y="2511551"/>
              <a:ext cx="502920" cy="1297305"/>
            </a:xfrm>
            <a:custGeom>
              <a:avLst/>
              <a:gdLst/>
              <a:ahLst/>
              <a:cxnLst/>
              <a:rect l="l" t="t" r="r" b="b"/>
              <a:pathLst>
                <a:path w="502919" h="1297304">
                  <a:moveTo>
                    <a:pt x="251459" y="0"/>
                  </a:moveTo>
                  <a:lnTo>
                    <a:pt x="0" y="251460"/>
                  </a:lnTo>
                  <a:lnTo>
                    <a:pt x="125729" y="251460"/>
                  </a:lnTo>
                  <a:lnTo>
                    <a:pt x="125729" y="1296924"/>
                  </a:lnTo>
                  <a:lnTo>
                    <a:pt x="377189" y="1296924"/>
                  </a:lnTo>
                  <a:lnTo>
                    <a:pt x="377189" y="251460"/>
                  </a:lnTo>
                  <a:lnTo>
                    <a:pt x="502919" y="251460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41347" y="2511551"/>
              <a:ext cx="502920" cy="1297305"/>
            </a:xfrm>
            <a:custGeom>
              <a:avLst/>
              <a:gdLst/>
              <a:ahLst/>
              <a:cxnLst/>
              <a:rect l="l" t="t" r="r" b="b"/>
              <a:pathLst>
                <a:path w="502919" h="1297304">
                  <a:moveTo>
                    <a:pt x="502919" y="251460"/>
                  </a:moveTo>
                  <a:lnTo>
                    <a:pt x="377189" y="251460"/>
                  </a:lnTo>
                  <a:lnTo>
                    <a:pt x="377189" y="1296924"/>
                  </a:lnTo>
                  <a:lnTo>
                    <a:pt x="125729" y="1296924"/>
                  </a:lnTo>
                  <a:lnTo>
                    <a:pt x="125729" y="251460"/>
                  </a:lnTo>
                  <a:lnTo>
                    <a:pt x="0" y="251460"/>
                  </a:lnTo>
                  <a:lnTo>
                    <a:pt x="251459" y="0"/>
                  </a:lnTo>
                  <a:lnTo>
                    <a:pt x="502919" y="2514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797237" y="2976117"/>
            <a:ext cx="230504" cy="464184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12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9654" y="614526"/>
            <a:ext cx="9467215" cy="449135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0">
                <a:latin typeface="Arial MT"/>
                <a:cs typeface="Arial MT"/>
              </a:rPr>
              <a:t>Impact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rating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Assess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damage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scenarios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against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adverse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consequences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stakeholders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Depends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point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view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4"/>
              </a:spcBef>
            </a:pPr>
            <a:r>
              <a:rPr dirty="0" sz="1600" spc="-150">
                <a:latin typeface="Arial MT"/>
                <a:cs typeface="Arial MT"/>
              </a:rPr>
              <a:t>*Stakeholder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person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organization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affected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damage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scenario</a:t>
            </a:r>
            <a:endParaRPr sz="1600">
              <a:latin typeface="Arial MT"/>
              <a:cs typeface="Arial MT"/>
            </a:endParaRPr>
          </a:p>
          <a:p>
            <a:pPr algn="ctr" marR="310515">
              <a:lnSpc>
                <a:spcPct val="100000"/>
              </a:lnSpc>
              <a:spcBef>
                <a:spcPts val="1614"/>
              </a:spcBef>
            </a:pPr>
            <a:r>
              <a:rPr dirty="0" sz="1400" spc="-155">
                <a:latin typeface="Arial MT"/>
                <a:cs typeface="Arial MT"/>
              </a:rPr>
              <a:t>The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following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impact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categories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have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at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least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be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considered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lvl="2" marL="2694305" indent="-177800">
              <a:lnSpc>
                <a:spcPct val="100000"/>
              </a:lnSpc>
              <a:buFont typeface="Wingdings"/>
              <a:buChar char=""/>
              <a:tabLst>
                <a:tab pos="2694305" algn="l"/>
              </a:tabLst>
            </a:pPr>
            <a:r>
              <a:rPr dirty="0" sz="1400" spc="-125" b="1">
                <a:solidFill>
                  <a:srgbClr val="21218A"/>
                </a:solidFill>
                <a:latin typeface="Arial"/>
                <a:cs typeface="Arial"/>
              </a:rPr>
              <a:t>S</a:t>
            </a:r>
            <a:r>
              <a:rPr dirty="0" sz="1400" spc="-125">
                <a:latin typeface="Arial MT"/>
                <a:cs typeface="Arial MT"/>
              </a:rPr>
              <a:t>afety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impact</a:t>
            </a:r>
            <a:endParaRPr sz="1400">
              <a:latin typeface="Arial MT"/>
              <a:cs typeface="Arial MT"/>
            </a:endParaRPr>
          </a:p>
          <a:p>
            <a:pPr lvl="3" marL="2784475" indent="-89535">
              <a:lnSpc>
                <a:spcPct val="100000"/>
              </a:lnSpc>
              <a:buChar char="-"/>
              <a:tabLst>
                <a:tab pos="2784475" algn="l"/>
              </a:tabLst>
            </a:pPr>
            <a:r>
              <a:rPr dirty="0" sz="1400" spc="-110">
                <a:latin typeface="Arial MT"/>
                <a:cs typeface="Arial MT"/>
              </a:rPr>
              <a:t>injuries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range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from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95">
                <a:solidFill>
                  <a:srgbClr val="0099FF"/>
                </a:solidFill>
                <a:latin typeface="Arial MT"/>
                <a:cs typeface="Arial MT"/>
              </a:rPr>
              <a:t>life-</a:t>
            </a:r>
            <a:r>
              <a:rPr dirty="0" sz="1400" spc="-120">
                <a:solidFill>
                  <a:srgbClr val="0099FF"/>
                </a:solidFill>
                <a:latin typeface="Arial MT"/>
                <a:cs typeface="Arial MT"/>
              </a:rPr>
              <a:t>threatening</a:t>
            </a:r>
            <a:r>
              <a:rPr dirty="0" sz="1400" spc="-20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(severe)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moderate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50">
                <a:solidFill>
                  <a:srgbClr val="0099FF"/>
                </a:solidFill>
                <a:latin typeface="Arial MT"/>
                <a:cs typeface="Arial MT"/>
              </a:rPr>
              <a:t>no</a:t>
            </a:r>
            <a:r>
              <a:rPr dirty="0" sz="1400" spc="-50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10">
                <a:solidFill>
                  <a:srgbClr val="0099FF"/>
                </a:solidFill>
                <a:latin typeface="Arial MT"/>
                <a:cs typeface="Arial MT"/>
              </a:rPr>
              <a:t>injuries</a:t>
            </a:r>
            <a:r>
              <a:rPr dirty="0" sz="1400" spc="-45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(negligible)</a:t>
            </a:r>
            <a:endParaRPr sz="1400">
              <a:latin typeface="Arial MT"/>
              <a:cs typeface="Arial MT"/>
            </a:endParaRPr>
          </a:p>
          <a:p>
            <a:pPr lvl="2" marL="2694305" indent="-177800">
              <a:lnSpc>
                <a:spcPct val="100000"/>
              </a:lnSpc>
              <a:buFont typeface="Wingdings"/>
              <a:buChar char=""/>
              <a:tabLst>
                <a:tab pos="2694305" algn="l"/>
              </a:tabLst>
            </a:pPr>
            <a:r>
              <a:rPr dirty="0" sz="1400" spc="-125" b="1">
                <a:solidFill>
                  <a:srgbClr val="21218A"/>
                </a:solidFill>
                <a:latin typeface="Arial"/>
                <a:cs typeface="Arial"/>
              </a:rPr>
              <a:t>F</a:t>
            </a:r>
            <a:r>
              <a:rPr dirty="0" sz="1400" spc="-125">
                <a:latin typeface="Arial MT"/>
                <a:cs typeface="Arial MT"/>
              </a:rPr>
              <a:t>inancial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impact</a:t>
            </a:r>
            <a:endParaRPr sz="1400">
              <a:latin typeface="Arial MT"/>
              <a:cs typeface="Arial MT"/>
            </a:endParaRPr>
          </a:p>
          <a:p>
            <a:pPr lvl="3" marL="2784475" indent="-89535">
              <a:lnSpc>
                <a:spcPct val="100000"/>
              </a:lnSpc>
              <a:buChar char="-"/>
              <a:tabLst>
                <a:tab pos="2784475" algn="l"/>
              </a:tabLst>
            </a:pPr>
            <a:r>
              <a:rPr dirty="0" sz="1400" spc="-114">
                <a:latin typeface="Arial MT"/>
                <a:cs typeface="Arial MT"/>
              </a:rPr>
              <a:t>financial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60">
                <a:latin typeface="Arial MT"/>
                <a:cs typeface="Arial MT"/>
              </a:rPr>
              <a:t>damage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from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20">
                <a:solidFill>
                  <a:srgbClr val="0099FF"/>
                </a:solidFill>
                <a:latin typeface="Arial MT"/>
                <a:cs typeface="Arial MT"/>
              </a:rPr>
              <a:t>catastrophic</a:t>
            </a:r>
            <a:r>
              <a:rPr dirty="0" sz="1400" spc="-30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(severe)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10">
                <a:solidFill>
                  <a:srgbClr val="0099FF"/>
                </a:solidFill>
                <a:latin typeface="Arial MT"/>
                <a:cs typeface="Arial MT"/>
              </a:rPr>
              <a:t>irrelevant</a:t>
            </a:r>
            <a:r>
              <a:rPr dirty="0" sz="1400" spc="-20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(negligible)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the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stakeholder</a:t>
            </a:r>
            <a:endParaRPr sz="1400">
              <a:latin typeface="Arial MT"/>
              <a:cs typeface="Arial MT"/>
            </a:endParaRPr>
          </a:p>
          <a:p>
            <a:pPr lvl="2" marL="2694305" indent="-177800">
              <a:lnSpc>
                <a:spcPct val="100000"/>
              </a:lnSpc>
              <a:buFont typeface="Wingdings"/>
              <a:buChar char=""/>
              <a:tabLst>
                <a:tab pos="2694305" algn="l"/>
              </a:tabLst>
            </a:pPr>
            <a:r>
              <a:rPr dirty="0" sz="1400" spc="-130" b="1">
                <a:solidFill>
                  <a:srgbClr val="21218A"/>
                </a:solidFill>
                <a:latin typeface="Arial"/>
                <a:cs typeface="Arial"/>
              </a:rPr>
              <a:t>O</a:t>
            </a:r>
            <a:r>
              <a:rPr dirty="0" sz="1400" spc="-130">
                <a:latin typeface="Arial MT"/>
                <a:cs typeface="Arial MT"/>
              </a:rPr>
              <a:t>perational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impact</a:t>
            </a:r>
            <a:endParaRPr sz="1400">
              <a:latin typeface="Arial MT"/>
              <a:cs typeface="Arial MT"/>
            </a:endParaRPr>
          </a:p>
          <a:p>
            <a:pPr lvl="3" marL="2784475" indent="-89535">
              <a:lnSpc>
                <a:spcPct val="100000"/>
              </a:lnSpc>
              <a:buChar char="-"/>
              <a:tabLst>
                <a:tab pos="2784475" algn="l"/>
              </a:tabLst>
            </a:pPr>
            <a:r>
              <a:rPr dirty="0" sz="1400" spc="-120">
                <a:latin typeface="Arial MT"/>
                <a:cs typeface="Arial MT"/>
              </a:rPr>
              <a:t>operational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60">
                <a:latin typeface="Arial MT"/>
                <a:cs typeface="Arial MT"/>
              </a:rPr>
              <a:t>damage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from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25">
                <a:solidFill>
                  <a:srgbClr val="0099FF"/>
                </a:solidFill>
                <a:latin typeface="Arial MT"/>
                <a:cs typeface="Arial MT"/>
              </a:rPr>
              <a:t>not</a:t>
            </a:r>
            <a:r>
              <a:rPr dirty="0" sz="1400" spc="-25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35">
                <a:solidFill>
                  <a:srgbClr val="0099FF"/>
                </a:solidFill>
                <a:latin typeface="Arial MT"/>
                <a:cs typeface="Arial MT"/>
              </a:rPr>
              <a:t>working</a:t>
            </a:r>
            <a:r>
              <a:rPr dirty="0" sz="1400" spc="-35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(severe)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0">
                <a:solidFill>
                  <a:srgbClr val="0099FF"/>
                </a:solidFill>
                <a:latin typeface="Arial MT"/>
                <a:cs typeface="Arial MT"/>
              </a:rPr>
              <a:t>indiscernible</a:t>
            </a:r>
            <a:r>
              <a:rPr dirty="0" sz="1400" spc="-25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(negligible)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degradation</a:t>
            </a:r>
            <a:endParaRPr sz="1400">
              <a:latin typeface="Arial MT"/>
              <a:cs typeface="Arial MT"/>
            </a:endParaRPr>
          </a:p>
          <a:p>
            <a:pPr lvl="2" marL="2694305" indent="-177800">
              <a:lnSpc>
                <a:spcPct val="100000"/>
              </a:lnSpc>
              <a:buFont typeface="Wingdings"/>
              <a:buChar char=""/>
              <a:tabLst>
                <a:tab pos="2694305" algn="l"/>
              </a:tabLst>
            </a:pPr>
            <a:r>
              <a:rPr dirty="0" sz="1400" spc="-125" b="1">
                <a:solidFill>
                  <a:srgbClr val="21218A"/>
                </a:solidFill>
                <a:latin typeface="Arial"/>
                <a:cs typeface="Arial"/>
              </a:rPr>
              <a:t>P</a:t>
            </a:r>
            <a:r>
              <a:rPr dirty="0" sz="1400" spc="-125">
                <a:latin typeface="Arial MT"/>
                <a:cs typeface="Arial MT"/>
              </a:rPr>
              <a:t>rivacy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impact</a:t>
            </a:r>
            <a:endParaRPr sz="1400">
              <a:latin typeface="Arial MT"/>
              <a:cs typeface="Arial MT"/>
            </a:endParaRPr>
          </a:p>
          <a:p>
            <a:pPr lvl="3" marL="2784475" indent="-89535">
              <a:lnSpc>
                <a:spcPct val="100000"/>
              </a:lnSpc>
              <a:spcBef>
                <a:spcPts val="5"/>
              </a:spcBef>
              <a:buChar char="-"/>
              <a:tabLst>
                <a:tab pos="2784475" algn="l"/>
              </a:tabLst>
            </a:pPr>
            <a:r>
              <a:rPr dirty="0" sz="1400" spc="-120">
                <a:latin typeface="Arial MT"/>
                <a:cs typeface="Arial MT"/>
              </a:rPr>
              <a:t>privacy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from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20">
                <a:solidFill>
                  <a:srgbClr val="0099FF"/>
                </a:solidFill>
                <a:latin typeface="Arial MT"/>
                <a:cs typeface="Arial MT"/>
              </a:rPr>
              <a:t>highly</a:t>
            </a:r>
            <a:r>
              <a:rPr dirty="0" sz="1400" spc="-30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20">
                <a:solidFill>
                  <a:srgbClr val="0099FF"/>
                </a:solidFill>
                <a:latin typeface="Arial MT"/>
                <a:cs typeface="Arial MT"/>
              </a:rPr>
              <a:t>sensitive</a:t>
            </a:r>
            <a:r>
              <a:rPr dirty="0" sz="1400" spc="-40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(severe)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information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30">
                <a:solidFill>
                  <a:srgbClr val="0099FF"/>
                </a:solidFill>
                <a:latin typeface="Arial MT"/>
                <a:cs typeface="Arial MT"/>
              </a:rPr>
              <a:t>inconveniencies</a:t>
            </a:r>
            <a:r>
              <a:rPr dirty="0" sz="1400" spc="-25">
                <a:solidFill>
                  <a:srgbClr val="0099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(negligible)</a:t>
            </a:r>
            <a:endParaRPr sz="14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14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Each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damage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scenario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assessed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regarding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Safety,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Financial,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Operational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Privacy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(S,F,O,P)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impact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which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results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four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0">
                <a:latin typeface="Arial MT"/>
                <a:cs typeface="Arial MT"/>
              </a:rPr>
              <a:t>values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17627" y="171830"/>
              <a:ext cx="634365" cy="186055"/>
            </a:xfrm>
            <a:custGeom>
              <a:avLst/>
              <a:gdLst/>
              <a:ahLst/>
              <a:cxnLst/>
              <a:rect l="l" t="t" r="r" b="b"/>
              <a:pathLst>
                <a:path w="634365" h="186054">
                  <a:moveTo>
                    <a:pt x="566801" y="0"/>
                  </a:moveTo>
                  <a:lnTo>
                    <a:pt x="532142" y="0"/>
                  </a:lnTo>
                  <a:lnTo>
                    <a:pt x="465543" y="185674"/>
                  </a:lnTo>
                  <a:lnTo>
                    <a:pt x="492607" y="185674"/>
                  </a:lnTo>
                  <a:lnTo>
                    <a:pt x="511327" y="132842"/>
                  </a:lnTo>
                  <a:lnTo>
                    <a:pt x="615003" y="132842"/>
                  </a:lnTo>
                  <a:lnTo>
                    <a:pt x="606662" y="109854"/>
                  </a:lnTo>
                  <a:lnTo>
                    <a:pt x="518071" y="109854"/>
                  </a:lnTo>
                  <a:lnTo>
                    <a:pt x="549224" y="23622"/>
                  </a:lnTo>
                  <a:lnTo>
                    <a:pt x="575372" y="23622"/>
                  </a:lnTo>
                  <a:lnTo>
                    <a:pt x="566801" y="0"/>
                  </a:lnTo>
                  <a:close/>
                </a:path>
                <a:path w="634365" h="186054">
                  <a:moveTo>
                    <a:pt x="615003" y="132842"/>
                  </a:moveTo>
                  <a:lnTo>
                    <a:pt x="587616" y="132842"/>
                  </a:lnTo>
                  <a:lnTo>
                    <a:pt x="606844" y="185674"/>
                  </a:lnTo>
                  <a:lnTo>
                    <a:pt x="634174" y="185674"/>
                  </a:lnTo>
                  <a:lnTo>
                    <a:pt x="615003" y="132842"/>
                  </a:lnTo>
                  <a:close/>
                </a:path>
                <a:path w="634365" h="186054">
                  <a:moveTo>
                    <a:pt x="575372" y="23622"/>
                  </a:moveTo>
                  <a:lnTo>
                    <a:pt x="549224" y="23622"/>
                  </a:lnTo>
                  <a:lnTo>
                    <a:pt x="580644" y="109854"/>
                  </a:lnTo>
                  <a:lnTo>
                    <a:pt x="606662" y="109854"/>
                  </a:lnTo>
                  <a:lnTo>
                    <a:pt x="575372" y="23622"/>
                  </a:lnTo>
                  <a:close/>
                </a:path>
                <a:path w="634365" h="186054">
                  <a:moveTo>
                    <a:pt x="83235" y="22860"/>
                  </a:moveTo>
                  <a:lnTo>
                    <a:pt x="57188" y="22860"/>
                  </a:lnTo>
                  <a:lnTo>
                    <a:pt x="57188" y="185674"/>
                  </a:lnTo>
                  <a:lnTo>
                    <a:pt x="83235" y="185674"/>
                  </a:lnTo>
                  <a:lnTo>
                    <a:pt x="83235" y="22860"/>
                  </a:lnTo>
                  <a:close/>
                </a:path>
                <a:path w="634365" h="186054">
                  <a:moveTo>
                    <a:pt x="240665" y="0"/>
                  </a:moveTo>
                  <a:lnTo>
                    <a:pt x="206006" y="0"/>
                  </a:lnTo>
                  <a:lnTo>
                    <a:pt x="139407" y="185674"/>
                  </a:lnTo>
                  <a:lnTo>
                    <a:pt x="166471" y="185674"/>
                  </a:lnTo>
                  <a:lnTo>
                    <a:pt x="185191" y="132842"/>
                  </a:lnTo>
                  <a:lnTo>
                    <a:pt x="288867" y="132842"/>
                  </a:lnTo>
                  <a:lnTo>
                    <a:pt x="280526" y="109854"/>
                  </a:lnTo>
                  <a:lnTo>
                    <a:pt x="191935" y="109854"/>
                  </a:lnTo>
                  <a:lnTo>
                    <a:pt x="223088" y="23622"/>
                  </a:lnTo>
                  <a:lnTo>
                    <a:pt x="249236" y="23622"/>
                  </a:lnTo>
                  <a:lnTo>
                    <a:pt x="240665" y="0"/>
                  </a:lnTo>
                  <a:close/>
                </a:path>
                <a:path w="634365" h="186054">
                  <a:moveTo>
                    <a:pt x="288867" y="132842"/>
                  </a:moveTo>
                  <a:lnTo>
                    <a:pt x="261480" y="132842"/>
                  </a:lnTo>
                  <a:lnTo>
                    <a:pt x="280708" y="185674"/>
                  </a:lnTo>
                  <a:lnTo>
                    <a:pt x="308038" y="185674"/>
                  </a:lnTo>
                  <a:lnTo>
                    <a:pt x="288867" y="132842"/>
                  </a:lnTo>
                  <a:close/>
                </a:path>
                <a:path w="634365" h="186054">
                  <a:moveTo>
                    <a:pt x="249236" y="23622"/>
                  </a:moveTo>
                  <a:lnTo>
                    <a:pt x="223088" y="23622"/>
                  </a:lnTo>
                  <a:lnTo>
                    <a:pt x="254508" y="109854"/>
                  </a:lnTo>
                  <a:lnTo>
                    <a:pt x="280526" y="109854"/>
                  </a:lnTo>
                  <a:lnTo>
                    <a:pt x="249236" y="23622"/>
                  </a:lnTo>
                  <a:close/>
                </a:path>
                <a:path w="634365" h="186054">
                  <a:moveTo>
                    <a:pt x="14042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423" y="22860"/>
                  </a:lnTo>
                  <a:lnTo>
                    <a:pt x="140423" y="0"/>
                  </a:lnTo>
                  <a:close/>
                </a:path>
                <a:path w="634365" h="186054">
                  <a:moveTo>
                    <a:pt x="391020" y="0"/>
                  </a:moveTo>
                  <a:lnTo>
                    <a:pt x="326301" y="0"/>
                  </a:lnTo>
                  <a:lnTo>
                    <a:pt x="326301" y="185674"/>
                  </a:lnTo>
                  <a:lnTo>
                    <a:pt x="352374" y="185674"/>
                  </a:lnTo>
                  <a:lnTo>
                    <a:pt x="352374" y="109347"/>
                  </a:lnTo>
                  <a:lnTo>
                    <a:pt x="420894" y="109347"/>
                  </a:lnTo>
                  <a:lnTo>
                    <a:pt x="418782" y="105028"/>
                  </a:lnTo>
                  <a:lnTo>
                    <a:pt x="425182" y="102600"/>
                  </a:lnTo>
                  <a:lnTo>
                    <a:pt x="430990" y="99504"/>
                  </a:lnTo>
                  <a:lnTo>
                    <a:pt x="436202" y="95742"/>
                  </a:lnTo>
                  <a:lnTo>
                    <a:pt x="440816" y="91313"/>
                  </a:lnTo>
                  <a:lnTo>
                    <a:pt x="444142" y="86995"/>
                  </a:lnTo>
                  <a:lnTo>
                    <a:pt x="352374" y="86995"/>
                  </a:lnTo>
                  <a:lnTo>
                    <a:pt x="352374" y="22860"/>
                  </a:lnTo>
                  <a:lnTo>
                    <a:pt x="446468" y="22860"/>
                  </a:lnTo>
                  <a:lnTo>
                    <a:pt x="444958" y="20058"/>
                  </a:lnTo>
                  <a:lnTo>
                    <a:pt x="437934" y="12700"/>
                  </a:lnTo>
                  <a:lnTo>
                    <a:pt x="428987" y="7125"/>
                  </a:lnTo>
                  <a:lnTo>
                    <a:pt x="418187" y="3159"/>
                  </a:lnTo>
                  <a:lnTo>
                    <a:pt x="405531" y="787"/>
                  </a:lnTo>
                  <a:lnTo>
                    <a:pt x="391020" y="0"/>
                  </a:lnTo>
                  <a:close/>
                </a:path>
                <a:path w="634365" h="186054">
                  <a:moveTo>
                    <a:pt x="420894" y="109347"/>
                  </a:moveTo>
                  <a:lnTo>
                    <a:pt x="393395" y="109347"/>
                  </a:lnTo>
                  <a:lnTo>
                    <a:pt x="431088" y="185674"/>
                  </a:lnTo>
                  <a:lnTo>
                    <a:pt x="458228" y="185674"/>
                  </a:lnTo>
                  <a:lnTo>
                    <a:pt x="420894" y="109347"/>
                  </a:lnTo>
                  <a:close/>
                </a:path>
                <a:path w="634365" h="186054">
                  <a:moveTo>
                    <a:pt x="446468" y="22860"/>
                  </a:moveTo>
                  <a:lnTo>
                    <a:pt x="391769" y="22860"/>
                  </a:lnTo>
                  <a:lnTo>
                    <a:pt x="400075" y="23334"/>
                  </a:lnTo>
                  <a:lnTo>
                    <a:pt x="407254" y="24749"/>
                  </a:lnTo>
                  <a:lnTo>
                    <a:pt x="413304" y="27092"/>
                  </a:lnTo>
                  <a:lnTo>
                    <a:pt x="418223" y="30352"/>
                  </a:lnTo>
                  <a:lnTo>
                    <a:pt x="424014" y="35305"/>
                  </a:lnTo>
                  <a:lnTo>
                    <a:pt x="426923" y="43307"/>
                  </a:lnTo>
                  <a:lnTo>
                    <a:pt x="426923" y="54101"/>
                  </a:lnTo>
                  <a:lnTo>
                    <a:pt x="426356" y="62555"/>
                  </a:lnTo>
                  <a:lnTo>
                    <a:pt x="424656" y="69627"/>
                  </a:lnTo>
                  <a:lnTo>
                    <a:pt x="421929" y="75104"/>
                  </a:lnTo>
                  <a:lnTo>
                    <a:pt x="421822" y="75318"/>
                  </a:lnTo>
                  <a:lnTo>
                    <a:pt x="391769" y="86995"/>
                  </a:lnTo>
                  <a:lnTo>
                    <a:pt x="444142" y="86995"/>
                  </a:lnTo>
                  <a:lnTo>
                    <a:pt x="446577" y="83833"/>
                  </a:lnTo>
                  <a:lnTo>
                    <a:pt x="450591" y="75318"/>
                  </a:lnTo>
                  <a:lnTo>
                    <a:pt x="450692" y="75104"/>
                  </a:lnTo>
                  <a:lnTo>
                    <a:pt x="453163" y="65113"/>
                  </a:lnTo>
                  <a:lnTo>
                    <a:pt x="453968" y="54101"/>
                  </a:lnTo>
                  <a:lnTo>
                    <a:pt x="453986" y="53848"/>
                  </a:lnTo>
                  <a:lnTo>
                    <a:pt x="452984" y="40632"/>
                  </a:lnTo>
                  <a:lnTo>
                    <a:pt x="449975" y="29368"/>
                  </a:lnTo>
                  <a:lnTo>
                    <a:pt x="44646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8131" y="162305"/>
              <a:ext cx="3416223" cy="19824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9654" y="614526"/>
            <a:ext cx="6746240" cy="15017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Negative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actions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need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identified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lead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damage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scenario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threat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scenario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identification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threat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scenarios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0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result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team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work,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not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single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person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5">
                <a:latin typeface="Arial MT"/>
                <a:cs typeface="Arial MT"/>
              </a:rPr>
              <a:t>Uses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brainstorming-</a:t>
            </a:r>
            <a:r>
              <a:rPr dirty="0" sz="1600" spc="-170">
                <a:latin typeface="Arial MT"/>
                <a:cs typeface="Arial MT"/>
              </a:rPr>
              <a:t>based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approach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94359" y="2091080"/>
            <a:ext cx="812800" cy="76327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STRIDE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355">
                <a:latin typeface="Arial MT"/>
                <a:cs typeface="Arial MT"/>
              </a:rPr>
              <a:t>…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37510" y="4530090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90805" marR="117475">
              <a:lnSpc>
                <a:spcPct val="100000"/>
              </a:lnSpc>
              <a:spcBef>
                <a:spcPts val="80"/>
              </a:spcBef>
            </a:pPr>
            <a:r>
              <a:rPr dirty="0" sz="1200" spc="-105">
                <a:latin typeface="Arial MT"/>
                <a:cs typeface="Arial MT"/>
              </a:rPr>
              <a:t>Front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collision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narrow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stationary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object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caused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by </a:t>
            </a:r>
            <a:r>
              <a:rPr dirty="0" sz="1200" spc="-114">
                <a:latin typeface="Arial MT"/>
                <a:cs typeface="Arial MT"/>
              </a:rPr>
              <a:t>unintended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turning-</a:t>
            </a:r>
            <a:r>
              <a:rPr dirty="0" sz="1200" spc="-90">
                <a:latin typeface="Arial MT"/>
                <a:cs typeface="Arial MT"/>
              </a:rPr>
              <a:t>off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headlamp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during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night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driving </a:t>
            </a:r>
            <a:r>
              <a:rPr dirty="0" sz="1200" spc="-100">
                <a:latin typeface="Arial MT"/>
                <a:cs typeface="Arial MT"/>
              </a:rPr>
              <a:t>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medium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speed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8001" y="5461253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89535" marR="203200">
              <a:lnSpc>
                <a:spcPct val="100000"/>
              </a:lnSpc>
              <a:spcBef>
                <a:spcPts val="805"/>
              </a:spcBef>
            </a:pPr>
            <a:r>
              <a:rPr dirty="0" sz="1200" spc="-114">
                <a:latin typeface="Arial MT"/>
                <a:cs typeface="Arial MT"/>
              </a:rPr>
              <a:t>Spoofing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Attacker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claims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body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control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and </a:t>
            </a:r>
            <a:r>
              <a:rPr dirty="0" sz="1200" spc="-120">
                <a:latin typeface="Arial MT"/>
                <a:cs typeface="Arial MT"/>
              </a:rPr>
              <a:t>sends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“Lamp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request”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signal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70170" y="5465826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dirty="0" sz="1200" spc="-135">
                <a:latin typeface="Arial MT"/>
                <a:cs typeface="Arial MT"/>
              </a:rPr>
              <a:t>Tampering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9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Attacker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modifies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“Lamp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on”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“Lamp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off”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96258" y="4250563"/>
            <a:ext cx="12331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70" b="1">
                <a:latin typeface="Arial"/>
                <a:cs typeface="Arial"/>
              </a:rPr>
              <a:t>Damage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120" b="1">
                <a:latin typeface="Arial"/>
                <a:cs typeface="Arial"/>
              </a:rPr>
              <a:t>scenario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11504" y="5206746"/>
            <a:ext cx="12344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5" b="1">
                <a:latin typeface="Arial"/>
                <a:cs typeface="Arial"/>
              </a:rPr>
              <a:t>Threat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35" b="1">
                <a:latin typeface="Arial"/>
                <a:cs typeface="Arial"/>
              </a:rPr>
              <a:t>scenario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193026" y="5206746"/>
            <a:ext cx="12344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5" b="1">
                <a:latin typeface="Arial"/>
                <a:cs typeface="Arial"/>
              </a:rPr>
              <a:t>Threat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35" b="1">
                <a:latin typeface="Arial"/>
                <a:cs typeface="Arial"/>
              </a:rPr>
              <a:t>scenario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394204" y="5105400"/>
            <a:ext cx="4396740" cy="354965"/>
            <a:chOff x="2394204" y="5105400"/>
            <a:chExt cx="4396740" cy="354965"/>
          </a:xfrm>
        </p:grpSpPr>
        <p:sp>
          <p:nvSpPr>
            <p:cNvPr id="19" name="object 19" descr=""/>
            <p:cNvSpPr/>
            <p:nvPr/>
          </p:nvSpPr>
          <p:spPr>
            <a:xfrm>
              <a:off x="2432304" y="5330952"/>
              <a:ext cx="4320540" cy="0"/>
            </a:xfrm>
            <a:custGeom>
              <a:avLst/>
              <a:gdLst/>
              <a:ahLst/>
              <a:cxnLst/>
              <a:rect l="l" t="t" r="r" b="b"/>
              <a:pathLst>
                <a:path w="4320540" h="0">
                  <a:moveTo>
                    <a:pt x="0" y="0"/>
                  </a:moveTo>
                  <a:lnTo>
                    <a:pt x="432054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4204" y="5330952"/>
              <a:ext cx="76200" cy="129412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4744" y="5330952"/>
              <a:ext cx="76200" cy="12941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593336" y="5105400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w="0" h="226060">
                  <a:moveTo>
                    <a:pt x="0" y="0"/>
                  </a:moveTo>
                  <a:lnTo>
                    <a:pt x="0" y="22593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1913254" y="2282189"/>
          <a:ext cx="3520440" cy="1466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055"/>
                <a:gridCol w="2235835"/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Threat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87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Description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878DE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spc="-10" b="1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poofing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spc="-110">
                          <a:latin typeface="Arial MT"/>
                          <a:cs typeface="Arial MT"/>
                        </a:rPr>
                        <a:t>Pretending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false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identity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0" b="1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ampering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05">
                          <a:latin typeface="Arial MT"/>
                          <a:cs typeface="Arial MT"/>
                        </a:rPr>
                        <a:t>Manipulation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data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spc="-20" b="1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epudiation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spc="-120">
                          <a:latin typeface="Arial MT"/>
                          <a:cs typeface="Arial MT"/>
                        </a:rPr>
                        <a:t>Denying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4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illegal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action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00" b="1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nformation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Disclosure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14">
                          <a:latin typeface="Arial MT"/>
                          <a:cs typeface="Arial MT"/>
                        </a:rPr>
                        <a:t>Revealing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sensitive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information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10" b="1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1100" spc="-110">
                          <a:latin typeface="Arial MT"/>
                          <a:cs typeface="Arial MT"/>
                        </a:rPr>
                        <a:t>enial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Service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20">
                          <a:latin typeface="Arial MT"/>
                          <a:cs typeface="Arial MT"/>
                        </a:rPr>
                        <a:t>Making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5">
                          <a:latin typeface="Arial MT"/>
                          <a:cs typeface="Arial MT"/>
                        </a:rPr>
                        <a:t>unavailable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75">
                          <a:latin typeface="Arial MT"/>
                          <a:cs typeface="Arial MT"/>
                        </a:rPr>
                        <a:t>its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5">
                          <a:latin typeface="Arial MT"/>
                          <a:cs typeface="Arial MT"/>
                        </a:rPr>
                        <a:t>intended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users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05" b="1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100" spc="-105">
                          <a:latin typeface="Arial MT"/>
                          <a:cs typeface="Arial MT"/>
                        </a:rPr>
                        <a:t>levation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Privileges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14">
                          <a:latin typeface="Arial MT"/>
                          <a:cs typeface="Arial MT"/>
                        </a:rPr>
                        <a:t>Perform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5">
                          <a:latin typeface="Arial MT"/>
                          <a:cs typeface="Arial MT"/>
                        </a:rPr>
                        <a:t>unauthorized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action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 descr=""/>
          <p:cNvSpPr txBox="1"/>
          <p:nvPr/>
        </p:nvSpPr>
        <p:spPr>
          <a:xfrm>
            <a:off x="5464555" y="2432126"/>
            <a:ext cx="422910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60">
                <a:latin typeface="Arial MT"/>
                <a:cs typeface="Arial MT"/>
              </a:rPr>
              <a:t>STRIDE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helps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to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consider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multiple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threats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from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different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points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of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latin typeface="Arial MT"/>
                <a:cs typeface="Arial MT"/>
              </a:rPr>
              <a:t>view.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464555" y="3072764"/>
            <a:ext cx="323977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60">
                <a:latin typeface="Arial MT"/>
                <a:cs typeface="Arial MT"/>
              </a:rPr>
              <a:t>STRIDE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00">
                <a:latin typeface="Arial MT"/>
                <a:cs typeface="Arial MT"/>
              </a:rPr>
              <a:t>is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based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on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observation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45">
                <a:latin typeface="Arial MT"/>
                <a:cs typeface="Arial MT"/>
              </a:rPr>
              <a:t>and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90">
                <a:latin typeface="Arial MT"/>
                <a:cs typeface="Arial MT"/>
              </a:rPr>
              <a:t>experience.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25">
                <a:latin typeface="Arial MT"/>
                <a:cs typeface="Arial MT"/>
              </a:rPr>
              <a:t>Certain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threats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are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more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prevalent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than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70">
                <a:latin typeface="Arial MT"/>
                <a:cs typeface="Arial MT"/>
              </a:rPr>
              <a:t>others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17627" y="171830"/>
              <a:ext cx="634365" cy="186055"/>
            </a:xfrm>
            <a:custGeom>
              <a:avLst/>
              <a:gdLst/>
              <a:ahLst/>
              <a:cxnLst/>
              <a:rect l="l" t="t" r="r" b="b"/>
              <a:pathLst>
                <a:path w="634365" h="186054">
                  <a:moveTo>
                    <a:pt x="566801" y="0"/>
                  </a:moveTo>
                  <a:lnTo>
                    <a:pt x="532142" y="0"/>
                  </a:lnTo>
                  <a:lnTo>
                    <a:pt x="465543" y="185674"/>
                  </a:lnTo>
                  <a:lnTo>
                    <a:pt x="492607" y="185674"/>
                  </a:lnTo>
                  <a:lnTo>
                    <a:pt x="511327" y="132842"/>
                  </a:lnTo>
                  <a:lnTo>
                    <a:pt x="615003" y="132842"/>
                  </a:lnTo>
                  <a:lnTo>
                    <a:pt x="606662" y="109854"/>
                  </a:lnTo>
                  <a:lnTo>
                    <a:pt x="518071" y="109854"/>
                  </a:lnTo>
                  <a:lnTo>
                    <a:pt x="549224" y="23622"/>
                  </a:lnTo>
                  <a:lnTo>
                    <a:pt x="575372" y="23622"/>
                  </a:lnTo>
                  <a:lnTo>
                    <a:pt x="566801" y="0"/>
                  </a:lnTo>
                  <a:close/>
                </a:path>
                <a:path w="634365" h="186054">
                  <a:moveTo>
                    <a:pt x="615003" y="132842"/>
                  </a:moveTo>
                  <a:lnTo>
                    <a:pt x="587616" y="132842"/>
                  </a:lnTo>
                  <a:lnTo>
                    <a:pt x="606844" y="185674"/>
                  </a:lnTo>
                  <a:lnTo>
                    <a:pt x="634174" y="185674"/>
                  </a:lnTo>
                  <a:lnTo>
                    <a:pt x="615003" y="132842"/>
                  </a:lnTo>
                  <a:close/>
                </a:path>
                <a:path w="634365" h="186054">
                  <a:moveTo>
                    <a:pt x="575372" y="23622"/>
                  </a:moveTo>
                  <a:lnTo>
                    <a:pt x="549224" y="23622"/>
                  </a:lnTo>
                  <a:lnTo>
                    <a:pt x="580644" y="109854"/>
                  </a:lnTo>
                  <a:lnTo>
                    <a:pt x="606662" y="109854"/>
                  </a:lnTo>
                  <a:lnTo>
                    <a:pt x="575372" y="23622"/>
                  </a:lnTo>
                  <a:close/>
                </a:path>
                <a:path w="634365" h="186054">
                  <a:moveTo>
                    <a:pt x="83235" y="22860"/>
                  </a:moveTo>
                  <a:lnTo>
                    <a:pt x="57188" y="22860"/>
                  </a:lnTo>
                  <a:lnTo>
                    <a:pt x="57188" y="185674"/>
                  </a:lnTo>
                  <a:lnTo>
                    <a:pt x="83235" y="185674"/>
                  </a:lnTo>
                  <a:lnTo>
                    <a:pt x="83235" y="22860"/>
                  </a:lnTo>
                  <a:close/>
                </a:path>
                <a:path w="634365" h="186054">
                  <a:moveTo>
                    <a:pt x="240665" y="0"/>
                  </a:moveTo>
                  <a:lnTo>
                    <a:pt x="206006" y="0"/>
                  </a:lnTo>
                  <a:lnTo>
                    <a:pt x="139407" y="185674"/>
                  </a:lnTo>
                  <a:lnTo>
                    <a:pt x="166471" y="185674"/>
                  </a:lnTo>
                  <a:lnTo>
                    <a:pt x="185191" y="132842"/>
                  </a:lnTo>
                  <a:lnTo>
                    <a:pt x="288867" y="132842"/>
                  </a:lnTo>
                  <a:lnTo>
                    <a:pt x="280526" y="109854"/>
                  </a:lnTo>
                  <a:lnTo>
                    <a:pt x="191935" y="109854"/>
                  </a:lnTo>
                  <a:lnTo>
                    <a:pt x="223088" y="23622"/>
                  </a:lnTo>
                  <a:lnTo>
                    <a:pt x="249236" y="23622"/>
                  </a:lnTo>
                  <a:lnTo>
                    <a:pt x="240665" y="0"/>
                  </a:lnTo>
                  <a:close/>
                </a:path>
                <a:path w="634365" h="186054">
                  <a:moveTo>
                    <a:pt x="288867" y="132842"/>
                  </a:moveTo>
                  <a:lnTo>
                    <a:pt x="261480" y="132842"/>
                  </a:lnTo>
                  <a:lnTo>
                    <a:pt x="280708" y="185674"/>
                  </a:lnTo>
                  <a:lnTo>
                    <a:pt x="308038" y="185674"/>
                  </a:lnTo>
                  <a:lnTo>
                    <a:pt x="288867" y="132842"/>
                  </a:lnTo>
                  <a:close/>
                </a:path>
                <a:path w="634365" h="186054">
                  <a:moveTo>
                    <a:pt x="249236" y="23622"/>
                  </a:moveTo>
                  <a:lnTo>
                    <a:pt x="223088" y="23622"/>
                  </a:lnTo>
                  <a:lnTo>
                    <a:pt x="254508" y="109854"/>
                  </a:lnTo>
                  <a:lnTo>
                    <a:pt x="280526" y="109854"/>
                  </a:lnTo>
                  <a:lnTo>
                    <a:pt x="249236" y="23622"/>
                  </a:lnTo>
                  <a:close/>
                </a:path>
                <a:path w="634365" h="186054">
                  <a:moveTo>
                    <a:pt x="14042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423" y="22860"/>
                  </a:lnTo>
                  <a:lnTo>
                    <a:pt x="140423" y="0"/>
                  </a:lnTo>
                  <a:close/>
                </a:path>
                <a:path w="634365" h="186054">
                  <a:moveTo>
                    <a:pt x="391020" y="0"/>
                  </a:moveTo>
                  <a:lnTo>
                    <a:pt x="326301" y="0"/>
                  </a:lnTo>
                  <a:lnTo>
                    <a:pt x="326301" y="185674"/>
                  </a:lnTo>
                  <a:lnTo>
                    <a:pt x="352374" y="185674"/>
                  </a:lnTo>
                  <a:lnTo>
                    <a:pt x="352374" y="109347"/>
                  </a:lnTo>
                  <a:lnTo>
                    <a:pt x="420894" y="109347"/>
                  </a:lnTo>
                  <a:lnTo>
                    <a:pt x="418782" y="105028"/>
                  </a:lnTo>
                  <a:lnTo>
                    <a:pt x="425182" y="102600"/>
                  </a:lnTo>
                  <a:lnTo>
                    <a:pt x="430990" y="99504"/>
                  </a:lnTo>
                  <a:lnTo>
                    <a:pt x="436202" y="95742"/>
                  </a:lnTo>
                  <a:lnTo>
                    <a:pt x="440816" y="91313"/>
                  </a:lnTo>
                  <a:lnTo>
                    <a:pt x="444142" y="86995"/>
                  </a:lnTo>
                  <a:lnTo>
                    <a:pt x="352374" y="86995"/>
                  </a:lnTo>
                  <a:lnTo>
                    <a:pt x="352374" y="22860"/>
                  </a:lnTo>
                  <a:lnTo>
                    <a:pt x="446468" y="22860"/>
                  </a:lnTo>
                  <a:lnTo>
                    <a:pt x="444958" y="20058"/>
                  </a:lnTo>
                  <a:lnTo>
                    <a:pt x="437934" y="12700"/>
                  </a:lnTo>
                  <a:lnTo>
                    <a:pt x="428987" y="7125"/>
                  </a:lnTo>
                  <a:lnTo>
                    <a:pt x="418187" y="3159"/>
                  </a:lnTo>
                  <a:lnTo>
                    <a:pt x="405531" y="787"/>
                  </a:lnTo>
                  <a:lnTo>
                    <a:pt x="391020" y="0"/>
                  </a:lnTo>
                  <a:close/>
                </a:path>
                <a:path w="634365" h="186054">
                  <a:moveTo>
                    <a:pt x="420894" y="109347"/>
                  </a:moveTo>
                  <a:lnTo>
                    <a:pt x="393395" y="109347"/>
                  </a:lnTo>
                  <a:lnTo>
                    <a:pt x="431088" y="185674"/>
                  </a:lnTo>
                  <a:lnTo>
                    <a:pt x="458228" y="185674"/>
                  </a:lnTo>
                  <a:lnTo>
                    <a:pt x="420894" y="109347"/>
                  </a:lnTo>
                  <a:close/>
                </a:path>
                <a:path w="634365" h="186054">
                  <a:moveTo>
                    <a:pt x="446468" y="22860"/>
                  </a:moveTo>
                  <a:lnTo>
                    <a:pt x="391769" y="22860"/>
                  </a:lnTo>
                  <a:lnTo>
                    <a:pt x="400075" y="23334"/>
                  </a:lnTo>
                  <a:lnTo>
                    <a:pt x="407254" y="24749"/>
                  </a:lnTo>
                  <a:lnTo>
                    <a:pt x="413304" y="27092"/>
                  </a:lnTo>
                  <a:lnTo>
                    <a:pt x="418223" y="30352"/>
                  </a:lnTo>
                  <a:lnTo>
                    <a:pt x="424014" y="35305"/>
                  </a:lnTo>
                  <a:lnTo>
                    <a:pt x="426923" y="43307"/>
                  </a:lnTo>
                  <a:lnTo>
                    <a:pt x="426923" y="54101"/>
                  </a:lnTo>
                  <a:lnTo>
                    <a:pt x="426356" y="62555"/>
                  </a:lnTo>
                  <a:lnTo>
                    <a:pt x="424656" y="69627"/>
                  </a:lnTo>
                  <a:lnTo>
                    <a:pt x="421929" y="75104"/>
                  </a:lnTo>
                  <a:lnTo>
                    <a:pt x="421822" y="75318"/>
                  </a:lnTo>
                  <a:lnTo>
                    <a:pt x="391769" y="86995"/>
                  </a:lnTo>
                  <a:lnTo>
                    <a:pt x="444142" y="86995"/>
                  </a:lnTo>
                  <a:lnTo>
                    <a:pt x="446577" y="83833"/>
                  </a:lnTo>
                  <a:lnTo>
                    <a:pt x="450591" y="75318"/>
                  </a:lnTo>
                  <a:lnTo>
                    <a:pt x="450692" y="75104"/>
                  </a:lnTo>
                  <a:lnTo>
                    <a:pt x="453163" y="65113"/>
                  </a:lnTo>
                  <a:lnTo>
                    <a:pt x="453968" y="54101"/>
                  </a:lnTo>
                  <a:lnTo>
                    <a:pt x="453986" y="53848"/>
                  </a:lnTo>
                  <a:lnTo>
                    <a:pt x="452984" y="40632"/>
                  </a:lnTo>
                  <a:lnTo>
                    <a:pt x="449975" y="29368"/>
                  </a:lnTo>
                  <a:lnTo>
                    <a:pt x="44646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8131" y="162305"/>
              <a:ext cx="2442641" cy="2540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9654" y="740486"/>
            <a:ext cx="5255895" cy="868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Identifying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steps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execution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threat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scenario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(=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attack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path)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600">
              <a:latin typeface="Arial MT"/>
              <a:cs typeface="Arial MT"/>
            </a:endParaRPr>
          </a:p>
          <a:p>
            <a:pPr marL="3164840">
              <a:lnSpc>
                <a:spcPct val="100000"/>
              </a:lnSpc>
            </a:pPr>
            <a:r>
              <a:rPr dirty="0" sz="1400" spc="-135" b="1">
                <a:latin typeface="Arial"/>
                <a:cs typeface="Arial"/>
              </a:rPr>
              <a:t>Threat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35" b="1">
                <a:latin typeface="Arial"/>
                <a:cs typeface="Arial"/>
              </a:rPr>
              <a:t>scenario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97173" y="1625346"/>
            <a:ext cx="3313429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91440" marR="203200">
              <a:lnSpc>
                <a:spcPct val="100000"/>
              </a:lnSpc>
              <a:spcBef>
                <a:spcPts val="795"/>
              </a:spcBef>
            </a:pPr>
            <a:r>
              <a:rPr dirty="0" sz="1200" spc="-114">
                <a:latin typeface="Arial MT"/>
                <a:cs typeface="Arial MT"/>
              </a:rPr>
              <a:t>Spoofing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Attacker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claims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body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control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and </a:t>
            </a:r>
            <a:r>
              <a:rPr dirty="0" sz="1200" spc="-120">
                <a:latin typeface="Arial MT"/>
                <a:cs typeface="Arial MT"/>
              </a:rPr>
              <a:t>sends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“Lamp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request”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signal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3558" y="2561082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90170" marR="356870">
              <a:lnSpc>
                <a:spcPct val="100000"/>
              </a:lnSpc>
              <a:spcBef>
                <a:spcPts val="800"/>
              </a:spcBef>
            </a:pPr>
            <a:r>
              <a:rPr dirty="0" sz="1200" spc="-110">
                <a:latin typeface="Arial MT"/>
                <a:cs typeface="Arial MT"/>
              </a:rPr>
              <a:t>Attacker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compromises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navigation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from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cellular </a:t>
            </a:r>
            <a:r>
              <a:rPr dirty="0" sz="1200" spc="-10">
                <a:latin typeface="Arial MT"/>
                <a:cs typeface="Arial MT"/>
              </a:rPr>
              <a:t>interface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7365" y="1718005"/>
            <a:ext cx="2807335" cy="827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dirty="0" sz="1400" spc="-150" b="1">
                <a:solidFill>
                  <a:srgbClr val="0000CC"/>
                </a:solidFill>
                <a:latin typeface="Arial"/>
                <a:cs typeface="Arial"/>
              </a:rPr>
              <a:t>Necessary</a:t>
            </a:r>
            <a:r>
              <a:rPr dirty="0" sz="1400" spc="-4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30" b="1">
                <a:solidFill>
                  <a:srgbClr val="0000CC"/>
                </a:solidFill>
                <a:latin typeface="Arial"/>
                <a:cs typeface="Arial"/>
              </a:rPr>
              <a:t>actions</a:t>
            </a:r>
            <a:r>
              <a:rPr dirty="0" sz="1400" spc="-6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14" b="1">
                <a:solidFill>
                  <a:srgbClr val="0000CC"/>
                </a:solidFill>
                <a:latin typeface="Arial"/>
                <a:cs typeface="Arial"/>
              </a:rPr>
              <a:t>for</a:t>
            </a:r>
            <a:r>
              <a:rPr dirty="0" sz="1400" spc="-5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45" b="1">
                <a:solidFill>
                  <a:srgbClr val="0000CC"/>
                </a:solidFill>
                <a:latin typeface="Arial"/>
                <a:cs typeface="Arial"/>
              </a:rPr>
              <a:t>a</a:t>
            </a:r>
            <a:r>
              <a:rPr dirty="0" sz="1400" spc="-6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20" b="1">
                <a:solidFill>
                  <a:srgbClr val="0000CC"/>
                </a:solidFill>
                <a:latin typeface="Arial"/>
                <a:cs typeface="Arial"/>
              </a:rPr>
              <a:t>threat</a:t>
            </a:r>
            <a:r>
              <a:rPr dirty="0" sz="1400" spc="-4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05" b="1">
                <a:solidFill>
                  <a:srgbClr val="0000CC"/>
                </a:solidFill>
                <a:latin typeface="Arial"/>
                <a:cs typeface="Arial"/>
              </a:rPr>
              <a:t>scenario</a:t>
            </a:r>
            <a:endParaRPr sz="14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</a:pPr>
            <a:r>
              <a:rPr dirty="0" sz="1400" spc="-125" b="1">
                <a:solidFill>
                  <a:srgbClr val="0000CC"/>
                </a:solidFill>
                <a:latin typeface="Arial"/>
                <a:cs typeface="Arial"/>
              </a:rPr>
              <a:t>to</a:t>
            </a:r>
            <a:r>
              <a:rPr dirty="0" sz="1400" spc="-4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65" b="1">
                <a:solidFill>
                  <a:srgbClr val="0000CC"/>
                </a:solidFill>
                <a:latin typeface="Arial"/>
                <a:cs typeface="Arial"/>
              </a:rPr>
              <a:t>become</a:t>
            </a:r>
            <a:r>
              <a:rPr dirty="0" sz="1400" spc="-7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000CC"/>
                </a:solidFill>
                <a:latin typeface="Arial"/>
                <a:cs typeface="Arial"/>
              </a:rPr>
              <a:t>real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400" spc="-135" b="1">
                <a:latin typeface="Arial"/>
                <a:cs typeface="Arial"/>
              </a:rPr>
              <a:t>Attack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40" b="1">
                <a:latin typeface="Arial"/>
                <a:cs typeface="Arial"/>
              </a:rPr>
              <a:t>Path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1a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3558" y="3573017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90170" marR="434340">
              <a:lnSpc>
                <a:spcPct val="100000"/>
              </a:lnSpc>
              <a:spcBef>
                <a:spcPts val="810"/>
              </a:spcBef>
            </a:pPr>
            <a:r>
              <a:rPr dirty="0" sz="1200" spc="-130">
                <a:latin typeface="Arial MT"/>
                <a:cs typeface="Arial MT"/>
              </a:rPr>
              <a:t>Compromised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navigation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transmits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malicious </a:t>
            </a:r>
            <a:r>
              <a:rPr dirty="0" sz="1200" spc="-100">
                <a:latin typeface="Arial MT"/>
                <a:cs typeface="Arial MT"/>
              </a:rPr>
              <a:t>control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signals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07365" y="3319017"/>
            <a:ext cx="103949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35" b="1">
                <a:latin typeface="Arial"/>
                <a:cs typeface="Arial"/>
              </a:rPr>
              <a:t>Attack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40" b="1">
                <a:latin typeface="Arial"/>
                <a:cs typeface="Arial"/>
              </a:rPr>
              <a:t>Path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95" b="1">
                <a:latin typeface="Arial"/>
                <a:cs typeface="Arial"/>
              </a:rPr>
              <a:t>1b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3558" y="4586478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90170" marR="414020">
              <a:lnSpc>
                <a:spcPct val="100000"/>
              </a:lnSpc>
              <a:spcBef>
                <a:spcPts val="805"/>
              </a:spcBef>
            </a:pPr>
            <a:r>
              <a:rPr dirty="0" sz="1200" spc="-130">
                <a:latin typeface="Arial MT"/>
                <a:cs typeface="Arial MT"/>
              </a:rPr>
              <a:t>Gateway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forwards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malicious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signals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power </a:t>
            </a:r>
            <a:r>
              <a:rPr dirty="0" sz="1200" spc="-110">
                <a:latin typeface="Arial MT"/>
                <a:cs typeface="Arial MT"/>
              </a:rPr>
              <a:t>switch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actuator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07365" y="4332223"/>
            <a:ext cx="10312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5" b="1">
                <a:latin typeface="Arial"/>
                <a:cs typeface="Arial"/>
              </a:rPr>
              <a:t>Attack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40" b="1">
                <a:latin typeface="Arial"/>
                <a:cs typeface="Arial"/>
              </a:rPr>
              <a:t>Path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90" b="1">
                <a:latin typeface="Arial"/>
                <a:cs typeface="Arial"/>
              </a:rPr>
              <a:t>1c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3558" y="5618226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Malicious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signals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spoof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lamp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request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(OFF)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7365" y="5363336"/>
            <a:ext cx="103949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5" b="1">
                <a:latin typeface="Arial"/>
                <a:cs typeface="Arial"/>
              </a:rPr>
              <a:t>Attack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40" b="1">
                <a:latin typeface="Arial"/>
                <a:cs typeface="Arial"/>
              </a:rPr>
              <a:t>Path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95" b="1">
                <a:latin typeface="Arial"/>
                <a:cs typeface="Arial"/>
              </a:rPr>
              <a:t>1d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584447" y="2200655"/>
            <a:ext cx="1374775" cy="686435"/>
          </a:xfrm>
          <a:custGeom>
            <a:avLst/>
            <a:gdLst/>
            <a:ahLst/>
            <a:cxnLst/>
            <a:rect l="l" t="t" r="r" b="b"/>
            <a:pathLst>
              <a:path w="1374775" h="686435">
                <a:moveTo>
                  <a:pt x="76200" y="609981"/>
                </a:moveTo>
                <a:lnTo>
                  <a:pt x="0" y="648081"/>
                </a:lnTo>
                <a:lnTo>
                  <a:pt x="76200" y="686181"/>
                </a:lnTo>
                <a:lnTo>
                  <a:pt x="76200" y="654431"/>
                </a:lnTo>
                <a:lnTo>
                  <a:pt x="63500" y="654431"/>
                </a:lnTo>
                <a:lnTo>
                  <a:pt x="63500" y="641731"/>
                </a:lnTo>
                <a:lnTo>
                  <a:pt x="76200" y="641731"/>
                </a:lnTo>
                <a:lnTo>
                  <a:pt x="76200" y="609981"/>
                </a:lnTo>
                <a:close/>
              </a:path>
              <a:path w="1374775" h="686435">
                <a:moveTo>
                  <a:pt x="76200" y="641731"/>
                </a:moveTo>
                <a:lnTo>
                  <a:pt x="63500" y="641731"/>
                </a:lnTo>
                <a:lnTo>
                  <a:pt x="63500" y="654431"/>
                </a:lnTo>
                <a:lnTo>
                  <a:pt x="76200" y="654431"/>
                </a:lnTo>
                <a:lnTo>
                  <a:pt x="76200" y="641731"/>
                </a:lnTo>
                <a:close/>
              </a:path>
              <a:path w="1374775" h="686435">
                <a:moveTo>
                  <a:pt x="1361821" y="641731"/>
                </a:moveTo>
                <a:lnTo>
                  <a:pt x="76200" y="641731"/>
                </a:lnTo>
                <a:lnTo>
                  <a:pt x="76200" y="654431"/>
                </a:lnTo>
                <a:lnTo>
                  <a:pt x="1371600" y="654431"/>
                </a:lnTo>
                <a:lnTo>
                  <a:pt x="1374521" y="651637"/>
                </a:lnTo>
                <a:lnTo>
                  <a:pt x="1374521" y="648081"/>
                </a:lnTo>
                <a:lnTo>
                  <a:pt x="1361821" y="648081"/>
                </a:lnTo>
                <a:lnTo>
                  <a:pt x="1361821" y="641731"/>
                </a:lnTo>
                <a:close/>
              </a:path>
              <a:path w="1374775" h="686435">
                <a:moveTo>
                  <a:pt x="1374521" y="0"/>
                </a:moveTo>
                <a:lnTo>
                  <a:pt x="1361821" y="0"/>
                </a:lnTo>
                <a:lnTo>
                  <a:pt x="1361821" y="648081"/>
                </a:lnTo>
                <a:lnTo>
                  <a:pt x="1368171" y="641731"/>
                </a:lnTo>
                <a:lnTo>
                  <a:pt x="1374521" y="641731"/>
                </a:lnTo>
                <a:lnTo>
                  <a:pt x="1374521" y="0"/>
                </a:lnTo>
                <a:close/>
              </a:path>
              <a:path w="1374775" h="686435">
                <a:moveTo>
                  <a:pt x="1374521" y="641731"/>
                </a:moveTo>
                <a:lnTo>
                  <a:pt x="1368171" y="641731"/>
                </a:lnTo>
                <a:lnTo>
                  <a:pt x="1361821" y="648081"/>
                </a:lnTo>
                <a:lnTo>
                  <a:pt x="1374521" y="648081"/>
                </a:lnTo>
                <a:lnTo>
                  <a:pt x="1374521" y="6417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891283" y="3136392"/>
            <a:ext cx="76200" cy="436880"/>
          </a:xfrm>
          <a:custGeom>
            <a:avLst/>
            <a:gdLst/>
            <a:ahLst/>
            <a:cxnLst/>
            <a:rect l="l" t="t" r="r" b="b"/>
            <a:pathLst>
              <a:path w="76200" h="436879">
                <a:moveTo>
                  <a:pt x="31750" y="360553"/>
                </a:moveTo>
                <a:lnTo>
                  <a:pt x="0" y="360553"/>
                </a:lnTo>
                <a:lnTo>
                  <a:pt x="38100" y="436753"/>
                </a:lnTo>
                <a:lnTo>
                  <a:pt x="69850" y="373253"/>
                </a:lnTo>
                <a:lnTo>
                  <a:pt x="31750" y="373253"/>
                </a:lnTo>
                <a:lnTo>
                  <a:pt x="31750" y="360553"/>
                </a:lnTo>
                <a:close/>
              </a:path>
              <a:path w="76200" h="436879">
                <a:moveTo>
                  <a:pt x="44450" y="0"/>
                </a:moveTo>
                <a:lnTo>
                  <a:pt x="31750" y="0"/>
                </a:lnTo>
                <a:lnTo>
                  <a:pt x="31750" y="373253"/>
                </a:lnTo>
                <a:lnTo>
                  <a:pt x="44450" y="373253"/>
                </a:lnTo>
                <a:lnTo>
                  <a:pt x="44450" y="0"/>
                </a:lnTo>
                <a:close/>
              </a:path>
              <a:path w="76200" h="436879">
                <a:moveTo>
                  <a:pt x="76200" y="360553"/>
                </a:moveTo>
                <a:lnTo>
                  <a:pt x="44450" y="360553"/>
                </a:lnTo>
                <a:lnTo>
                  <a:pt x="44450" y="373253"/>
                </a:lnTo>
                <a:lnTo>
                  <a:pt x="69850" y="373253"/>
                </a:lnTo>
                <a:lnTo>
                  <a:pt x="76200" y="360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891283" y="4148328"/>
            <a:ext cx="76200" cy="436880"/>
          </a:xfrm>
          <a:custGeom>
            <a:avLst/>
            <a:gdLst/>
            <a:ahLst/>
            <a:cxnLst/>
            <a:rect l="l" t="t" r="r" b="b"/>
            <a:pathLst>
              <a:path w="76200" h="436879">
                <a:moveTo>
                  <a:pt x="31750" y="360553"/>
                </a:moveTo>
                <a:lnTo>
                  <a:pt x="0" y="360553"/>
                </a:lnTo>
                <a:lnTo>
                  <a:pt x="38100" y="436753"/>
                </a:lnTo>
                <a:lnTo>
                  <a:pt x="69850" y="373253"/>
                </a:lnTo>
                <a:lnTo>
                  <a:pt x="31750" y="373253"/>
                </a:lnTo>
                <a:lnTo>
                  <a:pt x="31750" y="360553"/>
                </a:lnTo>
                <a:close/>
              </a:path>
              <a:path w="76200" h="436879">
                <a:moveTo>
                  <a:pt x="44450" y="0"/>
                </a:moveTo>
                <a:lnTo>
                  <a:pt x="31750" y="0"/>
                </a:lnTo>
                <a:lnTo>
                  <a:pt x="31750" y="373253"/>
                </a:lnTo>
                <a:lnTo>
                  <a:pt x="44450" y="373253"/>
                </a:lnTo>
                <a:lnTo>
                  <a:pt x="44450" y="0"/>
                </a:lnTo>
                <a:close/>
              </a:path>
              <a:path w="76200" h="436879">
                <a:moveTo>
                  <a:pt x="76200" y="360553"/>
                </a:moveTo>
                <a:lnTo>
                  <a:pt x="44450" y="360553"/>
                </a:lnTo>
                <a:lnTo>
                  <a:pt x="44450" y="373253"/>
                </a:lnTo>
                <a:lnTo>
                  <a:pt x="69850" y="373253"/>
                </a:lnTo>
                <a:lnTo>
                  <a:pt x="76200" y="360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891283" y="5161788"/>
            <a:ext cx="76200" cy="436880"/>
          </a:xfrm>
          <a:custGeom>
            <a:avLst/>
            <a:gdLst/>
            <a:ahLst/>
            <a:cxnLst/>
            <a:rect l="l" t="t" r="r" b="b"/>
            <a:pathLst>
              <a:path w="76200" h="436879">
                <a:moveTo>
                  <a:pt x="31750" y="360553"/>
                </a:moveTo>
                <a:lnTo>
                  <a:pt x="0" y="360553"/>
                </a:lnTo>
                <a:lnTo>
                  <a:pt x="38100" y="436803"/>
                </a:lnTo>
                <a:lnTo>
                  <a:pt x="69854" y="373253"/>
                </a:lnTo>
                <a:lnTo>
                  <a:pt x="31750" y="373253"/>
                </a:lnTo>
                <a:lnTo>
                  <a:pt x="31750" y="360553"/>
                </a:lnTo>
                <a:close/>
              </a:path>
              <a:path w="76200" h="436879">
                <a:moveTo>
                  <a:pt x="44450" y="0"/>
                </a:moveTo>
                <a:lnTo>
                  <a:pt x="31750" y="0"/>
                </a:lnTo>
                <a:lnTo>
                  <a:pt x="31750" y="373253"/>
                </a:lnTo>
                <a:lnTo>
                  <a:pt x="44450" y="373253"/>
                </a:lnTo>
                <a:lnTo>
                  <a:pt x="44450" y="0"/>
                </a:lnTo>
                <a:close/>
              </a:path>
              <a:path w="76200" h="436879">
                <a:moveTo>
                  <a:pt x="76200" y="360553"/>
                </a:moveTo>
                <a:lnTo>
                  <a:pt x="44450" y="360553"/>
                </a:lnTo>
                <a:lnTo>
                  <a:pt x="44450" y="373253"/>
                </a:lnTo>
                <a:lnTo>
                  <a:pt x="69854" y="373253"/>
                </a:lnTo>
                <a:lnTo>
                  <a:pt x="76200" y="360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6504431" y="3429000"/>
            <a:ext cx="935990" cy="360045"/>
          </a:xfrm>
          <a:custGeom>
            <a:avLst/>
            <a:gdLst/>
            <a:ahLst/>
            <a:cxnLst/>
            <a:rect l="l" t="t" r="r" b="b"/>
            <a:pathLst>
              <a:path w="935990" h="360045">
                <a:moveTo>
                  <a:pt x="875792" y="0"/>
                </a:moveTo>
                <a:lnTo>
                  <a:pt x="59944" y="0"/>
                </a:lnTo>
                <a:lnTo>
                  <a:pt x="36593" y="4704"/>
                </a:lnTo>
                <a:lnTo>
                  <a:pt x="17541" y="17541"/>
                </a:lnTo>
                <a:lnTo>
                  <a:pt x="4704" y="36593"/>
                </a:lnTo>
                <a:lnTo>
                  <a:pt x="0" y="59944"/>
                </a:lnTo>
                <a:lnTo>
                  <a:pt x="0" y="299719"/>
                </a:lnTo>
                <a:lnTo>
                  <a:pt x="4704" y="323070"/>
                </a:lnTo>
                <a:lnTo>
                  <a:pt x="17541" y="342122"/>
                </a:lnTo>
                <a:lnTo>
                  <a:pt x="36593" y="354959"/>
                </a:lnTo>
                <a:lnTo>
                  <a:pt x="59944" y="359663"/>
                </a:lnTo>
                <a:lnTo>
                  <a:pt x="875792" y="359663"/>
                </a:lnTo>
                <a:lnTo>
                  <a:pt x="899142" y="354959"/>
                </a:lnTo>
                <a:lnTo>
                  <a:pt x="918194" y="342122"/>
                </a:lnTo>
                <a:lnTo>
                  <a:pt x="931031" y="323070"/>
                </a:lnTo>
                <a:lnTo>
                  <a:pt x="935736" y="299719"/>
                </a:lnTo>
                <a:lnTo>
                  <a:pt x="935736" y="59944"/>
                </a:lnTo>
                <a:lnTo>
                  <a:pt x="931031" y="36593"/>
                </a:lnTo>
                <a:lnTo>
                  <a:pt x="918194" y="17541"/>
                </a:lnTo>
                <a:lnTo>
                  <a:pt x="899142" y="4704"/>
                </a:lnTo>
                <a:lnTo>
                  <a:pt x="87579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663943" y="3411473"/>
            <a:ext cx="617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165" marR="5080" indent="-1651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Arial MT"/>
                <a:cs typeface="Arial MT"/>
              </a:rPr>
              <a:t>Navigation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ECU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504431" y="4119371"/>
            <a:ext cx="935990" cy="360045"/>
          </a:xfrm>
          <a:custGeom>
            <a:avLst/>
            <a:gdLst/>
            <a:ahLst/>
            <a:cxnLst/>
            <a:rect l="l" t="t" r="r" b="b"/>
            <a:pathLst>
              <a:path w="935990" h="360045">
                <a:moveTo>
                  <a:pt x="875792" y="0"/>
                </a:moveTo>
                <a:lnTo>
                  <a:pt x="59944" y="0"/>
                </a:lnTo>
                <a:lnTo>
                  <a:pt x="36593" y="4704"/>
                </a:lnTo>
                <a:lnTo>
                  <a:pt x="17541" y="17541"/>
                </a:lnTo>
                <a:lnTo>
                  <a:pt x="4704" y="36593"/>
                </a:lnTo>
                <a:lnTo>
                  <a:pt x="0" y="59943"/>
                </a:lnTo>
                <a:lnTo>
                  <a:pt x="0" y="299719"/>
                </a:lnTo>
                <a:lnTo>
                  <a:pt x="4704" y="323070"/>
                </a:lnTo>
                <a:lnTo>
                  <a:pt x="17541" y="342122"/>
                </a:lnTo>
                <a:lnTo>
                  <a:pt x="36593" y="354959"/>
                </a:lnTo>
                <a:lnTo>
                  <a:pt x="59944" y="359663"/>
                </a:lnTo>
                <a:lnTo>
                  <a:pt x="875792" y="359663"/>
                </a:lnTo>
                <a:lnTo>
                  <a:pt x="899142" y="354959"/>
                </a:lnTo>
                <a:lnTo>
                  <a:pt x="918194" y="342122"/>
                </a:lnTo>
                <a:lnTo>
                  <a:pt x="931031" y="323070"/>
                </a:lnTo>
                <a:lnTo>
                  <a:pt x="935736" y="299719"/>
                </a:lnTo>
                <a:lnTo>
                  <a:pt x="935736" y="59943"/>
                </a:lnTo>
                <a:lnTo>
                  <a:pt x="931031" y="36593"/>
                </a:lnTo>
                <a:lnTo>
                  <a:pt x="918194" y="17541"/>
                </a:lnTo>
                <a:lnTo>
                  <a:pt x="899142" y="4704"/>
                </a:lnTo>
                <a:lnTo>
                  <a:pt x="87579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712711" y="4101845"/>
            <a:ext cx="52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dirty="0" sz="1200" spc="-130">
                <a:solidFill>
                  <a:srgbClr val="FFFFFF"/>
                </a:solidFill>
                <a:latin typeface="Arial MT"/>
                <a:cs typeface="Arial MT"/>
              </a:rPr>
              <a:t>Gateway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ECU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559808" y="4809744"/>
            <a:ext cx="935990" cy="635635"/>
          </a:xfrm>
          <a:custGeom>
            <a:avLst/>
            <a:gdLst/>
            <a:ahLst/>
            <a:cxnLst/>
            <a:rect l="l" t="t" r="r" b="b"/>
            <a:pathLst>
              <a:path w="935989" h="635635">
                <a:moveTo>
                  <a:pt x="829817" y="0"/>
                </a:moveTo>
                <a:lnTo>
                  <a:pt x="105917" y="0"/>
                </a:lnTo>
                <a:lnTo>
                  <a:pt x="64668" y="8316"/>
                </a:lnTo>
                <a:lnTo>
                  <a:pt x="31003" y="31003"/>
                </a:lnTo>
                <a:lnTo>
                  <a:pt x="8316" y="64668"/>
                </a:lnTo>
                <a:lnTo>
                  <a:pt x="0" y="105917"/>
                </a:lnTo>
                <a:lnTo>
                  <a:pt x="0" y="529589"/>
                </a:lnTo>
                <a:lnTo>
                  <a:pt x="8316" y="570839"/>
                </a:lnTo>
                <a:lnTo>
                  <a:pt x="31003" y="604504"/>
                </a:lnTo>
                <a:lnTo>
                  <a:pt x="64668" y="627191"/>
                </a:lnTo>
                <a:lnTo>
                  <a:pt x="105917" y="635507"/>
                </a:lnTo>
                <a:lnTo>
                  <a:pt x="829817" y="635507"/>
                </a:lnTo>
                <a:lnTo>
                  <a:pt x="871067" y="627191"/>
                </a:lnTo>
                <a:lnTo>
                  <a:pt x="904732" y="604504"/>
                </a:lnTo>
                <a:lnTo>
                  <a:pt x="927419" y="570839"/>
                </a:lnTo>
                <a:lnTo>
                  <a:pt x="935736" y="529589"/>
                </a:lnTo>
                <a:lnTo>
                  <a:pt x="935736" y="105917"/>
                </a:lnTo>
                <a:lnTo>
                  <a:pt x="927419" y="64668"/>
                </a:lnTo>
                <a:lnTo>
                  <a:pt x="904732" y="31003"/>
                </a:lnTo>
                <a:lnTo>
                  <a:pt x="871067" y="8316"/>
                </a:lnTo>
                <a:lnTo>
                  <a:pt x="829817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711952" y="4809744"/>
            <a:ext cx="935990" cy="635635"/>
          </a:xfrm>
          <a:custGeom>
            <a:avLst/>
            <a:gdLst/>
            <a:ahLst/>
            <a:cxnLst/>
            <a:rect l="l" t="t" r="r" b="b"/>
            <a:pathLst>
              <a:path w="935990" h="635635">
                <a:moveTo>
                  <a:pt x="829818" y="0"/>
                </a:moveTo>
                <a:lnTo>
                  <a:pt x="105918" y="0"/>
                </a:lnTo>
                <a:lnTo>
                  <a:pt x="64668" y="8316"/>
                </a:lnTo>
                <a:lnTo>
                  <a:pt x="31003" y="31003"/>
                </a:lnTo>
                <a:lnTo>
                  <a:pt x="8316" y="64668"/>
                </a:lnTo>
                <a:lnTo>
                  <a:pt x="0" y="105917"/>
                </a:lnTo>
                <a:lnTo>
                  <a:pt x="0" y="529589"/>
                </a:lnTo>
                <a:lnTo>
                  <a:pt x="8316" y="570839"/>
                </a:lnTo>
                <a:lnTo>
                  <a:pt x="31003" y="604504"/>
                </a:lnTo>
                <a:lnTo>
                  <a:pt x="64668" y="627191"/>
                </a:lnTo>
                <a:lnTo>
                  <a:pt x="105918" y="635507"/>
                </a:lnTo>
                <a:lnTo>
                  <a:pt x="829818" y="635507"/>
                </a:lnTo>
                <a:lnTo>
                  <a:pt x="871067" y="627191"/>
                </a:lnTo>
                <a:lnTo>
                  <a:pt x="904732" y="604504"/>
                </a:lnTo>
                <a:lnTo>
                  <a:pt x="927419" y="570839"/>
                </a:lnTo>
                <a:lnTo>
                  <a:pt x="935736" y="529589"/>
                </a:lnTo>
                <a:lnTo>
                  <a:pt x="935736" y="105917"/>
                </a:lnTo>
                <a:lnTo>
                  <a:pt x="927419" y="64668"/>
                </a:lnTo>
                <a:lnTo>
                  <a:pt x="904732" y="31003"/>
                </a:lnTo>
                <a:lnTo>
                  <a:pt x="871067" y="8316"/>
                </a:lnTo>
                <a:lnTo>
                  <a:pt x="829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7223759" y="4809744"/>
            <a:ext cx="1297305" cy="635635"/>
            <a:chOff x="7223759" y="4809744"/>
            <a:chExt cx="1297305" cy="635635"/>
          </a:xfrm>
        </p:grpSpPr>
        <p:sp>
          <p:nvSpPr>
            <p:cNvPr id="30" name="object 30" descr=""/>
            <p:cNvSpPr/>
            <p:nvPr/>
          </p:nvSpPr>
          <p:spPr>
            <a:xfrm>
              <a:off x="7223759" y="4809744"/>
              <a:ext cx="935990" cy="635635"/>
            </a:xfrm>
            <a:custGeom>
              <a:avLst/>
              <a:gdLst/>
              <a:ahLst/>
              <a:cxnLst/>
              <a:rect l="l" t="t" r="r" b="b"/>
              <a:pathLst>
                <a:path w="935990" h="635635">
                  <a:moveTo>
                    <a:pt x="829818" y="0"/>
                  </a:moveTo>
                  <a:lnTo>
                    <a:pt x="105918" y="0"/>
                  </a:lnTo>
                  <a:lnTo>
                    <a:pt x="64668" y="8316"/>
                  </a:lnTo>
                  <a:lnTo>
                    <a:pt x="31003" y="31003"/>
                  </a:lnTo>
                  <a:lnTo>
                    <a:pt x="8316" y="64668"/>
                  </a:lnTo>
                  <a:lnTo>
                    <a:pt x="0" y="105917"/>
                  </a:lnTo>
                  <a:lnTo>
                    <a:pt x="0" y="529589"/>
                  </a:lnTo>
                  <a:lnTo>
                    <a:pt x="8316" y="570839"/>
                  </a:lnTo>
                  <a:lnTo>
                    <a:pt x="31003" y="604504"/>
                  </a:lnTo>
                  <a:lnTo>
                    <a:pt x="64668" y="627191"/>
                  </a:lnTo>
                  <a:lnTo>
                    <a:pt x="105918" y="635507"/>
                  </a:lnTo>
                  <a:lnTo>
                    <a:pt x="829818" y="635507"/>
                  </a:lnTo>
                  <a:lnTo>
                    <a:pt x="871067" y="627191"/>
                  </a:lnTo>
                  <a:lnTo>
                    <a:pt x="904732" y="604504"/>
                  </a:lnTo>
                  <a:lnTo>
                    <a:pt x="927419" y="570839"/>
                  </a:lnTo>
                  <a:lnTo>
                    <a:pt x="935736" y="529589"/>
                  </a:lnTo>
                  <a:lnTo>
                    <a:pt x="935736" y="105917"/>
                  </a:lnTo>
                  <a:lnTo>
                    <a:pt x="927419" y="64668"/>
                  </a:lnTo>
                  <a:lnTo>
                    <a:pt x="904732" y="31003"/>
                  </a:lnTo>
                  <a:lnTo>
                    <a:pt x="871067" y="8316"/>
                  </a:lnTo>
                  <a:lnTo>
                    <a:pt x="82981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1687" y="4899660"/>
              <a:ext cx="348996" cy="380999"/>
            </a:xfrm>
            <a:prstGeom prst="rect">
              <a:avLst/>
            </a:prstGeom>
          </p:spPr>
        </p:pic>
      </p:grpSp>
      <p:pic>
        <p:nvPicPr>
          <p:cNvPr id="32" name="object 3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41454" y="3381784"/>
            <a:ext cx="153594" cy="234611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32091" y="3662225"/>
            <a:ext cx="243784" cy="249775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7434326" y="3387978"/>
            <a:ext cx="673735" cy="34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7170" algn="l"/>
              </a:tabLst>
            </a:pP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u="heavy" sz="8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Bluetooth</a:t>
            </a:r>
            <a:r>
              <a:rPr dirty="0" u="heavy" sz="800" spc="5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17170" algn="l"/>
                <a:tab pos="660400" algn="l"/>
              </a:tabLst>
            </a:pP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u="heavy" sz="8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Cellular</a:t>
            </a:r>
            <a:r>
              <a:rPr dirty="0" u="heavy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35" name="object 35" descr=""/>
          <p:cNvGraphicFramePr>
            <a:graphicFrameLocks noGrp="1"/>
          </p:cNvGraphicFramePr>
          <p:nvPr/>
        </p:nvGraphicFramePr>
        <p:xfrm>
          <a:off x="4401311" y="4475226"/>
          <a:ext cx="4343400" cy="1258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2820"/>
                <a:gridCol w="325119"/>
                <a:gridCol w="252094"/>
                <a:gridCol w="1440180"/>
              </a:tblGrid>
              <a:tr h="2457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6995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800" spc="-8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Item</a:t>
                      </a:r>
                      <a:r>
                        <a:rPr dirty="0" sz="800" spc="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boundary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571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13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7675" marR="123825" indent="-111760">
                        <a:lnSpc>
                          <a:spcPct val="100000"/>
                        </a:lnSpc>
                        <a:tabLst>
                          <a:tab pos="1089025" algn="l"/>
                          <a:tab pos="1337310" algn="l"/>
                          <a:tab pos="1437005" algn="l"/>
                          <a:tab pos="163004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200">
                          <a:solidFill>
                            <a:srgbClr val="FFFF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	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Body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switch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			</a:t>
                      </a:r>
                      <a:r>
                        <a:rPr dirty="0" sz="1200" spc="-1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ECU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73355">
                        <a:lnSpc>
                          <a:spcPct val="100000"/>
                        </a:lnSpc>
                      </a:pPr>
                      <a:r>
                        <a:rPr dirty="0" sz="1000" spc="-114" b="1">
                          <a:latin typeface="Arial"/>
                          <a:cs typeface="Arial"/>
                        </a:rPr>
                        <a:t>Headlamp</a:t>
                      </a:r>
                      <a:r>
                        <a:rPr dirty="0" sz="10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b="1">
                          <a:latin typeface="Arial"/>
                          <a:cs typeface="Arial"/>
                        </a:rPr>
                        <a:t>system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9525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marL="240029" marR="736600" indent="5016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2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Power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switch </a:t>
                      </a:r>
                      <a:r>
                        <a:rPr dirty="0" sz="1200" spc="-10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actuator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5095">
                    <a:lnR w="9525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</a:tr>
              <a:tr h="6115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9525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 spc="-25">
                          <a:latin typeface="Arial MT"/>
                          <a:cs typeface="Arial MT"/>
                        </a:rPr>
                        <a:t>CAN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58419">
                    <a:lnT w="571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5095">
                    <a:lnR w="9525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FF0000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  <p:sp>
        <p:nvSpPr>
          <p:cNvPr id="36" name="object 36" descr=""/>
          <p:cNvSpPr/>
          <p:nvPr/>
        </p:nvSpPr>
        <p:spPr>
          <a:xfrm>
            <a:off x="6973061" y="3789426"/>
            <a:ext cx="0" cy="330200"/>
          </a:xfrm>
          <a:custGeom>
            <a:avLst/>
            <a:gdLst/>
            <a:ahLst/>
            <a:cxnLst/>
            <a:rect l="l" t="t" r="r" b="b"/>
            <a:pathLst>
              <a:path w="0" h="330200">
                <a:moveTo>
                  <a:pt x="0" y="0"/>
                </a:moveTo>
                <a:lnTo>
                  <a:pt x="0" y="330200"/>
                </a:lnTo>
              </a:path>
            </a:pathLst>
          </a:custGeom>
          <a:ln w="533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17627" y="171830"/>
              <a:ext cx="634365" cy="186055"/>
            </a:xfrm>
            <a:custGeom>
              <a:avLst/>
              <a:gdLst/>
              <a:ahLst/>
              <a:cxnLst/>
              <a:rect l="l" t="t" r="r" b="b"/>
              <a:pathLst>
                <a:path w="634365" h="186054">
                  <a:moveTo>
                    <a:pt x="566801" y="0"/>
                  </a:moveTo>
                  <a:lnTo>
                    <a:pt x="532142" y="0"/>
                  </a:lnTo>
                  <a:lnTo>
                    <a:pt x="465543" y="185674"/>
                  </a:lnTo>
                  <a:lnTo>
                    <a:pt x="492607" y="185674"/>
                  </a:lnTo>
                  <a:lnTo>
                    <a:pt x="511327" y="132842"/>
                  </a:lnTo>
                  <a:lnTo>
                    <a:pt x="615003" y="132842"/>
                  </a:lnTo>
                  <a:lnTo>
                    <a:pt x="606662" y="109854"/>
                  </a:lnTo>
                  <a:lnTo>
                    <a:pt x="518071" y="109854"/>
                  </a:lnTo>
                  <a:lnTo>
                    <a:pt x="549224" y="23622"/>
                  </a:lnTo>
                  <a:lnTo>
                    <a:pt x="575372" y="23622"/>
                  </a:lnTo>
                  <a:lnTo>
                    <a:pt x="566801" y="0"/>
                  </a:lnTo>
                  <a:close/>
                </a:path>
                <a:path w="634365" h="186054">
                  <a:moveTo>
                    <a:pt x="615003" y="132842"/>
                  </a:moveTo>
                  <a:lnTo>
                    <a:pt x="587616" y="132842"/>
                  </a:lnTo>
                  <a:lnTo>
                    <a:pt x="606844" y="185674"/>
                  </a:lnTo>
                  <a:lnTo>
                    <a:pt x="634174" y="185674"/>
                  </a:lnTo>
                  <a:lnTo>
                    <a:pt x="615003" y="132842"/>
                  </a:lnTo>
                  <a:close/>
                </a:path>
                <a:path w="634365" h="186054">
                  <a:moveTo>
                    <a:pt x="575372" y="23622"/>
                  </a:moveTo>
                  <a:lnTo>
                    <a:pt x="549224" y="23622"/>
                  </a:lnTo>
                  <a:lnTo>
                    <a:pt x="580644" y="109854"/>
                  </a:lnTo>
                  <a:lnTo>
                    <a:pt x="606662" y="109854"/>
                  </a:lnTo>
                  <a:lnTo>
                    <a:pt x="575372" y="23622"/>
                  </a:lnTo>
                  <a:close/>
                </a:path>
                <a:path w="634365" h="186054">
                  <a:moveTo>
                    <a:pt x="83235" y="22860"/>
                  </a:moveTo>
                  <a:lnTo>
                    <a:pt x="57188" y="22860"/>
                  </a:lnTo>
                  <a:lnTo>
                    <a:pt x="57188" y="185674"/>
                  </a:lnTo>
                  <a:lnTo>
                    <a:pt x="83235" y="185674"/>
                  </a:lnTo>
                  <a:lnTo>
                    <a:pt x="83235" y="22860"/>
                  </a:lnTo>
                  <a:close/>
                </a:path>
                <a:path w="634365" h="186054">
                  <a:moveTo>
                    <a:pt x="240665" y="0"/>
                  </a:moveTo>
                  <a:lnTo>
                    <a:pt x="206006" y="0"/>
                  </a:lnTo>
                  <a:lnTo>
                    <a:pt x="139407" y="185674"/>
                  </a:lnTo>
                  <a:lnTo>
                    <a:pt x="166471" y="185674"/>
                  </a:lnTo>
                  <a:lnTo>
                    <a:pt x="185191" y="132842"/>
                  </a:lnTo>
                  <a:lnTo>
                    <a:pt x="288867" y="132842"/>
                  </a:lnTo>
                  <a:lnTo>
                    <a:pt x="280526" y="109854"/>
                  </a:lnTo>
                  <a:lnTo>
                    <a:pt x="191935" y="109854"/>
                  </a:lnTo>
                  <a:lnTo>
                    <a:pt x="223088" y="23622"/>
                  </a:lnTo>
                  <a:lnTo>
                    <a:pt x="249236" y="23622"/>
                  </a:lnTo>
                  <a:lnTo>
                    <a:pt x="240665" y="0"/>
                  </a:lnTo>
                  <a:close/>
                </a:path>
                <a:path w="634365" h="186054">
                  <a:moveTo>
                    <a:pt x="288867" y="132842"/>
                  </a:moveTo>
                  <a:lnTo>
                    <a:pt x="261480" y="132842"/>
                  </a:lnTo>
                  <a:lnTo>
                    <a:pt x="280708" y="185674"/>
                  </a:lnTo>
                  <a:lnTo>
                    <a:pt x="308038" y="185674"/>
                  </a:lnTo>
                  <a:lnTo>
                    <a:pt x="288867" y="132842"/>
                  </a:lnTo>
                  <a:close/>
                </a:path>
                <a:path w="634365" h="186054">
                  <a:moveTo>
                    <a:pt x="249236" y="23622"/>
                  </a:moveTo>
                  <a:lnTo>
                    <a:pt x="223088" y="23622"/>
                  </a:lnTo>
                  <a:lnTo>
                    <a:pt x="254508" y="109854"/>
                  </a:lnTo>
                  <a:lnTo>
                    <a:pt x="280526" y="109854"/>
                  </a:lnTo>
                  <a:lnTo>
                    <a:pt x="249236" y="23622"/>
                  </a:lnTo>
                  <a:close/>
                </a:path>
                <a:path w="634365" h="186054">
                  <a:moveTo>
                    <a:pt x="14042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423" y="22860"/>
                  </a:lnTo>
                  <a:lnTo>
                    <a:pt x="140423" y="0"/>
                  </a:lnTo>
                  <a:close/>
                </a:path>
                <a:path w="634365" h="186054">
                  <a:moveTo>
                    <a:pt x="391020" y="0"/>
                  </a:moveTo>
                  <a:lnTo>
                    <a:pt x="326301" y="0"/>
                  </a:lnTo>
                  <a:lnTo>
                    <a:pt x="326301" y="185674"/>
                  </a:lnTo>
                  <a:lnTo>
                    <a:pt x="352374" y="185674"/>
                  </a:lnTo>
                  <a:lnTo>
                    <a:pt x="352374" y="109347"/>
                  </a:lnTo>
                  <a:lnTo>
                    <a:pt x="420894" y="109347"/>
                  </a:lnTo>
                  <a:lnTo>
                    <a:pt x="418782" y="105028"/>
                  </a:lnTo>
                  <a:lnTo>
                    <a:pt x="425182" y="102600"/>
                  </a:lnTo>
                  <a:lnTo>
                    <a:pt x="430990" y="99504"/>
                  </a:lnTo>
                  <a:lnTo>
                    <a:pt x="436202" y="95742"/>
                  </a:lnTo>
                  <a:lnTo>
                    <a:pt x="440816" y="91313"/>
                  </a:lnTo>
                  <a:lnTo>
                    <a:pt x="444142" y="86995"/>
                  </a:lnTo>
                  <a:lnTo>
                    <a:pt x="352374" y="86995"/>
                  </a:lnTo>
                  <a:lnTo>
                    <a:pt x="352374" y="22860"/>
                  </a:lnTo>
                  <a:lnTo>
                    <a:pt x="446468" y="22860"/>
                  </a:lnTo>
                  <a:lnTo>
                    <a:pt x="444958" y="20058"/>
                  </a:lnTo>
                  <a:lnTo>
                    <a:pt x="437934" y="12700"/>
                  </a:lnTo>
                  <a:lnTo>
                    <a:pt x="428987" y="7125"/>
                  </a:lnTo>
                  <a:lnTo>
                    <a:pt x="418187" y="3159"/>
                  </a:lnTo>
                  <a:lnTo>
                    <a:pt x="405531" y="787"/>
                  </a:lnTo>
                  <a:lnTo>
                    <a:pt x="391020" y="0"/>
                  </a:lnTo>
                  <a:close/>
                </a:path>
                <a:path w="634365" h="186054">
                  <a:moveTo>
                    <a:pt x="420894" y="109347"/>
                  </a:moveTo>
                  <a:lnTo>
                    <a:pt x="393395" y="109347"/>
                  </a:lnTo>
                  <a:lnTo>
                    <a:pt x="431088" y="185674"/>
                  </a:lnTo>
                  <a:lnTo>
                    <a:pt x="458228" y="185674"/>
                  </a:lnTo>
                  <a:lnTo>
                    <a:pt x="420894" y="109347"/>
                  </a:lnTo>
                  <a:close/>
                </a:path>
                <a:path w="634365" h="186054">
                  <a:moveTo>
                    <a:pt x="446468" y="22860"/>
                  </a:moveTo>
                  <a:lnTo>
                    <a:pt x="391769" y="22860"/>
                  </a:lnTo>
                  <a:lnTo>
                    <a:pt x="400075" y="23334"/>
                  </a:lnTo>
                  <a:lnTo>
                    <a:pt x="407254" y="24749"/>
                  </a:lnTo>
                  <a:lnTo>
                    <a:pt x="413304" y="27092"/>
                  </a:lnTo>
                  <a:lnTo>
                    <a:pt x="418223" y="30352"/>
                  </a:lnTo>
                  <a:lnTo>
                    <a:pt x="424014" y="35305"/>
                  </a:lnTo>
                  <a:lnTo>
                    <a:pt x="426923" y="43307"/>
                  </a:lnTo>
                  <a:lnTo>
                    <a:pt x="426923" y="54101"/>
                  </a:lnTo>
                  <a:lnTo>
                    <a:pt x="426356" y="62555"/>
                  </a:lnTo>
                  <a:lnTo>
                    <a:pt x="424656" y="69627"/>
                  </a:lnTo>
                  <a:lnTo>
                    <a:pt x="421929" y="75104"/>
                  </a:lnTo>
                  <a:lnTo>
                    <a:pt x="421822" y="75318"/>
                  </a:lnTo>
                  <a:lnTo>
                    <a:pt x="391769" y="86995"/>
                  </a:lnTo>
                  <a:lnTo>
                    <a:pt x="444142" y="86995"/>
                  </a:lnTo>
                  <a:lnTo>
                    <a:pt x="446577" y="83833"/>
                  </a:lnTo>
                  <a:lnTo>
                    <a:pt x="450591" y="75318"/>
                  </a:lnTo>
                  <a:lnTo>
                    <a:pt x="450692" y="75104"/>
                  </a:lnTo>
                  <a:lnTo>
                    <a:pt x="453163" y="65113"/>
                  </a:lnTo>
                  <a:lnTo>
                    <a:pt x="453968" y="54101"/>
                  </a:lnTo>
                  <a:lnTo>
                    <a:pt x="453986" y="53848"/>
                  </a:lnTo>
                  <a:lnTo>
                    <a:pt x="452984" y="40632"/>
                  </a:lnTo>
                  <a:lnTo>
                    <a:pt x="449975" y="29368"/>
                  </a:lnTo>
                  <a:lnTo>
                    <a:pt x="44646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8131" y="162305"/>
              <a:ext cx="2772841" cy="2540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9654" y="614526"/>
            <a:ext cx="5621020" cy="11328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rating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these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categories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solidFill>
                  <a:srgbClr val="0000CC"/>
                </a:solidFill>
                <a:latin typeface="Arial MT"/>
                <a:cs typeface="Arial MT"/>
              </a:rPr>
              <a:t>High</a:t>
            </a:r>
            <a:r>
              <a:rPr dirty="0" sz="1600" spc="-7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(The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attack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path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accomplished</a:t>
            </a:r>
            <a:r>
              <a:rPr dirty="0" sz="1600" spc="-11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utilizing)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low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effort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5">
                <a:solidFill>
                  <a:srgbClr val="0000CC"/>
                </a:solidFill>
                <a:latin typeface="Arial MT"/>
                <a:cs typeface="Arial MT"/>
              </a:rPr>
              <a:t>Medium</a:t>
            </a:r>
            <a:r>
              <a:rPr dirty="0" sz="1600" spc="-9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medium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effort,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85">
                <a:solidFill>
                  <a:srgbClr val="0000CC"/>
                </a:solidFill>
                <a:latin typeface="Arial MT"/>
                <a:cs typeface="Arial MT"/>
              </a:rPr>
              <a:t>Low</a:t>
            </a:r>
            <a:r>
              <a:rPr dirty="0" sz="1600" spc="-7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high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effort,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5">
                <a:solidFill>
                  <a:srgbClr val="0000CC"/>
                </a:solidFill>
                <a:latin typeface="Arial MT"/>
                <a:cs typeface="Arial MT"/>
              </a:rPr>
              <a:t>Very</a:t>
            </a:r>
            <a:r>
              <a:rPr dirty="0" sz="1600" spc="-6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5">
                <a:solidFill>
                  <a:srgbClr val="0000CC"/>
                </a:solidFill>
                <a:latin typeface="Arial MT"/>
                <a:cs typeface="Arial MT"/>
              </a:rPr>
              <a:t>low</a:t>
            </a:r>
            <a:r>
              <a:rPr dirty="0" sz="1600" spc="-6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very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high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75">
                <a:latin typeface="Arial MT"/>
                <a:cs typeface="Arial MT"/>
              </a:rPr>
              <a:t>effort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3558" y="2605277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90170" marR="356870">
              <a:lnSpc>
                <a:spcPct val="100000"/>
              </a:lnSpc>
              <a:spcBef>
                <a:spcPts val="800"/>
              </a:spcBef>
            </a:pPr>
            <a:r>
              <a:rPr dirty="0" sz="1200" spc="-110">
                <a:latin typeface="Arial MT"/>
                <a:cs typeface="Arial MT"/>
              </a:rPr>
              <a:t>Attacker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compromises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navigation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from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cellular </a:t>
            </a:r>
            <a:r>
              <a:rPr dirty="0" sz="1200" spc="-10">
                <a:latin typeface="Arial MT"/>
                <a:cs typeface="Arial MT"/>
              </a:rPr>
              <a:t>interface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7365" y="2351913"/>
            <a:ext cx="888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latin typeface="Arial"/>
                <a:cs typeface="Arial"/>
              </a:rPr>
              <a:t>Attack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125" b="1">
                <a:latin typeface="Arial"/>
                <a:cs typeface="Arial"/>
              </a:rPr>
              <a:t>Path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70" b="1">
                <a:latin typeface="Arial"/>
                <a:cs typeface="Arial"/>
              </a:rPr>
              <a:t>1a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3558" y="3618738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90170" marR="434340">
              <a:lnSpc>
                <a:spcPct val="100000"/>
              </a:lnSpc>
              <a:spcBef>
                <a:spcPts val="800"/>
              </a:spcBef>
            </a:pPr>
            <a:r>
              <a:rPr dirty="0" sz="1200" spc="-130">
                <a:latin typeface="Arial MT"/>
                <a:cs typeface="Arial MT"/>
              </a:rPr>
              <a:t>Compromised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navigation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transmits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malicious </a:t>
            </a:r>
            <a:r>
              <a:rPr dirty="0" sz="1200" spc="-100">
                <a:latin typeface="Arial MT"/>
                <a:cs typeface="Arial MT"/>
              </a:rPr>
              <a:t>control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signals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7365" y="3364738"/>
            <a:ext cx="8966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latin typeface="Arial"/>
                <a:cs typeface="Arial"/>
              </a:rPr>
              <a:t>Attack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120" b="1">
                <a:latin typeface="Arial"/>
                <a:cs typeface="Arial"/>
              </a:rPr>
              <a:t>Path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75" b="1">
                <a:latin typeface="Arial"/>
                <a:cs typeface="Arial"/>
              </a:rPr>
              <a:t>1b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3558" y="4630673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90170" marR="414020">
              <a:lnSpc>
                <a:spcPct val="100000"/>
              </a:lnSpc>
              <a:spcBef>
                <a:spcPts val="810"/>
              </a:spcBef>
            </a:pPr>
            <a:r>
              <a:rPr dirty="0" sz="1200" spc="-130">
                <a:latin typeface="Arial MT"/>
                <a:cs typeface="Arial MT"/>
              </a:rPr>
              <a:t>Gateway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60">
                <a:latin typeface="Arial MT"/>
                <a:cs typeface="Arial MT"/>
              </a:rPr>
              <a:t>ECU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forwards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malicious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signals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power </a:t>
            </a:r>
            <a:r>
              <a:rPr dirty="0" sz="1200" spc="-110">
                <a:latin typeface="Arial MT"/>
                <a:cs typeface="Arial MT"/>
              </a:rPr>
              <a:t>switch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actuator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7365" y="4377944"/>
            <a:ext cx="889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latin typeface="Arial"/>
                <a:cs typeface="Arial"/>
              </a:rPr>
              <a:t>Attack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120" b="1">
                <a:latin typeface="Arial"/>
                <a:cs typeface="Arial"/>
              </a:rPr>
              <a:t>Path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65" b="1">
                <a:latin typeface="Arial"/>
                <a:cs typeface="Arial"/>
              </a:rPr>
              <a:t>1c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3558" y="5662421"/>
            <a:ext cx="3312160" cy="5765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Malicious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signals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spoof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lamp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request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(OFF)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7365" y="5409438"/>
            <a:ext cx="8966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latin typeface="Arial"/>
                <a:cs typeface="Arial"/>
              </a:rPr>
              <a:t>Attack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120" b="1">
                <a:latin typeface="Arial"/>
                <a:cs typeface="Arial"/>
              </a:rPr>
              <a:t>Path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75" b="1">
                <a:latin typeface="Arial"/>
                <a:cs typeface="Arial"/>
              </a:rPr>
              <a:t>1d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891283" y="3180588"/>
            <a:ext cx="76200" cy="436880"/>
          </a:xfrm>
          <a:custGeom>
            <a:avLst/>
            <a:gdLst/>
            <a:ahLst/>
            <a:cxnLst/>
            <a:rect l="l" t="t" r="r" b="b"/>
            <a:pathLst>
              <a:path w="76200" h="436879">
                <a:moveTo>
                  <a:pt x="31750" y="360552"/>
                </a:moveTo>
                <a:lnTo>
                  <a:pt x="0" y="360552"/>
                </a:lnTo>
                <a:lnTo>
                  <a:pt x="38100" y="436753"/>
                </a:lnTo>
                <a:lnTo>
                  <a:pt x="69850" y="373252"/>
                </a:lnTo>
                <a:lnTo>
                  <a:pt x="31750" y="373252"/>
                </a:lnTo>
                <a:lnTo>
                  <a:pt x="31750" y="360552"/>
                </a:lnTo>
                <a:close/>
              </a:path>
              <a:path w="76200" h="436879">
                <a:moveTo>
                  <a:pt x="44450" y="0"/>
                </a:moveTo>
                <a:lnTo>
                  <a:pt x="31750" y="0"/>
                </a:lnTo>
                <a:lnTo>
                  <a:pt x="31750" y="373252"/>
                </a:lnTo>
                <a:lnTo>
                  <a:pt x="44450" y="373252"/>
                </a:lnTo>
                <a:lnTo>
                  <a:pt x="44450" y="0"/>
                </a:lnTo>
                <a:close/>
              </a:path>
              <a:path w="76200" h="436879">
                <a:moveTo>
                  <a:pt x="76200" y="360552"/>
                </a:moveTo>
                <a:lnTo>
                  <a:pt x="44450" y="360552"/>
                </a:lnTo>
                <a:lnTo>
                  <a:pt x="44450" y="373252"/>
                </a:lnTo>
                <a:lnTo>
                  <a:pt x="69850" y="373252"/>
                </a:lnTo>
                <a:lnTo>
                  <a:pt x="76200" y="360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891283" y="4194047"/>
            <a:ext cx="76200" cy="436880"/>
          </a:xfrm>
          <a:custGeom>
            <a:avLst/>
            <a:gdLst/>
            <a:ahLst/>
            <a:cxnLst/>
            <a:rect l="l" t="t" r="r" b="b"/>
            <a:pathLst>
              <a:path w="76200" h="436879">
                <a:moveTo>
                  <a:pt x="31750" y="360552"/>
                </a:moveTo>
                <a:lnTo>
                  <a:pt x="0" y="360552"/>
                </a:lnTo>
                <a:lnTo>
                  <a:pt x="38100" y="436752"/>
                </a:lnTo>
                <a:lnTo>
                  <a:pt x="69850" y="373252"/>
                </a:lnTo>
                <a:lnTo>
                  <a:pt x="31750" y="373252"/>
                </a:lnTo>
                <a:lnTo>
                  <a:pt x="31750" y="360552"/>
                </a:lnTo>
                <a:close/>
              </a:path>
              <a:path w="76200" h="436879">
                <a:moveTo>
                  <a:pt x="44450" y="0"/>
                </a:moveTo>
                <a:lnTo>
                  <a:pt x="31750" y="0"/>
                </a:lnTo>
                <a:lnTo>
                  <a:pt x="31750" y="373252"/>
                </a:lnTo>
                <a:lnTo>
                  <a:pt x="44450" y="373252"/>
                </a:lnTo>
                <a:lnTo>
                  <a:pt x="44450" y="0"/>
                </a:lnTo>
                <a:close/>
              </a:path>
              <a:path w="76200" h="436879">
                <a:moveTo>
                  <a:pt x="76200" y="360552"/>
                </a:moveTo>
                <a:lnTo>
                  <a:pt x="44450" y="360552"/>
                </a:lnTo>
                <a:lnTo>
                  <a:pt x="44450" y="373252"/>
                </a:lnTo>
                <a:lnTo>
                  <a:pt x="69850" y="373252"/>
                </a:lnTo>
                <a:lnTo>
                  <a:pt x="76200" y="360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891283" y="5205984"/>
            <a:ext cx="76200" cy="436880"/>
          </a:xfrm>
          <a:custGeom>
            <a:avLst/>
            <a:gdLst/>
            <a:ahLst/>
            <a:cxnLst/>
            <a:rect l="l" t="t" r="r" b="b"/>
            <a:pathLst>
              <a:path w="76200" h="436879">
                <a:moveTo>
                  <a:pt x="31750" y="360553"/>
                </a:moveTo>
                <a:lnTo>
                  <a:pt x="0" y="360553"/>
                </a:lnTo>
                <a:lnTo>
                  <a:pt x="38100" y="436803"/>
                </a:lnTo>
                <a:lnTo>
                  <a:pt x="69854" y="373253"/>
                </a:lnTo>
                <a:lnTo>
                  <a:pt x="31750" y="373253"/>
                </a:lnTo>
                <a:lnTo>
                  <a:pt x="31750" y="360553"/>
                </a:lnTo>
                <a:close/>
              </a:path>
              <a:path w="76200" h="436879">
                <a:moveTo>
                  <a:pt x="44450" y="0"/>
                </a:moveTo>
                <a:lnTo>
                  <a:pt x="31750" y="0"/>
                </a:lnTo>
                <a:lnTo>
                  <a:pt x="31750" y="373253"/>
                </a:lnTo>
                <a:lnTo>
                  <a:pt x="44450" y="373253"/>
                </a:lnTo>
                <a:lnTo>
                  <a:pt x="44450" y="0"/>
                </a:lnTo>
                <a:close/>
              </a:path>
              <a:path w="76200" h="436879">
                <a:moveTo>
                  <a:pt x="76200" y="360553"/>
                </a:moveTo>
                <a:lnTo>
                  <a:pt x="44450" y="360553"/>
                </a:lnTo>
                <a:lnTo>
                  <a:pt x="44450" y="373253"/>
                </a:lnTo>
                <a:lnTo>
                  <a:pt x="69854" y="373253"/>
                </a:lnTo>
                <a:lnTo>
                  <a:pt x="76200" y="360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4025017" y="2661460"/>
            <a:ext cx="4962525" cy="1431925"/>
            <a:chOff x="4025017" y="2661460"/>
            <a:chExt cx="4962525" cy="1431925"/>
          </a:xfrm>
        </p:grpSpPr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5017" y="2661460"/>
              <a:ext cx="4962304" cy="1431585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148833" y="3208781"/>
              <a:ext cx="3810000" cy="449580"/>
            </a:xfrm>
            <a:custGeom>
              <a:avLst/>
              <a:gdLst/>
              <a:ahLst/>
              <a:cxnLst/>
              <a:rect l="l" t="t" r="r" b="b"/>
              <a:pathLst>
                <a:path w="3810000" h="449579">
                  <a:moveTo>
                    <a:pt x="0" y="449580"/>
                  </a:moveTo>
                  <a:lnTo>
                    <a:pt x="935736" y="449580"/>
                  </a:lnTo>
                  <a:lnTo>
                    <a:pt x="935736" y="320040"/>
                  </a:lnTo>
                  <a:lnTo>
                    <a:pt x="0" y="320040"/>
                  </a:lnTo>
                  <a:lnTo>
                    <a:pt x="0" y="449580"/>
                  </a:lnTo>
                  <a:close/>
                </a:path>
                <a:path w="3810000" h="449579">
                  <a:moveTo>
                    <a:pt x="935736" y="449580"/>
                  </a:moveTo>
                  <a:lnTo>
                    <a:pt x="1871471" y="449580"/>
                  </a:lnTo>
                  <a:lnTo>
                    <a:pt x="1871471" y="320040"/>
                  </a:lnTo>
                  <a:lnTo>
                    <a:pt x="935736" y="320040"/>
                  </a:lnTo>
                  <a:lnTo>
                    <a:pt x="935736" y="449580"/>
                  </a:lnTo>
                  <a:close/>
                </a:path>
                <a:path w="3810000" h="449579">
                  <a:moveTo>
                    <a:pt x="1871471" y="307848"/>
                  </a:moveTo>
                  <a:lnTo>
                    <a:pt x="2880360" y="307848"/>
                  </a:lnTo>
                  <a:lnTo>
                    <a:pt x="2880360" y="153924"/>
                  </a:lnTo>
                  <a:lnTo>
                    <a:pt x="1871471" y="153924"/>
                  </a:lnTo>
                  <a:lnTo>
                    <a:pt x="1871471" y="307848"/>
                  </a:lnTo>
                  <a:close/>
                </a:path>
                <a:path w="3810000" h="449579">
                  <a:moveTo>
                    <a:pt x="2874264" y="141732"/>
                  </a:moveTo>
                  <a:lnTo>
                    <a:pt x="3810000" y="141732"/>
                  </a:lnTo>
                  <a:lnTo>
                    <a:pt x="3810000" y="0"/>
                  </a:lnTo>
                  <a:lnTo>
                    <a:pt x="2874264" y="0"/>
                  </a:lnTo>
                  <a:lnTo>
                    <a:pt x="2874264" y="141732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4030979" y="4166615"/>
            <a:ext cx="2935605" cy="1111250"/>
            <a:chOff x="4030979" y="4166615"/>
            <a:chExt cx="2935605" cy="1111250"/>
          </a:xfrm>
        </p:grpSpPr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0979" y="4166615"/>
              <a:ext cx="2935224" cy="111099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427981" y="4694681"/>
              <a:ext cx="1009015" cy="218440"/>
            </a:xfrm>
            <a:custGeom>
              <a:avLst/>
              <a:gdLst/>
              <a:ahLst/>
              <a:cxnLst/>
              <a:rect l="l" t="t" r="r" b="b"/>
              <a:pathLst>
                <a:path w="1009014" h="218439">
                  <a:moveTo>
                    <a:pt x="0" y="108966"/>
                  </a:moveTo>
                  <a:lnTo>
                    <a:pt x="46877" y="63021"/>
                  </a:lnTo>
                  <a:lnTo>
                    <a:pt x="123717" y="37469"/>
                  </a:lnTo>
                  <a:lnTo>
                    <a:pt x="173474" y="26721"/>
                  </a:lnTo>
                  <a:lnTo>
                    <a:pt x="229750" y="17550"/>
                  </a:lnTo>
                  <a:lnTo>
                    <a:pt x="291765" y="10124"/>
                  </a:lnTo>
                  <a:lnTo>
                    <a:pt x="358738" y="4612"/>
                  </a:lnTo>
                  <a:lnTo>
                    <a:pt x="429891" y="1181"/>
                  </a:lnTo>
                  <a:lnTo>
                    <a:pt x="504443" y="0"/>
                  </a:lnTo>
                  <a:lnTo>
                    <a:pt x="578996" y="1181"/>
                  </a:lnTo>
                  <a:lnTo>
                    <a:pt x="650149" y="4612"/>
                  </a:lnTo>
                  <a:lnTo>
                    <a:pt x="717122" y="10124"/>
                  </a:lnTo>
                  <a:lnTo>
                    <a:pt x="779137" y="17550"/>
                  </a:lnTo>
                  <a:lnTo>
                    <a:pt x="835413" y="26721"/>
                  </a:lnTo>
                  <a:lnTo>
                    <a:pt x="885170" y="37469"/>
                  </a:lnTo>
                  <a:lnTo>
                    <a:pt x="927629" y="49625"/>
                  </a:lnTo>
                  <a:lnTo>
                    <a:pt x="987533" y="77488"/>
                  </a:lnTo>
                  <a:lnTo>
                    <a:pt x="1008888" y="108966"/>
                  </a:lnTo>
                  <a:lnTo>
                    <a:pt x="1003419" y="125072"/>
                  </a:lnTo>
                  <a:lnTo>
                    <a:pt x="962010" y="154910"/>
                  </a:lnTo>
                  <a:lnTo>
                    <a:pt x="885170" y="180462"/>
                  </a:lnTo>
                  <a:lnTo>
                    <a:pt x="835413" y="191210"/>
                  </a:lnTo>
                  <a:lnTo>
                    <a:pt x="779137" y="200381"/>
                  </a:lnTo>
                  <a:lnTo>
                    <a:pt x="717122" y="207807"/>
                  </a:lnTo>
                  <a:lnTo>
                    <a:pt x="650149" y="213319"/>
                  </a:lnTo>
                  <a:lnTo>
                    <a:pt x="578996" y="216750"/>
                  </a:lnTo>
                  <a:lnTo>
                    <a:pt x="504443" y="217932"/>
                  </a:lnTo>
                  <a:lnTo>
                    <a:pt x="429891" y="216750"/>
                  </a:lnTo>
                  <a:lnTo>
                    <a:pt x="358738" y="213319"/>
                  </a:lnTo>
                  <a:lnTo>
                    <a:pt x="291765" y="207807"/>
                  </a:lnTo>
                  <a:lnTo>
                    <a:pt x="229750" y="200381"/>
                  </a:lnTo>
                  <a:lnTo>
                    <a:pt x="173474" y="191210"/>
                  </a:lnTo>
                  <a:lnTo>
                    <a:pt x="123717" y="180462"/>
                  </a:lnTo>
                  <a:lnTo>
                    <a:pt x="81258" y="168306"/>
                  </a:lnTo>
                  <a:lnTo>
                    <a:pt x="21354" y="140443"/>
                  </a:lnTo>
                  <a:lnTo>
                    <a:pt x="0" y="108966"/>
                  </a:lnTo>
                  <a:close/>
                </a:path>
              </a:pathLst>
            </a:custGeom>
            <a:ln w="28956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017257" y="3962527"/>
            <a:ext cx="204088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 b="1">
                <a:solidFill>
                  <a:srgbClr val="0000CC"/>
                </a:solidFill>
                <a:latin typeface="Arial"/>
                <a:cs typeface="Arial"/>
              </a:rPr>
              <a:t>=</a:t>
            </a:r>
            <a:r>
              <a:rPr dirty="0" sz="1400" spc="-6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50" b="1">
                <a:solidFill>
                  <a:srgbClr val="0000CC"/>
                </a:solidFill>
                <a:latin typeface="Arial"/>
                <a:cs typeface="Arial"/>
              </a:rPr>
              <a:t>4+6+7+1+0</a:t>
            </a:r>
            <a:r>
              <a:rPr dirty="0" sz="1400" spc="-4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55" b="1">
                <a:solidFill>
                  <a:srgbClr val="0000CC"/>
                </a:solidFill>
                <a:latin typeface="Arial"/>
                <a:cs typeface="Arial"/>
              </a:rPr>
              <a:t>=</a:t>
            </a:r>
            <a:r>
              <a:rPr dirty="0" sz="1400" spc="-5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 spc="-150" b="1">
                <a:solidFill>
                  <a:srgbClr val="0000CC"/>
                </a:solidFill>
                <a:latin typeface="Arial"/>
                <a:cs typeface="Arial"/>
              </a:rPr>
              <a:t>18</a:t>
            </a:r>
            <a:r>
              <a:rPr dirty="0" sz="1400" spc="-5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dirty="0" sz="1400" spc="-2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1400" spc="-130" b="1">
                <a:solidFill>
                  <a:srgbClr val="0000CC"/>
                </a:solidFill>
                <a:latin typeface="Arial"/>
                <a:cs typeface="Arial"/>
              </a:rPr>
              <a:t>Medium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3584447" y="2997707"/>
            <a:ext cx="361315" cy="3167380"/>
          </a:xfrm>
          <a:custGeom>
            <a:avLst/>
            <a:gdLst/>
            <a:ahLst/>
            <a:cxnLst/>
            <a:rect l="l" t="t" r="r" b="b"/>
            <a:pathLst>
              <a:path w="361314" h="3167379">
                <a:moveTo>
                  <a:pt x="0" y="0"/>
                </a:moveTo>
                <a:lnTo>
                  <a:pt x="70276" y="2363"/>
                </a:lnTo>
                <a:lnTo>
                  <a:pt x="127682" y="8810"/>
                </a:lnTo>
                <a:lnTo>
                  <a:pt x="166395" y="18377"/>
                </a:lnTo>
                <a:lnTo>
                  <a:pt x="180593" y="30099"/>
                </a:lnTo>
                <a:lnTo>
                  <a:pt x="180593" y="1553336"/>
                </a:lnTo>
                <a:lnTo>
                  <a:pt x="194792" y="1565058"/>
                </a:lnTo>
                <a:lnTo>
                  <a:pt x="233505" y="1574625"/>
                </a:lnTo>
                <a:lnTo>
                  <a:pt x="290911" y="1581072"/>
                </a:lnTo>
                <a:lnTo>
                  <a:pt x="361188" y="1583435"/>
                </a:lnTo>
                <a:lnTo>
                  <a:pt x="290911" y="1585799"/>
                </a:lnTo>
                <a:lnTo>
                  <a:pt x="233505" y="1592246"/>
                </a:lnTo>
                <a:lnTo>
                  <a:pt x="194792" y="1601813"/>
                </a:lnTo>
                <a:lnTo>
                  <a:pt x="180593" y="1613534"/>
                </a:lnTo>
                <a:lnTo>
                  <a:pt x="180593" y="3136772"/>
                </a:lnTo>
                <a:lnTo>
                  <a:pt x="166395" y="3148489"/>
                </a:lnTo>
                <a:lnTo>
                  <a:pt x="127682" y="3158056"/>
                </a:lnTo>
                <a:lnTo>
                  <a:pt x="70276" y="3164506"/>
                </a:lnTo>
                <a:lnTo>
                  <a:pt x="0" y="316687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3231895" y="2161489"/>
            <a:ext cx="22917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400" spc="-1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Attack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00" spc="-1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potential-</a:t>
            </a:r>
            <a:r>
              <a:rPr dirty="0" u="sng" sz="1400" spc="-1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based</a:t>
            </a:r>
            <a:r>
              <a:rPr dirty="0" u="sng" sz="14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0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approach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4013708" y="5346065"/>
          <a:ext cx="5843270" cy="139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/>
                <a:gridCol w="4464050"/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Element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878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Description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878DE"/>
                    </a:solidFill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20" b="1">
                          <a:latin typeface="Arial"/>
                          <a:cs typeface="Arial"/>
                        </a:rPr>
                        <a:t>Elapsed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time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20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identify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vulnerability</a:t>
                      </a:r>
                      <a:r>
                        <a:rPr dirty="0" sz="1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0">
                          <a:latin typeface="Arial MT"/>
                          <a:cs typeface="Arial MT"/>
                        </a:rPr>
                        <a:t>develop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0">
                          <a:latin typeface="Arial MT"/>
                          <a:cs typeface="Arial MT"/>
                        </a:rPr>
                        <a:t>apply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exploit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Expertise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0">
                          <a:latin typeface="Arial MT"/>
                          <a:cs typeface="Arial MT"/>
                        </a:rPr>
                        <a:t>Capabilities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attacker,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relative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75">
                          <a:latin typeface="Arial MT"/>
                          <a:cs typeface="Arial MT"/>
                        </a:rPr>
                        <a:t>skill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experience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30" b="1">
                          <a:latin typeface="Arial"/>
                          <a:cs typeface="Arial"/>
                        </a:rPr>
                        <a:t>Knowledge</a:t>
                      </a:r>
                      <a:r>
                        <a:rPr dirty="0" sz="11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item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25">
                          <a:latin typeface="Arial MT"/>
                          <a:cs typeface="Arial MT"/>
                        </a:rPr>
                        <a:t>Amount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attacker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4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acquire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100" spc="-135" b="1">
                          <a:latin typeface="Arial"/>
                          <a:cs typeface="Arial"/>
                        </a:rPr>
                        <a:t>Window</a:t>
                      </a:r>
                      <a:r>
                        <a:rPr dirty="0" sz="11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80" b="1">
                          <a:latin typeface="Arial"/>
                          <a:cs typeface="Arial"/>
                        </a:rPr>
                        <a:t>opportunity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102870">
                        <a:lnSpc>
                          <a:spcPct val="100000"/>
                        </a:lnSpc>
                      </a:pPr>
                      <a:r>
                        <a:rPr dirty="0" sz="1100" spc="-110">
                          <a:latin typeface="Arial MT"/>
                          <a:cs typeface="Arial MT"/>
                        </a:rPr>
                        <a:t>Discover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target,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0"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target,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exploit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works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target,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5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0">
                          <a:latin typeface="Arial MT"/>
                          <a:cs typeface="Arial MT"/>
                        </a:rPr>
                        <a:t>perform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attack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4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2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target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Equipment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14">
                          <a:latin typeface="Arial MT"/>
                          <a:cs typeface="Arial MT"/>
                        </a:rPr>
                        <a:t>Tools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attacker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4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available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10">
                          <a:latin typeface="Arial MT"/>
                          <a:cs typeface="Arial MT"/>
                        </a:rPr>
                        <a:t>execute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attack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 descr=""/>
          <p:cNvSpPr txBox="1"/>
          <p:nvPr/>
        </p:nvSpPr>
        <p:spPr>
          <a:xfrm>
            <a:off x="6631305" y="1018793"/>
            <a:ext cx="198120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 i="1">
                <a:solidFill>
                  <a:srgbClr val="252525"/>
                </a:solidFill>
                <a:latin typeface="Arial"/>
                <a:cs typeface="Arial"/>
              </a:rPr>
              <a:t>*</a:t>
            </a:r>
            <a:r>
              <a:rPr dirty="0" sz="1000" spc="-1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0" i="1">
                <a:solidFill>
                  <a:srgbClr val="252525"/>
                </a:solidFill>
                <a:latin typeface="Arial"/>
                <a:cs typeface="Arial"/>
              </a:rPr>
              <a:t>Kinds</a:t>
            </a:r>
            <a:r>
              <a:rPr dirty="0" sz="1000" spc="-1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0" i="1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dirty="0" sz="1000" spc="-3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90" i="1">
                <a:solidFill>
                  <a:srgbClr val="252525"/>
                </a:solidFill>
                <a:latin typeface="Arial"/>
                <a:cs typeface="Arial"/>
              </a:rPr>
              <a:t>attack</a:t>
            </a:r>
            <a:r>
              <a:rPr dirty="0" sz="1000" spc="-3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0" i="1">
                <a:solidFill>
                  <a:srgbClr val="252525"/>
                </a:solidFill>
                <a:latin typeface="Arial"/>
                <a:cs typeface="Arial"/>
              </a:rPr>
              <a:t>feasibility</a:t>
            </a:r>
            <a:r>
              <a:rPr dirty="0" sz="100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5" i="1">
                <a:solidFill>
                  <a:srgbClr val="252525"/>
                </a:solidFill>
                <a:latin typeface="Arial"/>
                <a:cs typeface="Arial"/>
              </a:rPr>
              <a:t>rating</a:t>
            </a:r>
            <a:r>
              <a:rPr dirty="0" sz="1000" spc="-2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70" i="1">
                <a:solidFill>
                  <a:srgbClr val="252525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75565" indent="-62865">
              <a:lnSpc>
                <a:spcPct val="100000"/>
              </a:lnSpc>
              <a:buChar char="-"/>
              <a:tabLst>
                <a:tab pos="75565" algn="l"/>
              </a:tabLst>
            </a:pPr>
            <a:r>
              <a:rPr dirty="0" sz="1000" spc="-95" i="1">
                <a:solidFill>
                  <a:srgbClr val="252525"/>
                </a:solidFill>
                <a:latin typeface="Arial"/>
                <a:cs typeface="Arial"/>
              </a:rPr>
              <a:t>Attack</a:t>
            </a:r>
            <a:r>
              <a:rPr dirty="0" sz="1000" spc="3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5" i="1">
                <a:solidFill>
                  <a:srgbClr val="252525"/>
                </a:solidFill>
                <a:latin typeface="Arial"/>
                <a:cs typeface="Arial"/>
              </a:rPr>
              <a:t>potential-</a:t>
            </a:r>
            <a:r>
              <a:rPr dirty="0" sz="1000" spc="-110" i="1">
                <a:solidFill>
                  <a:srgbClr val="252525"/>
                </a:solidFill>
                <a:latin typeface="Arial"/>
                <a:cs typeface="Arial"/>
              </a:rPr>
              <a:t>based</a:t>
            </a:r>
            <a:r>
              <a:rPr dirty="0" sz="1000" spc="-3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252525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75565" indent="-62865">
              <a:lnSpc>
                <a:spcPct val="100000"/>
              </a:lnSpc>
              <a:buChar char="-"/>
              <a:tabLst>
                <a:tab pos="75565" algn="l"/>
              </a:tabLst>
            </a:pPr>
            <a:r>
              <a:rPr dirty="0" sz="1000" spc="-125" i="1">
                <a:solidFill>
                  <a:srgbClr val="252525"/>
                </a:solidFill>
                <a:latin typeface="Arial"/>
                <a:cs typeface="Arial"/>
              </a:rPr>
              <a:t>CVSS-</a:t>
            </a:r>
            <a:r>
              <a:rPr dirty="0" sz="1000" spc="-105" i="1">
                <a:solidFill>
                  <a:srgbClr val="252525"/>
                </a:solidFill>
                <a:latin typeface="Arial"/>
                <a:cs typeface="Arial"/>
              </a:rPr>
              <a:t>based</a:t>
            </a:r>
            <a:r>
              <a:rPr dirty="0" sz="1000" spc="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252525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75565" indent="-62865">
              <a:lnSpc>
                <a:spcPct val="100000"/>
              </a:lnSpc>
              <a:buChar char="-"/>
              <a:tabLst>
                <a:tab pos="75565" algn="l"/>
              </a:tabLst>
            </a:pPr>
            <a:r>
              <a:rPr dirty="0" sz="1000" spc="-90" i="1">
                <a:solidFill>
                  <a:srgbClr val="252525"/>
                </a:solidFill>
                <a:latin typeface="Arial"/>
                <a:cs typeface="Arial"/>
              </a:rPr>
              <a:t>attack</a:t>
            </a:r>
            <a:r>
              <a:rPr dirty="0" sz="1000" spc="1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90" i="1">
                <a:solidFill>
                  <a:srgbClr val="252525"/>
                </a:solidFill>
                <a:latin typeface="Arial"/>
                <a:cs typeface="Arial"/>
              </a:rPr>
              <a:t>vector-</a:t>
            </a:r>
            <a:r>
              <a:rPr dirty="0" sz="1000" spc="-110" i="1">
                <a:solidFill>
                  <a:srgbClr val="252525"/>
                </a:solidFill>
                <a:latin typeface="Arial"/>
                <a:cs typeface="Arial"/>
              </a:rPr>
              <a:t>based</a:t>
            </a:r>
            <a:r>
              <a:rPr dirty="0" sz="1000" spc="-1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252525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631305" y="1773631"/>
            <a:ext cx="2350135" cy="4895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00"/>
              </a:spcBef>
            </a:pPr>
            <a:r>
              <a:rPr dirty="0" sz="1050" spc="-60">
                <a:solidFill>
                  <a:srgbClr val="252525"/>
                </a:solidFill>
                <a:latin typeface="Wingdings"/>
                <a:cs typeface="Wingdings"/>
              </a:rPr>
              <a:t></a:t>
            </a:r>
            <a:r>
              <a:rPr dirty="0" sz="1050" spc="-5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000" spc="-85" i="1">
                <a:solidFill>
                  <a:srgbClr val="252525"/>
                </a:solidFill>
                <a:latin typeface="Arial"/>
                <a:cs typeface="Arial"/>
              </a:rPr>
              <a:t>Different</a:t>
            </a:r>
            <a:r>
              <a:rPr dirty="0" sz="1000" spc="-3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10" i="1">
                <a:solidFill>
                  <a:srgbClr val="252525"/>
                </a:solidFill>
                <a:latin typeface="Arial"/>
                <a:cs typeface="Arial"/>
              </a:rPr>
              <a:t>methods</a:t>
            </a:r>
            <a:r>
              <a:rPr dirty="0" sz="1000" spc="-4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5" i="1">
                <a:solidFill>
                  <a:srgbClr val="252525"/>
                </a:solidFill>
                <a:latin typeface="Arial"/>
                <a:cs typeface="Arial"/>
              </a:rPr>
              <a:t>can</a:t>
            </a:r>
            <a:r>
              <a:rPr dirty="0" sz="1000" spc="-2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95" i="1">
                <a:solidFill>
                  <a:srgbClr val="252525"/>
                </a:solidFill>
                <a:latin typeface="Arial"/>
                <a:cs typeface="Arial"/>
              </a:rPr>
              <a:t>lead</a:t>
            </a:r>
            <a:r>
              <a:rPr dirty="0" sz="1000" spc="-2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0" i="1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dirty="0" sz="1000" spc="-2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0" i="1">
                <a:solidFill>
                  <a:srgbClr val="252525"/>
                </a:solidFill>
                <a:latin typeface="Arial"/>
                <a:cs typeface="Arial"/>
              </a:rPr>
              <a:t>different</a:t>
            </a:r>
            <a:r>
              <a:rPr dirty="0" sz="1000" spc="-3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252525"/>
                </a:solidFill>
                <a:latin typeface="Arial"/>
                <a:cs typeface="Arial"/>
              </a:rPr>
              <a:t>results. </a:t>
            </a:r>
            <a:r>
              <a:rPr dirty="0" sz="1000" spc="-120" i="1">
                <a:solidFill>
                  <a:srgbClr val="252525"/>
                </a:solidFill>
                <a:latin typeface="Arial"/>
                <a:cs typeface="Arial"/>
              </a:rPr>
              <a:t>One</a:t>
            </a:r>
            <a:r>
              <a:rPr dirty="0" sz="1000" spc="-4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10" i="1">
                <a:solidFill>
                  <a:srgbClr val="252525"/>
                </a:solidFill>
                <a:latin typeface="Arial"/>
                <a:cs typeface="Arial"/>
              </a:rPr>
              <a:t>method</a:t>
            </a:r>
            <a:r>
              <a:rPr dirty="0" sz="1000" spc="-7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0" i="1">
                <a:solidFill>
                  <a:srgbClr val="252525"/>
                </a:solidFill>
                <a:latin typeface="Arial"/>
                <a:cs typeface="Arial"/>
              </a:rPr>
              <a:t>shall</a:t>
            </a:r>
            <a:r>
              <a:rPr dirty="0" sz="1000" spc="-2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5" i="1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dirty="0" sz="1000" spc="-4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105" i="1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dirty="0" sz="1000" spc="-5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0" i="1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dirty="0" sz="1000" spc="-4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90" i="1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dirty="0" sz="1000" spc="-4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85" i="1">
                <a:solidFill>
                  <a:srgbClr val="252525"/>
                </a:solidFill>
                <a:latin typeface="Arial"/>
                <a:cs typeface="Arial"/>
              </a:rPr>
              <a:t>rating</a:t>
            </a:r>
            <a:r>
              <a:rPr dirty="0" sz="1000" spc="-6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75" i="1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dirty="0" sz="1000" spc="-40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55" i="1">
                <a:solidFill>
                  <a:srgbClr val="252525"/>
                </a:solidFill>
                <a:latin typeface="Arial"/>
                <a:cs typeface="Arial"/>
              </a:rPr>
              <a:t>each </a:t>
            </a:r>
            <a:r>
              <a:rPr dirty="0" sz="1000" spc="-90" i="1">
                <a:solidFill>
                  <a:srgbClr val="252525"/>
                </a:solidFill>
                <a:latin typeface="Arial"/>
                <a:cs typeface="Arial"/>
              </a:rPr>
              <a:t>attack</a:t>
            </a:r>
            <a:r>
              <a:rPr dirty="0" sz="1000" spc="-15" i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252525"/>
                </a:solidFill>
                <a:latin typeface="Arial"/>
                <a:cs typeface="Arial"/>
              </a:rPr>
              <a:t>path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4037838" y="3528821"/>
            <a:ext cx="1111250" cy="129539"/>
          </a:xfrm>
          <a:custGeom>
            <a:avLst/>
            <a:gdLst/>
            <a:ahLst/>
            <a:cxnLst/>
            <a:rect l="l" t="t" r="r" b="b"/>
            <a:pathLst>
              <a:path w="1111250" h="129539">
                <a:moveTo>
                  <a:pt x="0" y="129539"/>
                </a:moveTo>
                <a:lnTo>
                  <a:pt x="1110996" y="129539"/>
                </a:lnTo>
                <a:lnTo>
                  <a:pt x="1110996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27115" y="5463540"/>
            <a:ext cx="3152140" cy="1216025"/>
            <a:chOff x="227115" y="5463540"/>
            <a:chExt cx="3152140" cy="12160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115" y="6416517"/>
              <a:ext cx="530273" cy="26269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052" y="5463540"/>
              <a:ext cx="2962656" cy="115214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16814" y="6038850"/>
              <a:ext cx="2880360" cy="177165"/>
            </a:xfrm>
            <a:custGeom>
              <a:avLst/>
              <a:gdLst/>
              <a:ahLst/>
              <a:cxnLst/>
              <a:rect l="l" t="t" r="r" b="b"/>
              <a:pathLst>
                <a:path w="2880360" h="177164">
                  <a:moveTo>
                    <a:pt x="0" y="176784"/>
                  </a:moveTo>
                  <a:lnTo>
                    <a:pt x="2880360" y="176784"/>
                  </a:lnTo>
                  <a:lnTo>
                    <a:pt x="2880360" y="0"/>
                  </a:lnTo>
                  <a:lnTo>
                    <a:pt x="0" y="0"/>
                  </a:lnTo>
                  <a:lnTo>
                    <a:pt x="0" y="176784"/>
                  </a:lnTo>
                  <a:close/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17627" y="171830"/>
              <a:ext cx="634365" cy="186055"/>
            </a:xfrm>
            <a:custGeom>
              <a:avLst/>
              <a:gdLst/>
              <a:ahLst/>
              <a:cxnLst/>
              <a:rect l="l" t="t" r="r" b="b"/>
              <a:pathLst>
                <a:path w="634365" h="186054">
                  <a:moveTo>
                    <a:pt x="566801" y="0"/>
                  </a:moveTo>
                  <a:lnTo>
                    <a:pt x="532142" y="0"/>
                  </a:lnTo>
                  <a:lnTo>
                    <a:pt x="465543" y="185674"/>
                  </a:lnTo>
                  <a:lnTo>
                    <a:pt x="492607" y="185674"/>
                  </a:lnTo>
                  <a:lnTo>
                    <a:pt x="511327" y="132842"/>
                  </a:lnTo>
                  <a:lnTo>
                    <a:pt x="615003" y="132842"/>
                  </a:lnTo>
                  <a:lnTo>
                    <a:pt x="606662" y="109854"/>
                  </a:lnTo>
                  <a:lnTo>
                    <a:pt x="518071" y="109854"/>
                  </a:lnTo>
                  <a:lnTo>
                    <a:pt x="549224" y="23622"/>
                  </a:lnTo>
                  <a:lnTo>
                    <a:pt x="575372" y="23622"/>
                  </a:lnTo>
                  <a:lnTo>
                    <a:pt x="566801" y="0"/>
                  </a:lnTo>
                  <a:close/>
                </a:path>
                <a:path w="634365" h="186054">
                  <a:moveTo>
                    <a:pt x="615003" y="132842"/>
                  </a:moveTo>
                  <a:lnTo>
                    <a:pt x="587616" y="132842"/>
                  </a:lnTo>
                  <a:lnTo>
                    <a:pt x="606844" y="185674"/>
                  </a:lnTo>
                  <a:lnTo>
                    <a:pt x="634174" y="185674"/>
                  </a:lnTo>
                  <a:lnTo>
                    <a:pt x="615003" y="132842"/>
                  </a:lnTo>
                  <a:close/>
                </a:path>
                <a:path w="634365" h="186054">
                  <a:moveTo>
                    <a:pt x="575372" y="23622"/>
                  </a:moveTo>
                  <a:lnTo>
                    <a:pt x="549224" y="23622"/>
                  </a:lnTo>
                  <a:lnTo>
                    <a:pt x="580644" y="109854"/>
                  </a:lnTo>
                  <a:lnTo>
                    <a:pt x="606662" y="109854"/>
                  </a:lnTo>
                  <a:lnTo>
                    <a:pt x="575372" y="23622"/>
                  </a:lnTo>
                  <a:close/>
                </a:path>
                <a:path w="634365" h="186054">
                  <a:moveTo>
                    <a:pt x="83235" y="22860"/>
                  </a:moveTo>
                  <a:lnTo>
                    <a:pt x="57188" y="22860"/>
                  </a:lnTo>
                  <a:lnTo>
                    <a:pt x="57188" y="185674"/>
                  </a:lnTo>
                  <a:lnTo>
                    <a:pt x="83235" y="185674"/>
                  </a:lnTo>
                  <a:lnTo>
                    <a:pt x="83235" y="22860"/>
                  </a:lnTo>
                  <a:close/>
                </a:path>
                <a:path w="634365" h="186054">
                  <a:moveTo>
                    <a:pt x="240665" y="0"/>
                  </a:moveTo>
                  <a:lnTo>
                    <a:pt x="206006" y="0"/>
                  </a:lnTo>
                  <a:lnTo>
                    <a:pt x="139407" y="185674"/>
                  </a:lnTo>
                  <a:lnTo>
                    <a:pt x="166471" y="185674"/>
                  </a:lnTo>
                  <a:lnTo>
                    <a:pt x="185191" y="132842"/>
                  </a:lnTo>
                  <a:lnTo>
                    <a:pt x="288867" y="132842"/>
                  </a:lnTo>
                  <a:lnTo>
                    <a:pt x="280526" y="109854"/>
                  </a:lnTo>
                  <a:lnTo>
                    <a:pt x="191935" y="109854"/>
                  </a:lnTo>
                  <a:lnTo>
                    <a:pt x="223088" y="23622"/>
                  </a:lnTo>
                  <a:lnTo>
                    <a:pt x="249236" y="23622"/>
                  </a:lnTo>
                  <a:lnTo>
                    <a:pt x="240665" y="0"/>
                  </a:lnTo>
                  <a:close/>
                </a:path>
                <a:path w="634365" h="186054">
                  <a:moveTo>
                    <a:pt x="288867" y="132842"/>
                  </a:moveTo>
                  <a:lnTo>
                    <a:pt x="261480" y="132842"/>
                  </a:lnTo>
                  <a:lnTo>
                    <a:pt x="280708" y="185674"/>
                  </a:lnTo>
                  <a:lnTo>
                    <a:pt x="308038" y="185674"/>
                  </a:lnTo>
                  <a:lnTo>
                    <a:pt x="288867" y="132842"/>
                  </a:lnTo>
                  <a:close/>
                </a:path>
                <a:path w="634365" h="186054">
                  <a:moveTo>
                    <a:pt x="249236" y="23622"/>
                  </a:moveTo>
                  <a:lnTo>
                    <a:pt x="223088" y="23622"/>
                  </a:lnTo>
                  <a:lnTo>
                    <a:pt x="254508" y="109854"/>
                  </a:lnTo>
                  <a:lnTo>
                    <a:pt x="280526" y="109854"/>
                  </a:lnTo>
                  <a:lnTo>
                    <a:pt x="249236" y="23622"/>
                  </a:lnTo>
                  <a:close/>
                </a:path>
                <a:path w="634365" h="186054">
                  <a:moveTo>
                    <a:pt x="14042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423" y="22860"/>
                  </a:lnTo>
                  <a:lnTo>
                    <a:pt x="140423" y="0"/>
                  </a:lnTo>
                  <a:close/>
                </a:path>
                <a:path w="634365" h="186054">
                  <a:moveTo>
                    <a:pt x="391020" y="0"/>
                  </a:moveTo>
                  <a:lnTo>
                    <a:pt x="326301" y="0"/>
                  </a:lnTo>
                  <a:lnTo>
                    <a:pt x="326301" y="185674"/>
                  </a:lnTo>
                  <a:lnTo>
                    <a:pt x="352374" y="185674"/>
                  </a:lnTo>
                  <a:lnTo>
                    <a:pt x="352374" y="109347"/>
                  </a:lnTo>
                  <a:lnTo>
                    <a:pt x="420894" y="109347"/>
                  </a:lnTo>
                  <a:lnTo>
                    <a:pt x="418782" y="105028"/>
                  </a:lnTo>
                  <a:lnTo>
                    <a:pt x="425182" y="102600"/>
                  </a:lnTo>
                  <a:lnTo>
                    <a:pt x="430990" y="99504"/>
                  </a:lnTo>
                  <a:lnTo>
                    <a:pt x="436202" y="95742"/>
                  </a:lnTo>
                  <a:lnTo>
                    <a:pt x="440816" y="91313"/>
                  </a:lnTo>
                  <a:lnTo>
                    <a:pt x="444142" y="86995"/>
                  </a:lnTo>
                  <a:lnTo>
                    <a:pt x="352374" y="86995"/>
                  </a:lnTo>
                  <a:lnTo>
                    <a:pt x="352374" y="22860"/>
                  </a:lnTo>
                  <a:lnTo>
                    <a:pt x="446468" y="22860"/>
                  </a:lnTo>
                  <a:lnTo>
                    <a:pt x="444958" y="20058"/>
                  </a:lnTo>
                  <a:lnTo>
                    <a:pt x="437934" y="12700"/>
                  </a:lnTo>
                  <a:lnTo>
                    <a:pt x="428987" y="7125"/>
                  </a:lnTo>
                  <a:lnTo>
                    <a:pt x="418187" y="3159"/>
                  </a:lnTo>
                  <a:lnTo>
                    <a:pt x="405531" y="787"/>
                  </a:lnTo>
                  <a:lnTo>
                    <a:pt x="391020" y="0"/>
                  </a:lnTo>
                  <a:close/>
                </a:path>
                <a:path w="634365" h="186054">
                  <a:moveTo>
                    <a:pt x="420894" y="109347"/>
                  </a:moveTo>
                  <a:lnTo>
                    <a:pt x="393395" y="109347"/>
                  </a:lnTo>
                  <a:lnTo>
                    <a:pt x="431088" y="185674"/>
                  </a:lnTo>
                  <a:lnTo>
                    <a:pt x="458228" y="185674"/>
                  </a:lnTo>
                  <a:lnTo>
                    <a:pt x="420894" y="109347"/>
                  </a:lnTo>
                  <a:close/>
                </a:path>
                <a:path w="634365" h="186054">
                  <a:moveTo>
                    <a:pt x="446468" y="22860"/>
                  </a:moveTo>
                  <a:lnTo>
                    <a:pt x="391769" y="22860"/>
                  </a:lnTo>
                  <a:lnTo>
                    <a:pt x="400075" y="23334"/>
                  </a:lnTo>
                  <a:lnTo>
                    <a:pt x="407254" y="24749"/>
                  </a:lnTo>
                  <a:lnTo>
                    <a:pt x="413304" y="27092"/>
                  </a:lnTo>
                  <a:lnTo>
                    <a:pt x="418223" y="30352"/>
                  </a:lnTo>
                  <a:lnTo>
                    <a:pt x="424014" y="35305"/>
                  </a:lnTo>
                  <a:lnTo>
                    <a:pt x="426923" y="43307"/>
                  </a:lnTo>
                  <a:lnTo>
                    <a:pt x="426923" y="54101"/>
                  </a:lnTo>
                  <a:lnTo>
                    <a:pt x="426356" y="62555"/>
                  </a:lnTo>
                  <a:lnTo>
                    <a:pt x="424656" y="69627"/>
                  </a:lnTo>
                  <a:lnTo>
                    <a:pt x="421929" y="75104"/>
                  </a:lnTo>
                  <a:lnTo>
                    <a:pt x="421822" y="75318"/>
                  </a:lnTo>
                  <a:lnTo>
                    <a:pt x="391769" y="86995"/>
                  </a:lnTo>
                  <a:lnTo>
                    <a:pt x="444142" y="86995"/>
                  </a:lnTo>
                  <a:lnTo>
                    <a:pt x="446577" y="83833"/>
                  </a:lnTo>
                  <a:lnTo>
                    <a:pt x="450591" y="75318"/>
                  </a:lnTo>
                  <a:lnTo>
                    <a:pt x="450692" y="75104"/>
                  </a:lnTo>
                  <a:lnTo>
                    <a:pt x="453163" y="65113"/>
                  </a:lnTo>
                  <a:lnTo>
                    <a:pt x="453968" y="54101"/>
                  </a:lnTo>
                  <a:lnTo>
                    <a:pt x="453986" y="53848"/>
                  </a:lnTo>
                  <a:lnTo>
                    <a:pt x="452984" y="40632"/>
                  </a:lnTo>
                  <a:lnTo>
                    <a:pt x="449975" y="29368"/>
                  </a:lnTo>
                  <a:lnTo>
                    <a:pt x="44646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8131" y="162305"/>
              <a:ext cx="2914827" cy="198247"/>
            </a:xfrm>
            <a:prstGeom prst="rect">
              <a:avLst/>
            </a:prstGeom>
          </p:spPr>
        </p:pic>
      </p:grp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2429510" y="1880489"/>
          <a:ext cx="4115435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685800"/>
                <a:gridCol w="685800"/>
                <a:gridCol w="685800"/>
                <a:gridCol w="685800"/>
                <a:gridCol w="685800"/>
              </a:tblGrid>
              <a:tr h="209550"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813435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b="1">
                          <a:latin typeface="Malgun Gothic"/>
                          <a:cs typeface="Malgun Gothic"/>
                        </a:rPr>
                        <a:t>Attack</a:t>
                      </a:r>
                      <a:r>
                        <a:rPr dirty="0" sz="1100" spc="-2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feasibility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955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>
                          <a:latin typeface="Malgun Gothic"/>
                          <a:cs typeface="Malgun Gothic"/>
                        </a:rPr>
                        <a:t>very</a:t>
                      </a:r>
                      <a:r>
                        <a:rPr dirty="0" sz="11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00" spc="-25">
                          <a:latin typeface="Malgun Gothic"/>
                          <a:cs typeface="Malgun Gothic"/>
                        </a:rPr>
                        <a:t>low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25">
                          <a:latin typeface="Malgun Gothic"/>
                          <a:cs typeface="Malgun Gothic"/>
                        </a:rPr>
                        <a:t>low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medium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high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2870" marR="64769" indent="-32384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Impact rating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severe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major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moderate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negligible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 descr=""/>
          <p:cNvGrpSpPr/>
          <p:nvPr/>
        </p:nvGrpSpPr>
        <p:grpSpPr>
          <a:xfrm>
            <a:off x="629660" y="1775920"/>
            <a:ext cx="1633855" cy="1259840"/>
            <a:chOff x="629660" y="1775920"/>
            <a:chExt cx="1633855" cy="1259840"/>
          </a:xfrm>
        </p:grpSpPr>
        <p:sp>
          <p:nvSpPr>
            <p:cNvPr id="14" name="object 14" descr=""/>
            <p:cNvSpPr/>
            <p:nvPr/>
          </p:nvSpPr>
          <p:spPr>
            <a:xfrm>
              <a:off x="631184" y="1777444"/>
              <a:ext cx="1513840" cy="1256665"/>
            </a:xfrm>
            <a:custGeom>
              <a:avLst/>
              <a:gdLst/>
              <a:ahLst/>
              <a:cxnLst/>
              <a:rect l="l" t="t" r="r" b="b"/>
              <a:pathLst>
                <a:path w="1513839" h="1256664">
                  <a:moveTo>
                    <a:pt x="137762" y="413178"/>
                  </a:moveTo>
                  <a:lnTo>
                    <a:pt x="135806" y="364975"/>
                  </a:lnTo>
                  <a:lnTo>
                    <a:pt x="141293" y="318471"/>
                  </a:lnTo>
                  <a:lnTo>
                    <a:pt x="153651" y="274518"/>
                  </a:lnTo>
                  <a:lnTo>
                    <a:pt x="172308" y="233966"/>
                  </a:lnTo>
                  <a:lnTo>
                    <a:pt x="196693" y="197669"/>
                  </a:lnTo>
                  <a:lnTo>
                    <a:pt x="226233" y="166478"/>
                  </a:lnTo>
                  <a:lnTo>
                    <a:pt x="260358" y="141245"/>
                  </a:lnTo>
                  <a:lnTo>
                    <a:pt x="298495" y="122822"/>
                  </a:lnTo>
                  <a:lnTo>
                    <a:pt x="340073" y="112061"/>
                  </a:lnTo>
                  <a:lnTo>
                    <a:pt x="379406" y="109793"/>
                  </a:lnTo>
                  <a:lnTo>
                    <a:pt x="418272" y="114871"/>
                  </a:lnTo>
                  <a:lnTo>
                    <a:pt x="455868" y="127117"/>
                  </a:lnTo>
                  <a:lnTo>
                    <a:pt x="491394" y="146351"/>
                  </a:lnTo>
                  <a:lnTo>
                    <a:pt x="515822" y="106154"/>
                  </a:lnTo>
                  <a:lnTo>
                    <a:pt x="546654" y="74308"/>
                  </a:lnTo>
                  <a:lnTo>
                    <a:pt x="582371" y="51342"/>
                  </a:lnTo>
                  <a:lnTo>
                    <a:pt x="621454" y="37784"/>
                  </a:lnTo>
                  <a:lnTo>
                    <a:pt x="662385" y="34163"/>
                  </a:lnTo>
                  <a:lnTo>
                    <a:pt x="703646" y="41009"/>
                  </a:lnTo>
                  <a:lnTo>
                    <a:pt x="743717" y="58848"/>
                  </a:lnTo>
                  <a:lnTo>
                    <a:pt x="777203" y="84566"/>
                  </a:lnTo>
                  <a:lnTo>
                    <a:pt x="787151" y="94916"/>
                  </a:lnTo>
                  <a:lnTo>
                    <a:pt x="815649" y="49880"/>
                  </a:lnTo>
                  <a:lnTo>
                    <a:pt x="853772" y="18334"/>
                  </a:lnTo>
                  <a:lnTo>
                    <a:pt x="898132" y="1547"/>
                  </a:lnTo>
                  <a:lnTo>
                    <a:pt x="945338" y="786"/>
                  </a:lnTo>
                  <a:lnTo>
                    <a:pt x="992002" y="17319"/>
                  </a:lnTo>
                  <a:lnTo>
                    <a:pt x="1007177" y="27082"/>
                  </a:lnTo>
                  <a:lnTo>
                    <a:pt x="1021196" y="38750"/>
                  </a:lnTo>
                  <a:lnTo>
                    <a:pt x="1033954" y="52181"/>
                  </a:lnTo>
                  <a:lnTo>
                    <a:pt x="1045342" y="67230"/>
                  </a:lnTo>
                  <a:lnTo>
                    <a:pt x="1079189" y="32722"/>
                  </a:lnTo>
                  <a:lnTo>
                    <a:pt x="1118504" y="10240"/>
                  </a:lnTo>
                  <a:lnTo>
                    <a:pt x="1161007" y="0"/>
                  </a:lnTo>
                  <a:lnTo>
                    <a:pt x="1204421" y="2216"/>
                  </a:lnTo>
                  <a:lnTo>
                    <a:pt x="1246467" y="17103"/>
                  </a:lnTo>
                  <a:lnTo>
                    <a:pt x="1284864" y="44878"/>
                  </a:lnTo>
                  <a:lnTo>
                    <a:pt x="1322234" y="95456"/>
                  </a:lnTo>
                  <a:lnTo>
                    <a:pt x="1342268" y="157273"/>
                  </a:lnTo>
                  <a:lnTo>
                    <a:pt x="1382259" y="175426"/>
                  </a:lnTo>
                  <a:lnTo>
                    <a:pt x="1416471" y="202500"/>
                  </a:lnTo>
                  <a:lnTo>
                    <a:pt x="1444118" y="236937"/>
                  </a:lnTo>
                  <a:lnTo>
                    <a:pt x="1464415" y="277176"/>
                  </a:lnTo>
                  <a:lnTo>
                    <a:pt x="1476573" y="321659"/>
                  </a:lnTo>
                  <a:lnTo>
                    <a:pt x="1479808" y="368825"/>
                  </a:lnTo>
                  <a:lnTo>
                    <a:pt x="1473332" y="417115"/>
                  </a:lnTo>
                  <a:lnTo>
                    <a:pt x="1471501" y="424211"/>
                  </a:lnTo>
                  <a:lnTo>
                    <a:pt x="1469443" y="431212"/>
                  </a:lnTo>
                  <a:lnTo>
                    <a:pt x="1467171" y="438118"/>
                  </a:lnTo>
                  <a:lnTo>
                    <a:pt x="1464696" y="444928"/>
                  </a:lnTo>
                  <a:lnTo>
                    <a:pt x="1487628" y="485800"/>
                  </a:lnTo>
                  <a:lnTo>
                    <a:pt x="1503334" y="529390"/>
                  </a:lnTo>
                  <a:lnTo>
                    <a:pt x="1511935" y="574633"/>
                  </a:lnTo>
                  <a:lnTo>
                    <a:pt x="1513553" y="620465"/>
                  </a:lnTo>
                  <a:lnTo>
                    <a:pt x="1508309" y="665824"/>
                  </a:lnTo>
                  <a:lnTo>
                    <a:pt x="1496324" y="709643"/>
                  </a:lnTo>
                  <a:lnTo>
                    <a:pt x="1477719" y="750860"/>
                  </a:lnTo>
                  <a:lnTo>
                    <a:pt x="1452616" y="788410"/>
                  </a:lnTo>
                  <a:lnTo>
                    <a:pt x="1421135" y="821229"/>
                  </a:lnTo>
                  <a:lnTo>
                    <a:pt x="1368700" y="855694"/>
                  </a:lnTo>
                  <a:lnTo>
                    <a:pt x="1310264" y="874061"/>
                  </a:lnTo>
                  <a:lnTo>
                    <a:pt x="1304551" y="926481"/>
                  </a:lnTo>
                  <a:lnTo>
                    <a:pt x="1288987" y="974518"/>
                  </a:lnTo>
                  <a:lnTo>
                    <a:pt x="1264794" y="1016806"/>
                  </a:lnTo>
                  <a:lnTo>
                    <a:pt x="1233195" y="1051978"/>
                  </a:lnTo>
                  <a:lnTo>
                    <a:pt x="1195411" y="1078668"/>
                  </a:lnTo>
                  <a:lnTo>
                    <a:pt x="1152663" y="1095510"/>
                  </a:lnTo>
                  <a:lnTo>
                    <a:pt x="1106175" y="1101137"/>
                  </a:lnTo>
                  <a:lnTo>
                    <a:pt x="1078380" y="1098700"/>
                  </a:lnTo>
                  <a:lnTo>
                    <a:pt x="1051264" y="1092025"/>
                  </a:lnTo>
                  <a:lnTo>
                    <a:pt x="1025219" y="1081206"/>
                  </a:lnTo>
                  <a:lnTo>
                    <a:pt x="1000638" y="1066339"/>
                  </a:lnTo>
                  <a:lnTo>
                    <a:pt x="984676" y="1111255"/>
                  </a:lnTo>
                  <a:lnTo>
                    <a:pt x="962576" y="1151095"/>
                  </a:lnTo>
                  <a:lnTo>
                    <a:pt x="935172" y="1185352"/>
                  </a:lnTo>
                  <a:lnTo>
                    <a:pt x="903296" y="1213523"/>
                  </a:lnTo>
                  <a:lnTo>
                    <a:pt x="867781" y="1235103"/>
                  </a:lnTo>
                  <a:lnTo>
                    <a:pt x="829461" y="1249586"/>
                  </a:lnTo>
                  <a:lnTo>
                    <a:pt x="789168" y="1256468"/>
                  </a:lnTo>
                  <a:lnTo>
                    <a:pt x="747736" y="1255244"/>
                  </a:lnTo>
                  <a:lnTo>
                    <a:pt x="705998" y="1245409"/>
                  </a:lnTo>
                  <a:lnTo>
                    <a:pt x="668201" y="1228224"/>
                  </a:lnTo>
                  <a:lnTo>
                    <a:pt x="633784" y="1204134"/>
                  </a:lnTo>
                  <a:lnTo>
                    <a:pt x="603480" y="1173757"/>
                  </a:lnTo>
                  <a:lnTo>
                    <a:pt x="578020" y="1137713"/>
                  </a:lnTo>
                  <a:lnTo>
                    <a:pt x="538638" y="1159931"/>
                  </a:lnTo>
                  <a:lnTo>
                    <a:pt x="497734" y="1174303"/>
                  </a:lnTo>
                  <a:lnTo>
                    <a:pt x="456071" y="1181047"/>
                  </a:lnTo>
                  <a:lnTo>
                    <a:pt x="414412" y="1180377"/>
                  </a:lnTo>
                  <a:lnTo>
                    <a:pt x="373520" y="1172511"/>
                  </a:lnTo>
                  <a:lnTo>
                    <a:pt x="334159" y="1157665"/>
                  </a:lnTo>
                  <a:lnTo>
                    <a:pt x="297091" y="1136056"/>
                  </a:lnTo>
                  <a:lnTo>
                    <a:pt x="263081" y="1107900"/>
                  </a:lnTo>
                  <a:lnTo>
                    <a:pt x="232890" y="1073413"/>
                  </a:lnTo>
                  <a:lnTo>
                    <a:pt x="207282" y="1032811"/>
                  </a:lnTo>
                  <a:lnTo>
                    <a:pt x="205351" y="1029128"/>
                  </a:lnTo>
                  <a:lnTo>
                    <a:pt x="204424" y="1027350"/>
                  </a:lnTo>
                  <a:lnTo>
                    <a:pt x="163503" y="1026563"/>
                  </a:lnTo>
                  <a:lnTo>
                    <a:pt x="125509" y="1014109"/>
                  </a:lnTo>
                  <a:lnTo>
                    <a:pt x="92056" y="991425"/>
                  </a:lnTo>
                  <a:lnTo>
                    <a:pt x="64760" y="959946"/>
                  </a:lnTo>
                  <a:lnTo>
                    <a:pt x="45235" y="921108"/>
                  </a:lnTo>
                  <a:lnTo>
                    <a:pt x="35095" y="876347"/>
                  </a:lnTo>
                  <a:lnTo>
                    <a:pt x="34844" y="838743"/>
                  </a:lnTo>
                  <a:lnTo>
                    <a:pt x="41694" y="802401"/>
                  </a:lnTo>
                  <a:lnTo>
                    <a:pt x="55282" y="768584"/>
                  </a:lnTo>
                  <a:lnTo>
                    <a:pt x="75240" y="738552"/>
                  </a:lnTo>
                  <a:lnTo>
                    <a:pt x="43103" y="709984"/>
                  </a:lnTo>
                  <a:lnTo>
                    <a:pt x="19505" y="674046"/>
                  </a:lnTo>
                  <a:lnTo>
                    <a:pt x="4964" y="632999"/>
                  </a:lnTo>
                  <a:lnTo>
                    <a:pt x="0" y="589106"/>
                  </a:lnTo>
                  <a:lnTo>
                    <a:pt x="5129" y="544627"/>
                  </a:lnTo>
                  <a:lnTo>
                    <a:pt x="20871" y="501824"/>
                  </a:lnTo>
                  <a:lnTo>
                    <a:pt x="42489" y="469282"/>
                  </a:lnTo>
                  <a:lnTo>
                    <a:pt x="101531" y="426011"/>
                  </a:lnTo>
                  <a:lnTo>
                    <a:pt x="136479" y="417115"/>
                  </a:lnTo>
                  <a:lnTo>
                    <a:pt x="137762" y="41317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5828" y="2751962"/>
              <a:ext cx="337439" cy="28117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08050" y="1840483"/>
              <a:ext cx="1387475" cy="1069975"/>
            </a:xfrm>
            <a:custGeom>
              <a:avLst/>
              <a:gdLst/>
              <a:ahLst/>
              <a:cxnLst/>
              <a:rect l="l" t="t" r="r" b="b"/>
              <a:pathLst>
                <a:path w="1387475" h="1069975">
                  <a:moveTo>
                    <a:pt x="88645" y="693801"/>
                  </a:moveTo>
                  <a:lnTo>
                    <a:pt x="65508" y="693812"/>
                  </a:lnTo>
                  <a:lnTo>
                    <a:pt x="42760" y="689895"/>
                  </a:lnTo>
                  <a:lnTo>
                    <a:pt x="20794" y="682120"/>
                  </a:lnTo>
                  <a:lnTo>
                    <a:pt x="0" y="670560"/>
                  </a:lnTo>
                </a:path>
                <a:path w="1387475" h="1069975">
                  <a:moveTo>
                    <a:pt x="166852" y="947674"/>
                  </a:moveTo>
                  <a:lnTo>
                    <a:pt x="157418" y="951507"/>
                  </a:lnTo>
                  <a:lnTo>
                    <a:pt x="147789" y="954627"/>
                  </a:lnTo>
                  <a:lnTo>
                    <a:pt x="137998" y="957032"/>
                  </a:lnTo>
                  <a:lnTo>
                    <a:pt x="128079" y="958723"/>
                  </a:lnTo>
                </a:path>
                <a:path w="1387475" h="1069975">
                  <a:moveTo>
                    <a:pt x="501065" y="1069593"/>
                  </a:moveTo>
                  <a:lnTo>
                    <a:pt x="494333" y="1057479"/>
                  </a:lnTo>
                  <a:lnTo>
                    <a:pt x="488186" y="1044971"/>
                  </a:lnTo>
                  <a:lnTo>
                    <a:pt x="482636" y="1032107"/>
                  </a:lnTo>
                  <a:lnTo>
                    <a:pt x="477697" y="1018920"/>
                  </a:lnTo>
                </a:path>
                <a:path w="1387475" h="1069975">
                  <a:moveTo>
                    <a:pt x="933170" y="943355"/>
                  </a:moveTo>
                  <a:lnTo>
                    <a:pt x="931864" y="957421"/>
                  </a:lnTo>
                  <a:lnTo>
                    <a:pt x="929868" y="971391"/>
                  </a:lnTo>
                  <a:lnTo>
                    <a:pt x="927205" y="985218"/>
                  </a:lnTo>
                  <a:lnTo>
                    <a:pt x="923899" y="998854"/>
                  </a:lnTo>
                </a:path>
                <a:path w="1387475" h="1069975">
                  <a:moveTo>
                    <a:pt x="1118717" y="599948"/>
                  </a:moveTo>
                  <a:lnTo>
                    <a:pt x="1157581" y="627957"/>
                  </a:lnTo>
                  <a:lnTo>
                    <a:pt x="1189295" y="664396"/>
                  </a:lnTo>
                  <a:lnTo>
                    <a:pt x="1212955" y="707609"/>
                  </a:lnTo>
                  <a:lnTo>
                    <a:pt x="1227661" y="755936"/>
                  </a:lnTo>
                  <a:lnTo>
                    <a:pt x="1232509" y="807719"/>
                  </a:lnTo>
                </a:path>
                <a:path w="1387475" h="1069975">
                  <a:moveTo>
                    <a:pt x="1387195" y="378840"/>
                  </a:moveTo>
                  <a:lnTo>
                    <a:pt x="1377545" y="400667"/>
                  </a:lnTo>
                  <a:lnTo>
                    <a:pt x="1365811" y="421052"/>
                  </a:lnTo>
                  <a:lnTo>
                    <a:pt x="1352101" y="439795"/>
                  </a:lnTo>
                  <a:lnTo>
                    <a:pt x="1336522" y="456691"/>
                  </a:lnTo>
                </a:path>
                <a:path w="1387475" h="1069975">
                  <a:moveTo>
                    <a:pt x="1265529" y="89788"/>
                  </a:moveTo>
                  <a:lnTo>
                    <a:pt x="1266839" y="98954"/>
                  </a:lnTo>
                  <a:lnTo>
                    <a:pt x="1267720" y="108156"/>
                  </a:lnTo>
                  <a:lnTo>
                    <a:pt x="1268172" y="117381"/>
                  </a:lnTo>
                  <a:lnTo>
                    <a:pt x="1268196" y="126618"/>
                  </a:lnTo>
                </a:path>
                <a:path w="1387475" h="1069975">
                  <a:moveTo>
                    <a:pt x="942060" y="46989"/>
                  </a:moveTo>
                  <a:lnTo>
                    <a:pt x="947394" y="34468"/>
                  </a:lnTo>
                  <a:lnTo>
                    <a:pt x="953490" y="22447"/>
                  </a:lnTo>
                  <a:lnTo>
                    <a:pt x="960348" y="10949"/>
                  </a:lnTo>
                  <a:lnTo>
                    <a:pt x="967968" y="0"/>
                  </a:lnTo>
                </a:path>
                <a:path w="1387475" h="1069975">
                  <a:moveTo>
                    <a:pt x="699236" y="69341"/>
                  </a:moveTo>
                  <a:lnTo>
                    <a:pt x="701540" y="58868"/>
                  </a:lnTo>
                  <a:lnTo>
                    <a:pt x="704427" y="48609"/>
                  </a:lnTo>
                  <a:lnTo>
                    <a:pt x="707862" y="38588"/>
                  </a:lnTo>
                  <a:lnTo>
                    <a:pt x="711809" y="28828"/>
                  </a:lnTo>
                </a:path>
                <a:path w="1387475" h="1069975">
                  <a:moveTo>
                    <a:pt x="414350" y="83057"/>
                  </a:moveTo>
                  <a:lnTo>
                    <a:pt x="426496" y="91672"/>
                  </a:lnTo>
                  <a:lnTo>
                    <a:pt x="438148" y="101107"/>
                  </a:lnTo>
                  <a:lnTo>
                    <a:pt x="449274" y="111329"/>
                  </a:lnTo>
                  <a:lnTo>
                    <a:pt x="459841" y="122300"/>
                  </a:lnTo>
                </a:path>
                <a:path w="1387475" h="1069975">
                  <a:moveTo>
                    <a:pt x="68833" y="391413"/>
                  </a:moveTo>
                  <a:lnTo>
                    <a:pt x="66307" y="381250"/>
                  </a:lnTo>
                  <a:lnTo>
                    <a:pt x="64141" y="370966"/>
                  </a:lnTo>
                  <a:lnTo>
                    <a:pt x="62336" y="360588"/>
                  </a:lnTo>
                  <a:lnTo>
                    <a:pt x="60896" y="3501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9654" y="690841"/>
            <a:ext cx="8967470" cy="320103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Determination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solidFill>
                  <a:srgbClr val="0000CC"/>
                </a:solidFill>
                <a:latin typeface="Arial MT"/>
                <a:cs typeface="Arial MT"/>
              </a:rPr>
              <a:t>risk</a:t>
            </a:r>
            <a:r>
              <a:rPr dirty="0" sz="1600" spc="-3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solidFill>
                  <a:srgbClr val="0000CC"/>
                </a:solidFill>
                <a:latin typeface="Arial MT"/>
                <a:cs typeface="Arial MT"/>
              </a:rPr>
              <a:t>threat</a:t>
            </a:r>
            <a:r>
              <a:rPr dirty="0" sz="1600" spc="-8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scenario</a:t>
            </a:r>
            <a:r>
              <a:rPr dirty="0" sz="1600" spc="-6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from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 b="1">
                <a:solidFill>
                  <a:srgbClr val="0000CC"/>
                </a:solidFill>
                <a:latin typeface="Arial"/>
                <a:cs typeface="Arial"/>
              </a:rPr>
              <a:t>impact</a:t>
            </a:r>
            <a:r>
              <a:rPr dirty="0" sz="1600" spc="-7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35">
                <a:solidFill>
                  <a:srgbClr val="0000CC"/>
                </a:solidFill>
                <a:latin typeface="Arial MT"/>
                <a:cs typeface="Arial MT"/>
              </a:rPr>
              <a:t>of</a:t>
            </a:r>
            <a:r>
              <a:rPr dirty="0" sz="1600" spc="-6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the</a:t>
            </a:r>
            <a:r>
              <a:rPr dirty="0" sz="1600" spc="-5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0">
                <a:solidFill>
                  <a:srgbClr val="0000CC"/>
                </a:solidFill>
                <a:latin typeface="Arial MT"/>
                <a:cs typeface="Arial MT"/>
              </a:rPr>
              <a:t>associated</a:t>
            </a:r>
            <a:r>
              <a:rPr dirty="0" sz="1600" spc="-8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85">
                <a:solidFill>
                  <a:srgbClr val="0000CC"/>
                </a:solidFill>
                <a:latin typeface="Arial MT"/>
                <a:cs typeface="Arial MT"/>
              </a:rPr>
              <a:t>damage</a:t>
            </a:r>
            <a:r>
              <a:rPr dirty="0" sz="1600" spc="-5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scenario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 b="1">
                <a:latin typeface="Arial"/>
                <a:cs typeface="Arial"/>
              </a:rPr>
              <a:t>the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45" b="1">
                <a:solidFill>
                  <a:srgbClr val="0000CC"/>
                </a:solidFill>
                <a:latin typeface="Arial"/>
                <a:cs typeface="Arial"/>
              </a:rPr>
              <a:t>attack</a:t>
            </a:r>
            <a:endParaRPr sz="1600">
              <a:latin typeface="Arial"/>
              <a:cs typeface="Arial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35" b="1">
                <a:solidFill>
                  <a:srgbClr val="0000CC"/>
                </a:solidFill>
                <a:latin typeface="Arial"/>
                <a:cs typeface="Arial"/>
              </a:rPr>
              <a:t>feasibility</a:t>
            </a:r>
            <a:r>
              <a:rPr dirty="0" sz="1600" spc="-6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35">
                <a:solidFill>
                  <a:srgbClr val="0000CC"/>
                </a:solidFill>
                <a:latin typeface="Arial MT"/>
                <a:cs typeface="Arial MT"/>
              </a:rPr>
              <a:t>of</a:t>
            </a:r>
            <a:r>
              <a:rPr dirty="0" sz="1600" spc="-5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the</a:t>
            </a:r>
            <a:r>
              <a:rPr dirty="0" sz="1600" spc="-6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5">
                <a:solidFill>
                  <a:srgbClr val="0000CC"/>
                </a:solidFill>
                <a:latin typeface="Arial MT"/>
                <a:cs typeface="Arial MT"/>
              </a:rPr>
              <a:t>associated</a:t>
            </a:r>
            <a:r>
              <a:rPr dirty="0" sz="1600" spc="-7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0">
                <a:solidFill>
                  <a:srgbClr val="0000CC"/>
                </a:solidFill>
                <a:latin typeface="Arial MT"/>
                <a:cs typeface="Arial MT"/>
              </a:rPr>
              <a:t>attack</a:t>
            </a:r>
            <a:r>
              <a:rPr dirty="0" sz="1600" spc="-4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0000CC"/>
                </a:solidFill>
                <a:latin typeface="Arial MT"/>
                <a:cs typeface="Arial MT"/>
              </a:rPr>
              <a:t>paths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solidFill>
                  <a:srgbClr val="0000CC"/>
                </a:solidFill>
                <a:latin typeface="Arial MT"/>
                <a:cs typeface="Arial MT"/>
              </a:rPr>
              <a:t>Risk</a:t>
            </a:r>
            <a:r>
              <a:rPr dirty="0" sz="1600" spc="-5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5">
                <a:solidFill>
                  <a:srgbClr val="0000CC"/>
                </a:solidFill>
                <a:latin typeface="Arial MT"/>
                <a:cs typeface="Arial MT"/>
              </a:rPr>
              <a:t>values</a:t>
            </a:r>
            <a:r>
              <a:rPr dirty="0" sz="1600" spc="-4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determined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utilizing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matrices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 b="1">
                <a:solidFill>
                  <a:srgbClr val="0000CC"/>
                </a:solidFill>
                <a:latin typeface="Arial"/>
                <a:cs typeface="Arial"/>
              </a:rPr>
              <a:t>defined</a:t>
            </a:r>
            <a:r>
              <a:rPr dirty="0" sz="1600" spc="-6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80" b="1">
                <a:solidFill>
                  <a:srgbClr val="0000CC"/>
                </a:solidFill>
                <a:latin typeface="Arial"/>
                <a:cs typeface="Arial"/>
              </a:rPr>
              <a:t>by</a:t>
            </a:r>
            <a:r>
              <a:rPr dirty="0" sz="1600" spc="-6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65" b="1">
                <a:solidFill>
                  <a:srgbClr val="0000CC"/>
                </a:solidFill>
                <a:latin typeface="Arial"/>
                <a:cs typeface="Arial"/>
              </a:rPr>
              <a:t>the</a:t>
            </a:r>
            <a:r>
              <a:rPr dirty="0" sz="1600" spc="-4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0000CC"/>
                </a:solidFill>
                <a:latin typeface="Arial"/>
                <a:cs typeface="Arial"/>
              </a:rPr>
              <a:t>organization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"/>
            </a:pPr>
            <a:endParaRPr sz="1600">
              <a:latin typeface="Arial"/>
              <a:cs typeface="Arial"/>
            </a:endParaRPr>
          </a:p>
          <a:p>
            <a:pPr algn="ctr" marL="857250" marR="7307580" indent="635">
              <a:lnSpc>
                <a:spcPct val="100000"/>
              </a:lnSpc>
            </a:pPr>
            <a:r>
              <a:rPr dirty="0" sz="1400" spc="-10" b="1">
                <a:solidFill>
                  <a:srgbClr val="0000CC"/>
                </a:solidFill>
                <a:latin typeface="Arial"/>
                <a:cs typeface="Arial"/>
              </a:rPr>
              <a:t>S</a:t>
            </a:r>
            <a:r>
              <a:rPr dirty="0" sz="1400" spc="-10">
                <a:latin typeface="Arial MT"/>
                <a:cs typeface="Arial MT"/>
              </a:rPr>
              <a:t>afety, </a:t>
            </a:r>
            <a:r>
              <a:rPr dirty="0" sz="1400" spc="-20" b="1">
                <a:solidFill>
                  <a:srgbClr val="0000CC"/>
                </a:solidFill>
                <a:latin typeface="Arial"/>
                <a:cs typeface="Arial"/>
              </a:rPr>
              <a:t>F</a:t>
            </a:r>
            <a:r>
              <a:rPr dirty="0" sz="1400" spc="-20">
                <a:latin typeface="Arial MT"/>
                <a:cs typeface="Arial MT"/>
              </a:rPr>
              <a:t>inancial, </a:t>
            </a:r>
            <a:r>
              <a:rPr dirty="0" sz="1400" spc="-114" b="1">
                <a:solidFill>
                  <a:srgbClr val="0000CC"/>
                </a:solidFill>
                <a:latin typeface="Arial"/>
                <a:cs typeface="Arial"/>
              </a:rPr>
              <a:t>O</a:t>
            </a:r>
            <a:r>
              <a:rPr dirty="0" sz="1400" spc="-114">
                <a:latin typeface="Arial MT"/>
                <a:cs typeface="Arial MT"/>
              </a:rPr>
              <a:t>perational, </a:t>
            </a:r>
            <a:r>
              <a:rPr dirty="0" sz="1400" spc="-10" b="1">
                <a:solidFill>
                  <a:srgbClr val="0000CC"/>
                </a:solidFill>
                <a:latin typeface="Arial"/>
                <a:cs typeface="Arial"/>
              </a:rPr>
              <a:t>P</a:t>
            </a:r>
            <a:r>
              <a:rPr dirty="0" sz="1400" spc="-10">
                <a:latin typeface="Arial MT"/>
                <a:cs typeface="Arial MT"/>
              </a:rPr>
              <a:t>rivacy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4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Drive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risk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value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each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S,F,O,P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Risk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value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could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 b="1">
                <a:solidFill>
                  <a:srgbClr val="0000CC"/>
                </a:solidFill>
                <a:latin typeface="Arial"/>
                <a:cs typeface="Arial"/>
              </a:rPr>
              <a:t>highest</a:t>
            </a:r>
            <a:r>
              <a:rPr dirty="0" sz="1600" spc="-7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60" b="1">
                <a:solidFill>
                  <a:srgbClr val="0000CC"/>
                </a:solidFill>
                <a:latin typeface="Arial"/>
                <a:cs typeface="Arial"/>
              </a:rPr>
              <a:t>value</a:t>
            </a:r>
            <a:r>
              <a:rPr dirty="0" sz="1600" spc="-6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600" spc="-190">
                <a:solidFill>
                  <a:srgbClr val="0000CC"/>
                </a:solidFill>
                <a:latin typeface="Arial MT"/>
                <a:cs typeface="Arial MT"/>
              </a:rPr>
              <a:t>among</a:t>
            </a:r>
            <a:r>
              <a:rPr dirty="0" sz="1600" spc="-7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30">
                <a:solidFill>
                  <a:srgbClr val="0000CC"/>
                </a:solidFill>
                <a:latin typeface="Arial MT"/>
                <a:cs typeface="Arial MT"/>
              </a:rPr>
              <a:t>risk</a:t>
            </a:r>
            <a:r>
              <a:rPr dirty="0" sz="1600" spc="-3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values</a:t>
            </a:r>
            <a:r>
              <a:rPr dirty="0" sz="1600" spc="-7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70">
                <a:solidFill>
                  <a:srgbClr val="0000CC"/>
                </a:solidFill>
                <a:latin typeface="Arial MT"/>
                <a:cs typeface="Arial MT"/>
              </a:rPr>
              <a:t>on</a:t>
            </a:r>
            <a:r>
              <a:rPr dirty="0" sz="1600" spc="-4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5">
                <a:solidFill>
                  <a:srgbClr val="0000CC"/>
                </a:solidFill>
                <a:latin typeface="Arial MT"/>
                <a:cs typeface="Arial MT"/>
              </a:rPr>
              <a:t>Safety,</a:t>
            </a:r>
            <a:r>
              <a:rPr dirty="0" sz="1600" spc="-7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30">
                <a:solidFill>
                  <a:srgbClr val="0000CC"/>
                </a:solidFill>
                <a:latin typeface="Arial MT"/>
                <a:cs typeface="Arial MT"/>
              </a:rPr>
              <a:t>Financial,</a:t>
            </a:r>
            <a:r>
              <a:rPr dirty="0" sz="1600" spc="-9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0">
                <a:solidFill>
                  <a:srgbClr val="0000CC"/>
                </a:solidFill>
                <a:latin typeface="Arial MT"/>
                <a:cs typeface="Arial MT"/>
              </a:rPr>
              <a:t>Operational</a:t>
            </a:r>
            <a:r>
              <a:rPr dirty="0" sz="1600" spc="-8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70">
                <a:solidFill>
                  <a:srgbClr val="0000CC"/>
                </a:solidFill>
                <a:latin typeface="Arial MT"/>
                <a:cs typeface="Arial MT"/>
              </a:rPr>
              <a:t>and</a:t>
            </a:r>
            <a:r>
              <a:rPr dirty="0" sz="1600" spc="-8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0000CC"/>
                </a:solidFill>
                <a:latin typeface="Arial MT"/>
                <a:cs typeface="Arial MT"/>
              </a:rPr>
              <a:t>Privacy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4301744" y="5226050"/>
          <a:ext cx="4115435" cy="125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685800"/>
                <a:gridCol w="685800"/>
                <a:gridCol w="690244"/>
                <a:gridCol w="111760"/>
                <a:gridCol w="433069"/>
                <a:gridCol w="114935"/>
                <a:gridCol w="708660"/>
              </a:tblGrid>
              <a:tr h="209550"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81343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b="1">
                          <a:latin typeface="Malgun Gothic"/>
                          <a:cs typeface="Malgun Gothic"/>
                        </a:rPr>
                        <a:t>Attack</a:t>
                      </a:r>
                      <a:r>
                        <a:rPr dirty="0" sz="1100" spc="-2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feasibility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891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>
                          <a:latin typeface="Malgun Gothic"/>
                          <a:cs typeface="Malgun Gothic"/>
                        </a:rPr>
                        <a:t>very</a:t>
                      </a:r>
                      <a:r>
                        <a:rPr dirty="0" sz="11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00" spc="-25">
                          <a:latin typeface="Malgun Gothic"/>
                          <a:cs typeface="Malgun Gothic"/>
                        </a:rPr>
                        <a:t>low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25">
                          <a:latin typeface="Malgun Gothic"/>
                          <a:cs typeface="Malgun Gothic"/>
                        </a:rPr>
                        <a:t>low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793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medium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21218A"/>
                      </a:solidFill>
                      <a:prstDash val="solid"/>
                    </a:lnT>
                    <a:lnB w="6350">
                      <a:solidFill>
                        <a:srgbClr val="CC006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high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2870" marR="64769" indent="-32384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Impact rating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severe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21218A"/>
                      </a:solidFill>
                      <a:prstDash val="solid"/>
                    </a:lnL>
                    <a:lnR w="38100">
                      <a:solidFill>
                        <a:srgbClr val="CC0066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CC0066"/>
                      </a:solidFill>
                      <a:prstDash val="solid"/>
                    </a:lnL>
                    <a:lnR w="38100">
                      <a:solidFill>
                        <a:srgbClr val="CC0066"/>
                      </a:solidFill>
                      <a:prstDash val="solid"/>
                    </a:lnR>
                    <a:lnT w="6350">
                      <a:solidFill>
                        <a:srgbClr val="CC0066"/>
                      </a:solidFill>
                      <a:prstDash val="solid"/>
                    </a:lnT>
                    <a:lnB w="6350">
                      <a:solidFill>
                        <a:srgbClr val="CC0066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0066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527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065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major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21218A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C0066"/>
                      </a:solidFill>
                      <a:prstDash val="solid"/>
                    </a:lnT>
                    <a:lnB w="38100">
                      <a:solidFill>
                        <a:srgbClr val="CC0066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0066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2349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</a:tr>
              <a:tr h="1562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21218A"/>
                      </a:solidFill>
                      <a:prstDash val="solid"/>
                    </a:lnL>
                    <a:lnR w="38100">
                      <a:solidFill>
                        <a:srgbClr val="CC0066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ts val="1135"/>
                        </a:lnSpc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38100">
                      <a:solidFill>
                        <a:srgbClr val="CC0066"/>
                      </a:solidFill>
                      <a:prstDash val="solid"/>
                    </a:lnL>
                    <a:lnR w="38100">
                      <a:solidFill>
                        <a:srgbClr val="CC0066"/>
                      </a:solidFill>
                      <a:prstDash val="solid"/>
                    </a:lnR>
                    <a:lnT w="38100">
                      <a:solidFill>
                        <a:srgbClr val="CC0066"/>
                      </a:solidFill>
                      <a:prstDash val="solid"/>
                    </a:lnT>
                    <a:lnB w="6350">
                      <a:solidFill>
                        <a:srgbClr val="CC0066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CC0066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05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moderate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8415">
                        <a:lnSpc>
                          <a:spcPts val="1305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CC0066"/>
                      </a:solidFill>
                      <a:prstDash val="solid"/>
                    </a:lnT>
                    <a:lnB w="6350">
                      <a:solidFill>
                        <a:srgbClr val="CC0066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ts val="1305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negligible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21218A"/>
                      </a:solidFill>
                      <a:prstDash val="solid"/>
                    </a:lnL>
                    <a:lnR w="38100">
                      <a:solidFill>
                        <a:srgbClr val="CC0066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21218A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CC0066"/>
                      </a:solidFill>
                      <a:prstDash val="solid"/>
                    </a:lnL>
                    <a:lnR w="38100">
                      <a:solidFill>
                        <a:srgbClr val="CC0066"/>
                      </a:solidFill>
                      <a:prstDash val="solid"/>
                    </a:lnR>
                    <a:lnT w="6350">
                      <a:solidFill>
                        <a:srgbClr val="CC0066"/>
                      </a:solidFill>
                      <a:prstDash val="solid"/>
                    </a:lnT>
                    <a:lnB w="6350">
                      <a:solidFill>
                        <a:srgbClr val="CC0066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0066"/>
                      </a:solidFill>
                      <a:prstDash val="solid"/>
                    </a:lnL>
                    <a:lnR w="38100">
                      <a:solidFill>
                        <a:srgbClr val="21218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21218A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38100">
                      <a:solidFill>
                        <a:srgbClr val="21218A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482155" y="4120007"/>
          <a:ext cx="9018270" cy="742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640"/>
                <a:gridCol w="1152525"/>
                <a:gridCol w="1152525"/>
                <a:gridCol w="1152525"/>
                <a:gridCol w="1368425"/>
              </a:tblGrid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Damage</a:t>
                      </a:r>
                      <a:r>
                        <a:rPr dirty="0" sz="12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scenario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Safety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Financial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Privacy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91440" marR="25272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5">
                          <a:latin typeface="Arial MT"/>
                          <a:cs typeface="Arial MT"/>
                        </a:rPr>
                        <a:t>Front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5">
                          <a:latin typeface="Arial MT"/>
                          <a:cs typeface="Arial MT"/>
                        </a:rPr>
                        <a:t>collision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narrow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stationary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object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0"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14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90">
                          <a:latin typeface="Arial MT"/>
                          <a:cs typeface="Arial MT"/>
                        </a:rPr>
                        <a:t>unintended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turning-</a:t>
                      </a:r>
                      <a:r>
                        <a:rPr dirty="0" sz="1200" spc="-90">
                          <a:latin typeface="Arial MT"/>
                          <a:cs typeface="Arial MT"/>
                        </a:rPr>
                        <a:t>off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25">
                          <a:latin typeface="Arial MT"/>
                          <a:cs typeface="Arial MT"/>
                        </a:rPr>
                        <a:t>headlamp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5"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night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driving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0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35">
                          <a:latin typeface="Arial MT"/>
                          <a:cs typeface="Arial MT"/>
                        </a:rPr>
                        <a:t>medium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speed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Severe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Major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Major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Negligible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</a:tr>
            </a:tbl>
          </a:graphicData>
        </a:graphic>
      </p:graphicFrame>
      <p:grpSp>
        <p:nvGrpSpPr>
          <p:cNvPr id="20" name="object 20" descr=""/>
          <p:cNvGrpSpPr/>
          <p:nvPr/>
        </p:nvGrpSpPr>
        <p:grpSpPr>
          <a:xfrm>
            <a:off x="1480566" y="4935220"/>
            <a:ext cx="320040" cy="479425"/>
            <a:chOff x="1480566" y="4935220"/>
            <a:chExt cx="320040" cy="479425"/>
          </a:xfrm>
        </p:grpSpPr>
        <p:sp>
          <p:nvSpPr>
            <p:cNvPr id="21" name="object 21" descr=""/>
            <p:cNvSpPr/>
            <p:nvPr/>
          </p:nvSpPr>
          <p:spPr>
            <a:xfrm>
              <a:off x="1482090" y="4936489"/>
              <a:ext cx="317500" cy="476250"/>
            </a:xfrm>
            <a:custGeom>
              <a:avLst/>
              <a:gdLst/>
              <a:ahLst/>
              <a:cxnLst/>
              <a:rect l="l" t="t" r="r" b="b"/>
              <a:pathLst>
                <a:path w="317500" h="476250">
                  <a:moveTo>
                    <a:pt x="316992" y="187960"/>
                  </a:moveTo>
                  <a:lnTo>
                    <a:pt x="209169" y="187960"/>
                  </a:lnTo>
                  <a:lnTo>
                    <a:pt x="209169" y="0"/>
                  </a:lnTo>
                  <a:lnTo>
                    <a:pt x="107823" y="0"/>
                  </a:lnTo>
                  <a:lnTo>
                    <a:pt x="107823" y="187960"/>
                  </a:lnTo>
                  <a:lnTo>
                    <a:pt x="0" y="187960"/>
                  </a:lnTo>
                  <a:lnTo>
                    <a:pt x="0" y="289560"/>
                  </a:lnTo>
                  <a:lnTo>
                    <a:pt x="107823" y="289560"/>
                  </a:lnTo>
                  <a:lnTo>
                    <a:pt x="107823" y="476250"/>
                  </a:lnTo>
                  <a:lnTo>
                    <a:pt x="209169" y="476250"/>
                  </a:lnTo>
                  <a:lnTo>
                    <a:pt x="209169" y="289560"/>
                  </a:lnTo>
                  <a:lnTo>
                    <a:pt x="316992" y="289560"/>
                  </a:lnTo>
                  <a:lnTo>
                    <a:pt x="316992" y="18796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82090" y="4936744"/>
              <a:ext cx="317500" cy="476250"/>
            </a:xfrm>
            <a:custGeom>
              <a:avLst/>
              <a:gdLst/>
              <a:ahLst/>
              <a:cxnLst/>
              <a:rect l="l" t="t" r="r" b="b"/>
              <a:pathLst>
                <a:path w="317500" h="476250">
                  <a:moveTo>
                    <a:pt x="0" y="187324"/>
                  </a:moveTo>
                  <a:lnTo>
                    <a:pt x="107822" y="187324"/>
                  </a:lnTo>
                  <a:lnTo>
                    <a:pt x="107822" y="0"/>
                  </a:lnTo>
                  <a:lnTo>
                    <a:pt x="209168" y="0"/>
                  </a:lnTo>
                  <a:lnTo>
                    <a:pt x="209168" y="187324"/>
                  </a:lnTo>
                  <a:lnTo>
                    <a:pt x="316991" y="187324"/>
                  </a:lnTo>
                  <a:lnTo>
                    <a:pt x="316991" y="288670"/>
                  </a:lnTo>
                  <a:lnTo>
                    <a:pt x="209168" y="288670"/>
                  </a:lnTo>
                  <a:lnTo>
                    <a:pt x="209168" y="475995"/>
                  </a:lnTo>
                  <a:lnTo>
                    <a:pt x="107822" y="475995"/>
                  </a:lnTo>
                  <a:lnTo>
                    <a:pt x="107822" y="288670"/>
                  </a:lnTo>
                  <a:lnTo>
                    <a:pt x="0" y="288670"/>
                  </a:lnTo>
                  <a:lnTo>
                    <a:pt x="0" y="1873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3635628" y="5891301"/>
            <a:ext cx="438784" cy="103505"/>
            <a:chOff x="3635628" y="5891301"/>
            <a:chExt cx="438784" cy="103505"/>
          </a:xfrm>
        </p:grpSpPr>
        <p:sp>
          <p:nvSpPr>
            <p:cNvPr id="24" name="object 24" descr=""/>
            <p:cNvSpPr/>
            <p:nvPr/>
          </p:nvSpPr>
          <p:spPr>
            <a:xfrm>
              <a:off x="3637152" y="5892825"/>
              <a:ext cx="435609" cy="100965"/>
            </a:xfrm>
            <a:custGeom>
              <a:avLst/>
              <a:gdLst/>
              <a:ahLst/>
              <a:cxnLst/>
              <a:rect l="l" t="t" r="r" b="b"/>
              <a:pathLst>
                <a:path w="435610" h="100964">
                  <a:moveTo>
                    <a:pt x="435610" y="0"/>
                  </a:moveTo>
                  <a:lnTo>
                    <a:pt x="0" y="0"/>
                  </a:lnTo>
                  <a:lnTo>
                    <a:pt x="0" y="100355"/>
                  </a:lnTo>
                  <a:lnTo>
                    <a:pt x="435610" y="100355"/>
                  </a:lnTo>
                  <a:lnTo>
                    <a:pt x="4356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637152" y="5892825"/>
              <a:ext cx="435609" cy="100965"/>
            </a:xfrm>
            <a:custGeom>
              <a:avLst/>
              <a:gdLst/>
              <a:ahLst/>
              <a:cxnLst/>
              <a:rect l="l" t="t" r="r" b="b"/>
              <a:pathLst>
                <a:path w="435610" h="100964">
                  <a:moveTo>
                    <a:pt x="0" y="0"/>
                  </a:moveTo>
                  <a:lnTo>
                    <a:pt x="435610" y="0"/>
                  </a:lnTo>
                  <a:lnTo>
                    <a:pt x="435610" y="100355"/>
                  </a:lnTo>
                  <a:lnTo>
                    <a:pt x="0" y="10035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3635628" y="6041847"/>
            <a:ext cx="438784" cy="103505"/>
            <a:chOff x="3635628" y="6041847"/>
            <a:chExt cx="438784" cy="103505"/>
          </a:xfrm>
        </p:grpSpPr>
        <p:sp>
          <p:nvSpPr>
            <p:cNvPr id="27" name="object 27" descr=""/>
            <p:cNvSpPr/>
            <p:nvPr/>
          </p:nvSpPr>
          <p:spPr>
            <a:xfrm>
              <a:off x="3637152" y="6043371"/>
              <a:ext cx="435609" cy="100965"/>
            </a:xfrm>
            <a:custGeom>
              <a:avLst/>
              <a:gdLst/>
              <a:ahLst/>
              <a:cxnLst/>
              <a:rect l="l" t="t" r="r" b="b"/>
              <a:pathLst>
                <a:path w="435610" h="100964">
                  <a:moveTo>
                    <a:pt x="435610" y="0"/>
                  </a:moveTo>
                  <a:lnTo>
                    <a:pt x="0" y="0"/>
                  </a:lnTo>
                  <a:lnTo>
                    <a:pt x="0" y="100355"/>
                  </a:lnTo>
                  <a:lnTo>
                    <a:pt x="435610" y="100355"/>
                  </a:lnTo>
                  <a:lnTo>
                    <a:pt x="4356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637152" y="6043371"/>
              <a:ext cx="435609" cy="100965"/>
            </a:xfrm>
            <a:custGeom>
              <a:avLst/>
              <a:gdLst/>
              <a:ahLst/>
              <a:cxnLst/>
              <a:rect l="l" t="t" r="r" b="b"/>
              <a:pathLst>
                <a:path w="435610" h="100964">
                  <a:moveTo>
                    <a:pt x="0" y="0"/>
                  </a:moveTo>
                  <a:lnTo>
                    <a:pt x="435610" y="0"/>
                  </a:lnTo>
                  <a:lnTo>
                    <a:pt x="435610" y="100355"/>
                  </a:lnTo>
                  <a:lnTo>
                    <a:pt x="0" y="10035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/>
          <p:nvPr/>
        </p:nvSpPr>
        <p:spPr>
          <a:xfrm>
            <a:off x="8481059" y="5334000"/>
            <a:ext cx="360045" cy="1108075"/>
          </a:xfrm>
          <a:custGeom>
            <a:avLst/>
            <a:gdLst/>
            <a:ahLst/>
            <a:cxnLst/>
            <a:rect l="l" t="t" r="r" b="b"/>
            <a:pathLst>
              <a:path w="360045" h="1108075">
                <a:moveTo>
                  <a:pt x="0" y="0"/>
                </a:moveTo>
                <a:lnTo>
                  <a:pt x="69996" y="2361"/>
                </a:lnTo>
                <a:lnTo>
                  <a:pt x="127158" y="8794"/>
                </a:lnTo>
                <a:lnTo>
                  <a:pt x="165699" y="18323"/>
                </a:lnTo>
                <a:lnTo>
                  <a:pt x="179832" y="29971"/>
                </a:lnTo>
                <a:lnTo>
                  <a:pt x="179832" y="524002"/>
                </a:lnTo>
                <a:lnTo>
                  <a:pt x="193964" y="535666"/>
                </a:lnTo>
                <a:lnTo>
                  <a:pt x="232505" y="545193"/>
                </a:lnTo>
                <a:lnTo>
                  <a:pt x="289667" y="551617"/>
                </a:lnTo>
                <a:lnTo>
                  <a:pt x="359664" y="553974"/>
                </a:lnTo>
                <a:lnTo>
                  <a:pt x="289667" y="556330"/>
                </a:lnTo>
                <a:lnTo>
                  <a:pt x="232505" y="562754"/>
                </a:lnTo>
                <a:lnTo>
                  <a:pt x="193964" y="572281"/>
                </a:lnTo>
                <a:lnTo>
                  <a:pt x="179832" y="583946"/>
                </a:lnTo>
                <a:lnTo>
                  <a:pt x="179832" y="1077976"/>
                </a:lnTo>
                <a:lnTo>
                  <a:pt x="165699" y="1089640"/>
                </a:lnTo>
                <a:lnTo>
                  <a:pt x="127158" y="1099167"/>
                </a:lnTo>
                <a:lnTo>
                  <a:pt x="69996" y="1105591"/>
                </a:lnTo>
                <a:lnTo>
                  <a:pt x="0" y="1107948"/>
                </a:lnTo>
              </a:path>
            </a:pathLst>
          </a:custGeom>
          <a:ln w="9144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8939910" y="5384038"/>
            <a:ext cx="64579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Risk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50">
                <a:latin typeface="Arial MT"/>
                <a:cs typeface="Arial MT"/>
              </a:rPr>
              <a:t>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50">
                <a:latin typeface="Arial MT"/>
                <a:cs typeface="Arial MT"/>
              </a:rPr>
              <a:t>F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50">
                <a:latin typeface="Arial MT"/>
                <a:cs typeface="Arial MT"/>
              </a:rPr>
              <a:t> 3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85">
                <a:latin typeface="Arial MT"/>
                <a:cs typeface="Arial MT"/>
              </a:rPr>
              <a:t>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50">
                <a:latin typeface="Arial MT"/>
                <a:cs typeface="Arial MT"/>
              </a:rPr>
              <a:t>P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6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17627" y="171830"/>
              <a:ext cx="634365" cy="186055"/>
            </a:xfrm>
            <a:custGeom>
              <a:avLst/>
              <a:gdLst/>
              <a:ahLst/>
              <a:cxnLst/>
              <a:rect l="l" t="t" r="r" b="b"/>
              <a:pathLst>
                <a:path w="634365" h="186054">
                  <a:moveTo>
                    <a:pt x="566801" y="0"/>
                  </a:moveTo>
                  <a:lnTo>
                    <a:pt x="532142" y="0"/>
                  </a:lnTo>
                  <a:lnTo>
                    <a:pt x="465543" y="185674"/>
                  </a:lnTo>
                  <a:lnTo>
                    <a:pt x="492607" y="185674"/>
                  </a:lnTo>
                  <a:lnTo>
                    <a:pt x="511327" y="132842"/>
                  </a:lnTo>
                  <a:lnTo>
                    <a:pt x="615003" y="132842"/>
                  </a:lnTo>
                  <a:lnTo>
                    <a:pt x="606662" y="109854"/>
                  </a:lnTo>
                  <a:lnTo>
                    <a:pt x="518071" y="109854"/>
                  </a:lnTo>
                  <a:lnTo>
                    <a:pt x="549224" y="23622"/>
                  </a:lnTo>
                  <a:lnTo>
                    <a:pt x="575372" y="23622"/>
                  </a:lnTo>
                  <a:lnTo>
                    <a:pt x="566801" y="0"/>
                  </a:lnTo>
                  <a:close/>
                </a:path>
                <a:path w="634365" h="186054">
                  <a:moveTo>
                    <a:pt x="615003" y="132842"/>
                  </a:moveTo>
                  <a:lnTo>
                    <a:pt x="587616" y="132842"/>
                  </a:lnTo>
                  <a:lnTo>
                    <a:pt x="606844" y="185674"/>
                  </a:lnTo>
                  <a:lnTo>
                    <a:pt x="634174" y="185674"/>
                  </a:lnTo>
                  <a:lnTo>
                    <a:pt x="615003" y="132842"/>
                  </a:lnTo>
                  <a:close/>
                </a:path>
                <a:path w="634365" h="186054">
                  <a:moveTo>
                    <a:pt x="575372" y="23622"/>
                  </a:moveTo>
                  <a:lnTo>
                    <a:pt x="549224" y="23622"/>
                  </a:lnTo>
                  <a:lnTo>
                    <a:pt x="580644" y="109854"/>
                  </a:lnTo>
                  <a:lnTo>
                    <a:pt x="606662" y="109854"/>
                  </a:lnTo>
                  <a:lnTo>
                    <a:pt x="575372" y="23622"/>
                  </a:lnTo>
                  <a:close/>
                </a:path>
                <a:path w="634365" h="186054">
                  <a:moveTo>
                    <a:pt x="83235" y="22860"/>
                  </a:moveTo>
                  <a:lnTo>
                    <a:pt x="57188" y="22860"/>
                  </a:lnTo>
                  <a:lnTo>
                    <a:pt x="57188" y="185674"/>
                  </a:lnTo>
                  <a:lnTo>
                    <a:pt x="83235" y="185674"/>
                  </a:lnTo>
                  <a:lnTo>
                    <a:pt x="83235" y="22860"/>
                  </a:lnTo>
                  <a:close/>
                </a:path>
                <a:path w="634365" h="186054">
                  <a:moveTo>
                    <a:pt x="240665" y="0"/>
                  </a:moveTo>
                  <a:lnTo>
                    <a:pt x="206006" y="0"/>
                  </a:lnTo>
                  <a:lnTo>
                    <a:pt x="139407" y="185674"/>
                  </a:lnTo>
                  <a:lnTo>
                    <a:pt x="166471" y="185674"/>
                  </a:lnTo>
                  <a:lnTo>
                    <a:pt x="185191" y="132842"/>
                  </a:lnTo>
                  <a:lnTo>
                    <a:pt x="288867" y="132842"/>
                  </a:lnTo>
                  <a:lnTo>
                    <a:pt x="280526" y="109854"/>
                  </a:lnTo>
                  <a:lnTo>
                    <a:pt x="191935" y="109854"/>
                  </a:lnTo>
                  <a:lnTo>
                    <a:pt x="223088" y="23622"/>
                  </a:lnTo>
                  <a:lnTo>
                    <a:pt x="249236" y="23622"/>
                  </a:lnTo>
                  <a:lnTo>
                    <a:pt x="240665" y="0"/>
                  </a:lnTo>
                  <a:close/>
                </a:path>
                <a:path w="634365" h="186054">
                  <a:moveTo>
                    <a:pt x="288867" y="132842"/>
                  </a:moveTo>
                  <a:lnTo>
                    <a:pt x="261480" y="132842"/>
                  </a:lnTo>
                  <a:lnTo>
                    <a:pt x="280708" y="185674"/>
                  </a:lnTo>
                  <a:lnTo>
                    <a:pt x="308038" y="185674"/>
                  </a:lnTo>
                  <a:lnTo>
                    <a:pt x="288867" y="132842"/>
                  </a:lnTo>
                  <a:close/>
                </a:path>
                <a:path w="634365" h="186054">
                  <a:moveTo>
                    <a:pt x="249236" y="23622"/>
                  </a:moveTo>
                  <a:lnTo>
                    <a:pt x="223088" y="23622"/>
                  </a:lnTo>
                  <a:lnTo>
                    <a:pt x="254508" y="109854"/>
                  </a:lnTo>
                  <a:lnTo>
                    <a:pt x="280526" y="109854"/>
                  </a:lnTo>
                  <a:lnTo>
                    <a:pt x="249236" y="23622"/>
                  </a:lnTo>
                  <a:close/>
                </a:path>
                <a:path w="634365" h="186054">
                  <a:moveTo>
                    <a:pt x="14042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423" y="22860"/>
                  </a:lnTo>
                  <a:lnTo>
                    <a:pt x="140423" y="0"/>
                  </a:lnTo>
                  <a:close/>
                </a:path>
                <a:path w="634365" h="186054">
                  <a:moveTo>
                    <a:pt x="391020" y="0"/>
                  </a:moveTo>
                  <a:lnTo>
                    <a:pt x="326301" y="0"/>
                  </a:lnTo>
                  <a:lnTo>
                    <a:pt x="326301" y="185674"/>
                  </a:lnTo>
                  <a:lnTo>
                    <a:pt x="352374" y="185674"/>
                  </a:lnTo>
                  <a:lnTo>
                    <a:pt x="352374" y="109347"/>
                  </a:lnTo>
                  <a:lnTo>
                    <a:pt x="420894" y="109347"/>
                  </a:lnTo>
                  <a:lnTo>
                    <a:pt x="418782" y="105028"/>
                  </a:lnTo>
                  <a:lnTo>
                    <a:pt x="425182" y="102600"/>
                  </a:lnTo>
                  <a:lnTo>
                    <a:pt x="430990" y="99504"/>
                  </a:lnTo>
                  <a:lnTo>
                    <a:pt x="436202" y="95742"/>
                  </a:lnTo>
                  <a:lnTo>
                    <a:pt x="440816" y="91313"/>
                  </a:lnTo>
                  <a:lnTo>
                    <a:pt x="444142" y="86995"/>
                  </a:lnTo>
                  <a:lnTo>
                    <a:pt x="352374" y="86995"/>
                  </a:lnTo>
                  <a:lnTo>
                    <a:pt x="352374" y="22860"/>
                  </a:lnTo>
                  <a:lnTo>
                    <a:pt x="446468" y="22860"/>
                  </a:lnTo>
                  <a:lnTo>
                    <a:pt x="444958" y="20058"/>
                  </a:lnTo>
                  <a:lnTo>
                    <a:pt x="437934" y="12700"/>
                  </a:lnTo>
                  <a:lnTo>
                    <a:pt x="428987" y="7125"/>
                  </a:lnTo>
                  <a:lnTo>
                    <a:pt x="418187" y="3159"/>
                  </a:lnTo>
                  <a:lnTo>
                    <a:pt x="405531" y="787"/>
                  </a:lnTo>
                  <a:lnTo>
                    <a:pt x="391020" y="0"/>
                  </a:lnTo>
                  <a:close/>
                </a:path>
                <a:path w="634365" h="186054">
                  <a:moveTo>
                    <a:pt x="420894" y="109347"/>
                  </a:moveTo>
                  <a:lnTo>
                    <a:pt x="393395" y="109347"/>
                  </a:lnTo>
                  <a:lnTo>
                    <a:pt x="431088" y="185674"/>
                  </a:lnTo>
                  <a:lnTo>
                    <a:pt x="458228" y="185674"/>
                  </a:lnTo>
                  <a:lnTo>
                    <a:pt x="420894" y="109347"/>
                  </a:lnTo>
                  <a:close/>
                </a:path>
                <a:path w="634365" h="186054">
                  <a:moveTo>
                    <a:pt x="446468" y="22860"/>
                  </a:moveTo>
                  <a:lnTo>
                    <a:pt x="391769" y="22860"/>
                  </a:lnTo>
                  <a:lnTo>
                    <a:pt x="400075" y="23334"/>
                  </a:lnTo>
                  <a:lnTo>
                    <a:pt x="407254" y="24749"/>
                  </a:lnTo>
                  <a:lnTo>
                    <a:pt x="413304" y="27092"/>
                  </a:lnTo>
                  <a:lnTo>
                    <a:pt x="418223" y="30352"/>
                  </a:lnTo>
                  <a:lnTo>
                    <a:pt x="424014" y="35305"/>
                  </a:lnTo>
                  <a:lnTo>
                    <a:pt x="426923" y="43307"/>
                  </a:lnTo>
                  <a:lnTo>
                    <a:pt x="426923" y="54101"/>
                  </a:lnTo>
                  <a:lnTo>
                    <a:pt x="426356" y="62555"/>
                  </a:lnTo>
                  <a:lnTo>
                    <a:pt x="424656" y="69627"/>
                  </a:lnTo>
                  <a:lnTo>
                    <a:pt x="421929" y="75104"/>
                  </a:lnTo>
                  <a:lnTo>
                    <a:pt x="421822" y="75318"/>
                  </a:lnTo>
                  <a:lnTo>
                    <a:pt x="391769" y="86995"/>
                  </a:lnTo>
                  <a:lnTo>
                    <a:pt x="444142" y="86995"/>
                  </a:lnTo>
                  <a:lnTo>
                    <a:pt x="446577" y="83833"/>
                  </a:lnTo>
                  <a:lnTo>
                    <a:pt x="450591" y="75318"/>
                  </a:lnTo>
                  <a:lnTo>
                    <a:pt x="450692" y="75104"/>
                  </a:lnTo>
                  <a:lnTo>
                    <a:pt x="453163" y="65113"/>
                  </a:lnTo>
                  <a:lnTo>
                    <a:pt x="453968" y="54101"/>
                  </a:lnTo>
                  <a:lnTo>
                    <a:pt x="453986" y="53848"/>
                  </a:lnTo>
                  <a:lnTo>
                    <a:pt x="452984" y="40632"/>
                  </a:lnTo>
                  <a:lnTo>
                    <a:pt x="449975" y="29368"/>
                  </a:lnTo>
                  <a:lnTo>
                    <a:pt x="44646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8131" y="162305"/>
              <a:ext cx="2808147" cy="198247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9654" y="614526"/>
            <a:ext cx="6430645" cy="297751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each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threat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scenario,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considering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its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values,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treatment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options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could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solidFill>
                  <a:srgbClr val="0000CC"/>
                </a:solidFill>
                <a:latin typeface="Arial MT"/>
                <a:cs typeface="Arial MT"/>
              </a:rPr>
              <a:t>Avoiding</a:t>
            </a:r>
            <a:r>
              <a:rPr dirty="0" sz="1600" spc="-8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(by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removing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sources)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solidFill>
                  <a:srgbClr val="0000CC"/>
                </a:solidFill>
                <a:latin typeface="Arial MT"/>
                <a:cs typeface="Arial MT"/>
              </a:rPr>
              <a:t>Reducing</a:t>
            </a:r>
            <a:r>
              <a:rPr dirty="0" sz="1600" spc="-8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(e.g.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reducing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factors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attack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feasibility)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solidFill>
                  <a:srgbClr val="0000CC"/>
                </a:solidFill>
                <a:latin typeface="Arial MT"/>
                <a:cs typeface="Arial MT"/>
              </a:rPr>
              <a:t>Sharing</a:t>
            </a:r>
            <a:r>
              <a:rPr dirty="0" sz="1600" spc="-7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(</a:t>
            </a: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Transferring</a:t>
            </a:r>
            <a:r>
              <a:rPr dirty="0" sz="1600" spc="-145">
                <a:latin typeface="Arial MT"/>
                <a:cs typeface="Arial MT"/>
              </a:rPr>
              <a:t>)the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(e.g.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contracts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insurances)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Retaining</a:t>
            </a:r>
            <a:r>
              <a:rPr dirty="0" sz="1600" spc="-75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0000CC"/>
                </a:solidFill>
                <a:latin typeface="Arial MT"/>
                <a:cs typeface="Arial MT"/>
              </a:rPr>
              <a:t>or</a:t>
            </a:r>
            <a:r>
              <a:rPr dirty="0" sz="1600" spc="-13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50">
                <a:solidFill>
                  <a:srgbClr val="0000CC"/>
                </a:solidFill>
                <a:latin typeface="Arial MT"/>
                <a:cs typeface="Arial MT"/>
              </a:rPr>
              <a:t>Accepting</a:t>
            </a:r>
            <a:r>
              <a:rPr dirty="0" sz="1600" spc="-6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risk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Risk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treatment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decision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might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affect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mitigation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measure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threat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Risk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treatment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according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value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 b="1">
                <a:latin typeface="Arial"/>
                <a:cs typeface="Arial"/>
              </a:rPr>
              <a:t>defined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80" b="1">
                <a:latin typeface="Arial"/>
                <a:cs typeface="Arial"/>
              </a:rPr>
              <a:t>by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the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60" b="1">
                <a:latin typeface="Arial"/>
                <a:cs typeface="Arial"/>
              </a:rPr>
              <a:t>organization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853438" y="4256785"/>
          <a:ext cx="4115435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685800"/>
                <a:gridCol w="685800"/>
                <a:gridCol w="685800"/>
                <a:gridCol w="685800"/>
                <a:gridCol w="685800"/>
              </a:tblGrid>
              <a:tr h="209550"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812800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b="1">
                          <a:latin typeface="Malgun Gothic"/>
                          <a:cs typeface="Malgun Gothic"/>
                        </a:rPr>
                        <a:t>Attack</a:t>
                      </a:r>
                      <a:r>
                        <a:rPr dirty="0" sz="1100" spc="-2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feasibility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955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>
                          <a:latin typeface="Malgun Gothic"/>
                          <a:cs typeface="Malgun Gothic"/>
                        </a:rPr>
                        <a:t>very</a:t>
                      </a:r>
                      <a:r>
                        <a:rPr dirty="0" sz="11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00" spc="-25">
                          <a:latin typeface="Malgun Gothic"/>
                          <a:cs typeface="Malgun Gothic"/>
                        </a:rPr>
                        <a:t>low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25">
                          <a:latin typeface="Malgun Gothic"/>
                          <a:cs typeface="Malgun Gothic"/>
                        </a:rPr>
                        <a:t>low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medium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high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2870" marR="64769" indent="-32384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Impact rating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severe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major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moderate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03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negligible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11" name="object 11" descr=""/>
          <p:cNvGrpSpPr/>
          <p:nvPr/>
        </p:nvGrpSpPr>
        <p:grpSpPr>
          <a:xfrm>
            <a:off x="53588" y="4151836"/>
            <a:ext cx="1633855" cy="1259840"/>
            <a:chOff x="53588" y="4151836"/>
            <a:chExt cx="1633855" cy="1259840"/>
          </a:xfrm>
        </p:grpSpPr>
        <p:sp>
          <p:nvSpPr>
            <p:cNvPr id="12" name="object 12" descr=""/>
            <p:cNvSpPr/>
            <p:nvPr/>
          </p:nvSpPr>
          <p:spPr>
            <a:xfrm>
              <a:off x="55112" y="4153360"/>
              <a:ext cx="1513840" cy="1256665"/>
            </a:xfrm>
            <a:custGeom>
              <a:avLst/>
              <a:gdLst/>
              <a:ahLst/>
              <a:cxnLst/>
              <a:rect l="l" t="t" r="r" b="b"/>
              <a:pathLst>
                <a:path w="1513840" h="1256664">
                  <a:moveTo>
                    <a:pt x="137762" y="413178"/>
                  </a:moveTo>
                  <a:lnTo>
                    <a:pt x="135806" y="364975"/>
                  </a:lnTo>
                  <a:lnTo>
                    <a:pt x="141293" y="318471"/>
                  </a:lnTo>
                  <a:lnTo>
                    <a:pt x="153651" y="274518"/>
                  </a:lnTo>
                  <a:lnTo>
                    <a:pt x="172308" y="233966"/>
                  </a:lnTo>
                  <a:lnTo>
                    <a:pt x="196692" y="197669"/>
                  </a:lnTo>
                  <a:lnTo>
                    <a:pt x="226233" y="166478"/>
                  </a:lnTo>
                  <a:lnTo>
                    <a:pt x="260357" y="141245"/>
                  </a:lnTo>
                  <a:lnTo>
                    <a:pt x="298495" y="122822"/>
                  </a:lnTo>
                  <a:lnTo>
                    <a:pt x="340073" y="112061"/>
                  </a:lnTo>
                  <a:lnTo>
                    <a:pt x="379406" y="109793"/>
                  </a:lnTo>
                  <a:lnTo>
                    <a:pt x="418271" y="114871"/>
                  </a:lnTo>
                  <a:lnTo>
                    <a:pt x="455867" y="127117"/>
                  </a:lnTo>
                  <a:lnTo>
                    <a:pt x="491393" y="146351"/>
                  </a:lnTo>
                  <a:lnTo>
                    <a:pt x="515819" y="106154"/>
                  </a:lnTo>
                  <a:lnTo>
                    <a:pt x="546646" y="74308"/>
                  </a:lnTo>
                  <a:lnTo>
                    <a:pt x="582359" y="51342"/>
                  </a:lnTo>
                  <a:lnTo>
                    <a:pt x="621442" y="37784"/>
                  </a:lnTo>
                  <a:lnTo>
                    <a:pt x="662381" y="34163"/>
                  </a:lnTo>
                  <a:lnTo>
                    <a:pt x="703661" y="41009"/>
                  </a:lnTo>
                  <a:lnTo>
                    <a:pt x="743768" y="58848"/>
                  </a:lnTo>
                  <a:lnTo>
                    <a:pt x="777177" y="84566"/>
                  </a:lnTo>
                  <a:lnTo>
                    <a:pt x="787138" y="94916"/>
                  </a:lnTo>
                  <a:lnTo>
                    <a:pt x="815658" y="49880"/>
                  </a:lnTo>
                  <a:lnTo>
                    <a:pt x="853781" y="18334"/>
                  </a:lnTo>
                  <a:lnTo>
                    <a:pt x="898132" y="1547"/>
                  </a:lnTo>
                  <a:lnTo>
                    <a:pt x="945335" y="786"/>
                  </a:lnTo>
                  <a:lnTo>
                    <a:pt x="992014" y="17319"/>
                  </a:lnTo>
                  <a:lnTo>
                    <a:pt x="1007161" y="27082"/>
                  </a:lnTo>
                  <a:lnTo>
                    <a:pt x="1021177" y="38750"/>
                  </a:lnTo>
                  <a:lnTo>
                    <a:pt x="1033930" y="52181"/>
                  </a:lnTo>
                  <a:lnTo>
                    <a:pt x="1045291" y="67230"/>
                  </a:lnTo>
                  <a:lnTo>
                    <a:pt x="1079142" y="32722"/>
                  </a:lnTo>
                  <a:lnTo>
                    <a:pt x="1118468" y="10240"/>
                  </a:lnTo>
                  <a:lnTo>
                    <a:pt x="1160986" y="0"/>
                  </a:lnTo>
                  <a:lnTo>
                    <a:pt x="1204414" y="2216"/>
                  </a:lnTo>
                  <a:lnTo>
                    <a:pt x="1246467" y="17103"/>
                  </a:lnTo>
                  <a:lnTo>
                    <a:pt x="1284864" y="44878"/>
                  </a:lnTo>
                  <a:lnTo>
                    <a:pt x="1322234" y="95456"/>
                  </a:lnTo>
                  <a:lnTo>
                    <a:pt x="1342268" y="157273"/>
                  </a:lnTo>
                  <a:lnTo>
                    <a:pt x="1382258" y="175426"/>
                  </a:lnTo>
                  <a:lnTo>
                    <a:pt x="1416471" y="202500"/>
                  </a:lnTo>
                  <a:lnTo>
                    <a:pt x="1444118" y="236937"/>
                  </a:lnTo>
                  <a:lnTo>
                    <a:pt x="1464414" y="277176"/>
                  </a:lnTo>
                  <a:lnTo>
                    <a:pt x="1476573" y="321659"/>
                  </a:lnTo>
                  <a:lnTo>
                    <a:pt x="1479808" y="368825"/>
                  </a:lnTo>
                  <a:lnTo>
                    <a:pt x="1473332" y="417115"/>
                  </a:lnTo>
                  <a:lnTo>
                    <a:pt x="1471500" y="424211"/>
                  </a:lnTo>
                  <a:lnTo>
                    <a:pt x="1469442" y="431212"/>
                  </a:lnTo>
                  <a:lnTo>
                    <a:pt x="1467170" y="438118"/>
                  </a:lnTo>
                  <a:lnTo>
                    <a:pt x="1464696" y="444928"/>
                  </a:lnTo>
                  <a:lnTo>
                    <a:pt x="1487628" y="485800"/>
                  </a:lnTo>
                  <a:lnTo>
                    <a:pt x="1503334" y="529390"/>
                  </a:lnTo>
                  <a:lnTo>
                    <a:pt x="1511935" y="574633"/>
                  </a:lnTo>
                  <a:lnTo>
                    <a:pt x="1513553" y="620465"/>
                  </a:lnTo>
                  <a:lnTo>
                    <a:pt x="1508309" y="665824"/>
                  </a:lnTo>
                  <a:lnTo>
                    <a:pt x="1496323" y="709643"/>
                  </a:lnTo>
                  <a:lnTo>
                    <a:pt x="1477719" y="750860"/>
                  </a:lnTo>
                  <a:lnTo>
                    <a:pt x="1452615" y="788410"/>
                  </a:lnTo>
                  <a:lnTo>
                    <a:pt x="1421135" y="821229"/>
                  </a:lnTo>
                  <a:lnTo>
                    <a:pt x="1368700" y="855694"/>
                  </a:lnTo>
                  <a:lnTo>
                    <a:pt x="1310264" y="874061"/>
                  </a:lnTo>
                  <a:lnTo>
                    <a:pt x="1304550" y="926481"/>
                  </a:lnTo>
                  <a:lnTo>
                    <a:pt x="1288987" y="974518"/>
                  </a:lnTo>
                  <a:lnTo>
                    <a:pt x="1264795" y="1016806"/>
                  </a:lnTo>
                  <a:lnTo>
                    <a:pt x="1233197" y="1051978"/>
                  </a:lnTo>
                  <a:lnTo>
                    <a:pt x="1195415" y="1078668"/>
                  </a:lnTo>
                  <a:lnTo>
                    <a:pt x="1152671" y="1095510"/>
                  </a:lnTo>
                  <a:lnTo>
                    <a:pt x="1106187" y="1101137"/>
                  </a:lnTo>
                  <a:lnTo>
                    <a:pt x="1078390" y="1098700"/>
                  </a:lnTo>
                  <a:lnTo>
                    <a:pt x="1051276" y="1092025"/>
                  </a:lnTo>
                  <a:lnTo>
                    <a:pt x="1025224" y="1081206"/>
                  </a:lnTo>
                  <a:lnTo>
                    <a:pt x="1000612" y="1066339"/>
                  </a:lnTo>
                  <a:lnTo>
                    <a:pt x="984660" y="1111255"/>
                  </a:lnTo>
                  <a:lnTo>
                    <a:pt x="962570" y="1151095"/>
                  </a:lnTo>
                  <a:lnTo>
                    <a:pt x="935175" y="1185352"/>
                  </a:lnTo>
                  <a:lnTo>
                    <a:pt x="903307" y="1213523"/>
                  </a:lnTo>
                  <a:lnTo>
                    <a:pt x="867797" y="1235103"/>
                  </a:lnTo>
                  <a:lnTo>
                    <a:pt x="829478" y="1249586"/>
                  </a:lnTo>
                  <a:lnTo>
                    <a:pt x="789182" y="1256468"/>
                  </a:lnTo>
                  <a:lnTo>
                    <a:pt x="747740" y="1255244"/>
                  </a:lnTo>
                  <a:lnTo>
                    <a:pt x="705985" y="1245409"/>
                  </a:lnTo>
                  <a:lnTo>
                    <a:pt x="668179" y="1228224"/>
                  </a:lnTo>
                  <a:lnTo>
                    <a:pt x="633768" y="1204134"/>
                  </a:lnTo>
                  <a:lnTo>
                    <a:pt x="603474" y="1173757"/>
                  </a:lnTo>
                  <a:lnTo>
                    <a:pt x="578020" y="1137713"/>
                  </a:lnTo>
                  <a:lnTo>
                    <a:pt x="538638" y="1159931"/>
                  </a:lnTo>
                  <a:lnTo>
                    <a:pt x="497734" y="1174303"/>
                  </a:lnTo>
                  <a:lnTo>
                    <a:pt x="456070" y="1181047"/>
                  </a:lnTo>
                  <a:lnTo>
                    <a:pt x="414411" y="1180377"/>
                  </a:lnTo>
                  <a:lnTo>
                    <a:pt x="373520" y="1172511"/>
                  </a:lnTo>
                  <a:lnTo>
                    <a:pt x="334159" y="1157665"/>
                  </a:lnTo>
                  <a:lnTo>
                    <a:pt x="297091" y="1136056"/>
                  </a:lnTo>
                  <a:lnTo>
                    <a:pt x="263080" y="1107900"/>
                  </a:lnTo>
                  <a:lnTo>
                    <a:pt x="232889" y="1073413"/>
                  </a:lnTo>
                  <a:lnTo>
                    <a:pt x="207281" y="1032811"/>
                  </a:lnTo>
                  <a:lnTo>
                    <a:pt x="205351" y="1029128"/>
                  </a:lnTo>
                  <a:lnTo>
                    <a:pt x="204424" y="1027350"/>
                  </a:lnTo>
                  <a:lnTo>
                    <a:pt x="163503" y="1026563"/>
                  </a:lnTo>
                  <a:lnTo>
                    <a:pt x="125510" y="1014109"/>
                  </a:lnTo>
                  <a:lnTo>
                    <a:pt x="92058" y="991425"/>
                  </a:lnTo>
                  <a:lnTo>
                    <a:pt x="64763" y="959946"/>
                  </a:lnTo>
                  <a:lnTo>
                    <a:pt x="45237" y="921108"/>
                  </a:lnTo>
                  <a:lnTo>
                    <a:pt x="35095" y="876347"/>
                  </a:lnTo>
                  <a:lnTo>
                    <a:pt x="34843" y="838743"/>
                  </a:lnTo>
                  <a:lnTo>
                    <a:pt x="41694" y="802401"/>
                  </a:lnTo>
                  <a:lnTo>
                    <a:pt x="55281" y="768584"/>
                  </a:lnTo>
                  <a:lnTo>
                    <a:pt x="75240" y="738552"/>
                  </a:lnTo>
                  <a:lnTo>
                    <a:pt x="43103" y="709984"/>
                  </a:lnTo>
                  <a:lnTo>
                    <a:pt x="19505" y="674046"/>
                  </a:lnTo>
                  <a:lnTo>
                    <a:pt x="4965" y="632999"/>
                  </a:lnTo>
                  <a:lnTo>
                    <a:pt x="0" y="589106"/>
                  </a:lnTo>
                  <a:lnTo>
                    <a:pt x="5128" y="544627"/>
                  </a:lnTo>
                  <a:lnTo>
                    <a:pt x="20868" y="501824"/>
                  </a:lnTo>
                  <a:lnTo>
                    <a:pt x="42485" y="469282"/>
                  </a:lnTo>
                  <a:lnTo>
                    <a:pt x="101530" y="426011"/>
                  </a:lnTo>
                  <a:lnTo>
                    <a:pt x="136479" y="417115"/>
                  </a:lnTo>
                  <a:lnTo>
                    <a:pt x="137762" y="41317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9756" y="5127879"/>
              <a:ext cx="337438" cy="28117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1978" y="4216400"/>
              <a:ext cx="1387475" cy="1069975"/>
            </a:xfrm>
            <a:custGeom>
              <a:avLst/>
              <a:gdLst/>
              <a:ahLst/>
              <a:cxnLst/>
              <a:rect l="l" t="t" r="r" b="b"/>
              <a:pathLst>
                <a:path w="1387475" h="1069975">
                  <a:moveTo>
                    <a:pt x="88646" y="693801"/>
                  </a:moveTo>
                  <a:lnTo>
                    <a:pt x="65508" y="693812"/>
                  </a:lnTo>
                  <a:lnTo>
                    <a:pt x="42760" y="689895"/>
                  </a:lnTo>
                  <a:lnTo>
                    <a:pt x="20794" y="682120"/>
                  </a:lnTo>
                  <a:lnTo>
                    <a:pt x="0" y="670560"/>
                  </a:lnTo>
                </a:path>
                <a:path w="1387475" h="1069975">
                  <a:moveTo>
                    <a:pt x="166852" y="947674"/>
                  </a:moveTo>
                  <a:lnTo>
                    <a:pt x="157418" y="951507"/>
                  </a:lnTo>
                  <a:lnTo>
                    <a:pt x="147789" y="954627"/>
                  </a:lnTo>
                  <a:lnTo>
                    <a:pt x="137998" y="957032"/>
                  </a:lnTo>
                  <a:lnTo>
                    <a:pt x="128079" y="958723"/>
                  </a:lnTo>
                </a:path>
                <a:path w="1387475" h="1069975">
                  <a:moveTo>
                    <a:pt x="501065" y="1069594"/>
                  </a:moveTo>
                  <a:lnTo>
                    <a:pt x="494333" y="1057479"/>
                  </a:lnTo>
                  <a:lnTo>
                    <a:pt x="488186" y="1044971"/>
                  </a:lnTo>
                  <a:lnTo>
                    <a:pt x="482636" y="1032107"/>
                  </a:lnTo>
                  <a:lnTo>
                    <a:pt x="477697" y="1018921"/>
                  </a:lnTo>
                </a:path>
                <a:path w="1387475" h="1069975">
                  <a:moveTo>
                    <a:pt x="933221" y="943356"/>
                  </a:moveTo>
                  <a:lnTo>
                    <a:pt x="931864" y="957421"/>
                  </a:lnTo>
                  <a:lnTo>
                    <a:pt x="929855" y="971391"/>
                  </a:lnTo>
                  <a:lnTo>
                    <a:pt x="927199" y="985218"/>
                  </a:lnTo>
                  <a:lnTo>
                    <a:pt x="923899" y="998855"/>
                  </a:lnTo>
                </a:path>
                <a:path w="1387475" h="1069975">
                  <a:moveTo>
                    <a:pt x="1118768" y="599948"/>
                  </a:moveTo>
                  <a:lnTo>
                    <a:pt x="1157607" y="627957"/>
                  </a:lnTo>
                  <a:lnTo>
                    <a:pt x="1189306" y="664396"/>
                  </a:lnTo>
                  <a:lnTo>
                    <a:pt x="1212958" y="707609"/>
                  </a:lnTo>
                  <a:lnTo>
                    <a:pt x="1227661" y="755936"/>
                  </a:lnTo>
                  <a:lnTo>
                    <a:pt x="1232509" y="807719"/>
                  </a:lnTo>
                </a:path>
                <a:path w="1387475" h="1069975">
                  <a:moveTo>
                    <a:pt x="1387195" y="378841"/>
                  </a:moveTo>
                  <a:lnTo>
                    <a:pt x="1377545" y="400667"/>
                  </a:lnTo>
                  <a:lnTo>
                    <a:pt x="1365811" y="421052"/>
                  </a:lnTo>
                  <a:lnTo>
                    <a:pt x="1352101" y="439795"/>
                  </a:lnTo>
                  <a:lnTo>
                    <a:pt x="1336522" y="456692"/>
                  </a:lnTo>
                </a:path>
                <a:path w="1387475" h="1069975">
                  <a:moveTo>
                    <a:pt x="1265529" y="89788"/>
                  </a:moveTo>
                  <a:lnTo>
                    <a:pt x="1266839" y="98954"/>
                  </a:lnTo>
                  <a:lnTo>
                    <a:pt x="1267720" y="108156"/>
                  </a:lnTo>
                  <a:lnTo>
                    <a:pt x="1268172" y="117381"/>
                  </a:lnTo>
                  <a:lnTo>
                    <a:pt x="1268196" y="126618"/>
                  </a:lnTo>
                </a:path>
                <a:path w="1387475" h="1069975">
                  <a:moveTo>
                    <a:pt x="942009" y="46989"/>
                  </a:moveTo>
                  <a:lnTo>
                    <a:pt x="947358" y="34468"/>
                  </a:lnTo>
                  <a:lnTo>
                    <a:pt x="953484" y="22447"/>
                  </a:lnTo>
                  <a:lnTo>
                    <a:pt x="960362" y="10949"/>
                  </a:lnTo>
                  <a:lnTo>
                    <a:pt x="967968" y="0"/>
                  </a:lnTo>
                </a:path>
                <a:path w="1387475" h="1069975">
                  <a:moveTo>
                    <a:pt x="699249" y="69342"/>
                  </a:moveTo>
                  <a:lnTo>
                    <a:pt x="701553" y="58868"/>
                  </a:lnTo>
                  <a:lnTo>
                    <a:pt x="704421" y="48609"/>
                  </a:lnTo>
                  <a:lnTo>
                    <a:pt x="707846" y="38588"/>
                  </a:lnTo>
                  <a:lnTo>
                    <a:pt x="711822" y="28829"/>
                  </a:lnTo>
                </a:path>
                <a:path w="1387475" h="1069975">
                  <a:moveTo>
                    <a:pt x="414350" y="83057"/>
                  </a:moveTo>
                  <a:lnTo>
                    <a:pt x="426496" y="91672"/>
                  </a:lnTo>
                  <a:lnTo>
                    <a:pt x="438148" y="101107"/>
                  </a:lnTo>
                  <a:lnTo>
                    <a:pt x="449274" y="111329"/>
                  </a:lnTo>
                  <a:lnTo>
                    <a:pt x="459841" y="122300"/>
                  </a:lnTo>
                </a:path>
                <a:path w="1387475" h="1069975">
                  <a:moveTo>
                    <a:pt x="68834" y="391413"/>
                  </a:moveTo>
                  <a:lnTo>
                    <a:pt x="66307" y="381250"/>
                  </a:lnTo>
                  <a:lnTo>
                    <a:pt x="64141" y="370967"/>
                  </a:lnTo>
                  <a:lnTo>
                    <a:pt x="62336" y="360588"/>
                  </a:lnTo>
                  <a:lnTo>
                    <a:pt x="60896" y="3501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48183" y="4305680"/>
            <a:ext cx="819785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000CC"/>
                </a:solidFill>
                <a:latin typeface="Arial"/>
                <a:cs typeface="Arial"/>
              </a:rPr>
              <a:t>S</a:t>
            </a:r>
            <a:r>
              <a:rPr dirty="0" sz="1400" spc="-10">
                <a:latin typeface="Arial MT"/>
                <a:cs typeface="Arial MT"/>
              </a:rPr>
              <a:t>afety, </a:t>
            </a:r>
            <a:r>
              <a:rPr dirty="0" sz="1400" spc="-20" b="1">
                <a:solidFill>
                  <a:srgbClr val="0000CC"/>
                </a:solidFill>
                <a:latin typeface="Arial"/>
                <a:cs typeface="Arial"/>
              </a:rPr>
              <a:t>F</a:t>
            </a:r>
            <a:r>
              <a:rPr dirty="0" sz="1400" spc="-20">
                <a:latin typeface="Arial MT"/>
                <a:cs typeface="Arial MT"/>
              </a:rPr>
              <a:t>inancial, </a:t>
            </a:r>
            <a:r>
              <a:rPr dirty="0" sz="1400" spc="-125" b="1">
                <a:solidFill>
                  <a:srgbClr val="0000CC"/>
                </a:solidFill>
                <a:latin typeface="Arial"/>
                <a:cs typeface="Arial"/>
              </a:rPr>
              <a:t>O</a:t>
            </a:r>
            <a:r>
              <a:rPr dirty="0" sz="1400" spc="-125">
                <a:latin typeface="Arial MT"/>
                <a:cs typeface="Arial MT"/>
              </a:rPr>
              <a:t>perational, </a:t>
            </a:r>
            <a:r>
              <a:rPr dirty="0" sz="1400" spc="-10" b="1">
                <a:solidFill>
                  <a:srgbClr val="0000CC"/>
                </a:solidFill>
                <a:latin typeface="Arial"/>
                <a:cs typeface="Arial"/>
              </a:rPr>
              <a:t>P</a:t>
            </a:r>
            <a:r>
              <a:rPr dirty="0" sz="1400" spc="-10">
                <a:latin typeface="Arial MT"/>
                <a:cs typeface="Arial MT"/>
              </a:rPr>
              <a:t>rivacy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6042405" y="4269613"/>
          <a:ext cx="3827145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2644"/>
                <a:gridCol w="2901950"/>
              </a:tblGrid>
              <a:tr h="20955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Risk</a:t>
                      </a:r>
                      <a:r>
                        <a:rPr dirty="0" sz="1100" spc="-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value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878DE"/>
                    </a:solidFill>
                  </a:tcPr>
                </a:tc>
                <a:tc>
                  <a:txBody>
                    <a:bodyPr/>
                    <a:lstStyle/>
                    <a:p>
                      <a:pPr marL="9099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Risk</a:t>
                      </a:r>
                      <a:r>
                        <a:rPr dirty="0" sz="110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treatment</a:t>
                      </a:r>
                      <a:r>
                        <a:rPr dirty="0" sz="110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option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878DE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05">
                          <a:latin typeface="Arial MT"/>
                          <a:cs typeface="Arial MT"/>
                        </a:rPr>
                        <a:t>avoiding</a:t>
                      </a:r>
                      <a:r>
                        <a:rPr dirty="0" sz="1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risk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5">
                          <a:latin typeface="Arial MT"/>
                          <a:cs typeface="Arial MT"/>
                        </a:rPr>
                        <a:t>reducing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risk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5">
                          <a:latin typeface="Arial MT"/>
                          <a:cs typeface="Arial MT"/>
                        </a:rPr>
                        <a:t>reducing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risk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05">
                          <a:latin typeface="Arial MT"/>
                          <a:cs typeface="Arial MT"/>
                        </a:rPr>
                        <a:t>reducing</a:t>
                      </a:r>
                      <a:r>
                        <a:rPr dirty="0" sz="1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risk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00" spc="-105">
                          <a:latin typeface="Arial MT"/>
                          <a:cs typeface="Arial MT"/>
                        </a:rPr>
                        <a:t>sharing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transferring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risk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5">
                          <a:latin typeface="Arial MT"/>
                          <a:cs typeface="Arial MT"/>
                        </a:rPr>
                        <a:t>accepting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retaining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risk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6093078" y="4046601"/>
            <a:ext cx="2463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e.g)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Risk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treatment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option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each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risk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65">
                <a:latin typeface="Arial MT"/>
                <a:cs typeface="Arial MT"/>
              </a:rPr>
              <a:t>value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037448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79654" y="614526"/>
            <a:ext cx="5894705" cy="15017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top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level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requirement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existence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several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one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item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possible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200">
                <a:latin typeface="Arial MT"/>
                <a:cs typeface="Arial MT"/>
              </a:rPr>
              <a:t>One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related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several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typically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defined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OEM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473695" y="765048"/>
            <a:ext cx="1295400" cy="431800"/>
          </a:xfrm>
          <a:custGeom>
            <a:avLst/>
            <a:gdLst/>
            <a:ahLst/>
            <a:cxnLst/>
            <a:rect l="l" t="t" r="r" b="b"/>
            <a:pathLst>
              <a:path w="1295400" h="431800">
                <a:moveTo>
                  <a:pt x="0" y="71881"/>
                </a:moveTo>
                <a:lnTo>
                  <a:pt x="5641" y="43880"/>
                </a:lnTo>
                <a:lnTo>
                  <a:pt x="21034" y="21034"/>
                </a:lnTo>
                <a:lnTo>
                  <a:pt x="43880" y="5641"/>
                </a:lnTo>
                <a:lnTo>
                  <a:pt x="71881" y="0"/>
                </a:lnTo>
                <a:lnTo>
                  <a:pt x="1223518" y="0"/>
                </a:lnTo>
                <a:lnTo>
                  <a:pt x="1251519" y="5641"/>
                </a:lnTo>
                <a:lnTo>
                  <a:pt x="1274365" y="21034"/>
                </a:lnTo>
                <a:lnTo>
                  <a:pt x="1289758" y="43880"/>
                </a:lnTo>
                <a:lnTo>
                  <a:pt x="1295400" y="71881"/>
                </a:lnTo>
                <a:lnTo>
                  <a:pt x="1295400" y="359410"/>
                </a:lnTo>
                <a:lnTo>
                  <a:pt x="1289758" y="387411"/>
                </a:lnTo>
                <a:lnTo>
                  <a:pt x="1274365" y="410257"/>
                </a:lnTo>
                <a:lnTo>
                  <a:pt x="1251519" y="425650"/>
                </a:lnTo>
                <a:lnTo>
                  <a:pt x="1223518" y="431291"/>
                </a:lnTo>
                <a:lnTo>
                  <a:pt x="71881" y="431291"/>
                </a:lnTo>
                <a:lnTo>
                  <a:pt x="43880" y="425650"/>
                </a:lnTo>
                <a:lnTo>
                  <a:pt x="21034" y="410257"/>
                </a:lnTo>
                <a:lnTo>
                  <a:pt x="5641" y="387411"/>
                </a:lnTo>
                <a:lnTo>
                  <a:pt x="0" y="359410"/>
                </a:lnTo>
                <a:lnTo>
                  <a:pt x="0" y="71881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688960" y="873328"/>
            <a:ext cx="8661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latin typeface="Arial MT"/>
                <a:cs typeface="Arial MT"/>
              </a:rPr>
              <a:t>Risk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treatment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536435" y="1772411"/>
            <a:ext cx="1297305" cy="433070"/>
          </a:xfrm>
          <a:custGeom>
            <a:avLst/>
            <a:gdLst/>
            <a:ahLst/>
            <a:cxnLst/>
            <a:rect l="l" t="t" r="r" b="b"/>
            <a:pathLst>
              <a:path w="1297304" h="433069">
                <a:moveTo>
                  <a:pt x="0" y="72136"/>
                </a:moveTo>
                <a:lnTo>
                  <a:pt x="5663" y="44041"/>
                </a:lnTo>
                <a:lnTo>
                  <a:pt x="21113" y="21113"/>
                </a:lnTo>
                <a:lnTo>
                  <a:pt x="44041" y="5663"/>
                </a:lnTo>
                <a:lnTo>
                  <a:pt x="72136" y="0"/>
                </a:lnTo>
                <a:lnTo>
                  <a:pt x="1224788" y="0"/>
                </a:lnTo>
                <a:lnTo>
                  <a:pt x="1252882" y="5663"/>
                </a:lnTo>
                <a:lnTo>
                  <a:pt x="1275810" y="21113"/>
                </a:lnTo>
                <a:lnTo>
                  <a:pt x="1291260" y="44041"/>
                </a:lnTo>
                <a:lnTo>
                  <a:pt x="1296924" y="72136"/>
                </a:lnTo>
                <a:lnTo>
                  <a:pt x="1296924" y="360679"/>
                </a:lnTo>
                <a:lnTo>
                  <a:pt x="1291260" y="388774"/>
                </a:lnTo>
                <a:lnTo>
                  <a:pt x="1275810" y="411702"/>
                </a:lnTo>
                <a:lnTo>
                  <a:pt x="1252882" y="427152"/>
                </a:lnTo>
                <a:lnTo>
                  <a:pt x="1224788" y="432815"/>
                </a:lnTo>
                <a:lnTo>
                  <a:pt x="72136" y="432815"/>
                </a:lnTo>
                <a:lnTo>
                  <a:pt x="44041" y="427152"/>
                </a:lnTo>
                <a:lnTo>
                  <a:pt x="21113" y="411702"/>
                </a:lnTo>
                <a:lnTo>
                  <a:pt x="5663" y="388774"/>
                </a:lnTo>
                <a:lnTo>
                  <a:pt x="0" y="360679"/>
                </a:lnTo>
                <a:lnTo>
                  <a:pt x="0" y="72136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791070" y="1790827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10">
                <a:latin typeface="Arial MT"/>
                <a:cs typeface="Arial MT"/>
              </a:rPr>
              <a:t>Claim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481059" y="1772411"/>
            <a:ext cx="1297305" cy="433070"/>
          </a:xfrm>
          <a:custGeom>
            <a:avLst/>
            <a:gdLst/>
            <a:ahLst/>
            <a:cxnLst/>
            <a:rect l="l" t="t" r="r" b="b"/>
            <a:pathLst>
              <a:path w="1297304" h="433069">
                <a:moveTo>
                  <a:pt x="1224788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6"/>
                </a:lnTo>
                <a:lnTo>
                  <a:pt x="0" y="360679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5"/>
                </a:lnTo>
                <a:lnTo>
                  <a:pt x="1224788" y="432815"/>
                </a:lnTo>
                <a:lnTo>
                  <a:pt x="1252882" y="427152"/>
                </a:lnTo>
                <a:lnTo>
                  <a:pt x="1275810" y="411702"/>
                </a:lnTo>
                <a:lnTo>
                  <a:pt x="1291260" y="388774"/>
                </a:lnTo>
                <a:lnTo>
                  <a:pt x="1296924" y="360679"/>
                </a:lnTo>
                <a:lnTo>
                  <a:pt x="1296924" y="72136"/>
                </a:lnTo>
                <a:lnTo>
                  <a:pt x="1291260" y="44041"/>
                </a:lnTo>
                <a:lnTo>
                  <a:pt x="1275810" y="21113"/>
                </a:lnTo>
                <a:lnTo>
                  <a:pt x="1252882" y="5663"/>
                </a:lnTo>
                <a:lnTo>
                  <a:pt x="1224788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735314" y="1790827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Arial MT"/>
                <a:cs typeface="Arial MT"/>
              </a:rPr>
              <a:t>Cybersecurity 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536435" y="2482595"/>
            <a:ext cx="1297305" cy="875030"/>
          </a:xfrm>
          <a:custGeom>
            <a:avLst/>
            <a:gdLst/>
            <a:ahLst/>
            <a:cxnLst/>
            <a:rect l="l" t="t" r="r" b="b"/>
            <a:pathLst>
              <a:path w="1297304" h="875029">
                <a:moveTo>
                  <a:pt x="0" y="145795"/>
                </a:moveTo>
                <a:lnTo>
                  <a:pt x="7433" y="99714"/>
                </a:lnTo>
                <a:lnTo>
                  <a:pt x="28131" y="59692"/>
                </a:lnTo>
                <a:lnTo>
                  <a:pt x="59692" y="28131"/>
                </a:lnTo>
                <a:lnTo>
                  <a:pt x="99714" y="7433"/>
                </a:lnTo>
                <a:lnTo>
                  <a:pt x="145796" y="0"/>
                </a:lnTo>
                <a:lnTo>
                  <a:pt x="1151128" y="0"/>
                </a:lnTo>
                <a:lnTo>
                  <a:pt x="1197209" y="7433"/>
                </a:lnTo>
                <a:lnTo>
                  <a:pt x="1237231" y="28131"/>
                </a:lnTo>
                <a:lnTo>
                  <a:pt x="1268792" y="59692"/>
                </a:lnTo>
                <a:lnTo>
                  <a:pt x="1289490" y="99714"/>
                </a:lnTo>
                <a:lnTo>
                  <a:pt x="1296924" y="145795"/>
                </a:lnTo>
                <a:lnTo>
                  <a:pt x="1296924" y="728979"/>
                </a:lnTo>
                <a:lnTo>
                  <a:pt x="1289490" y="775061"/>
                </a:lnTo>
                <a:lnTo>
                  <a:pt x="1268792" y="815083"/>
                </a:lnTo>
                <a:lnTo>
                  <a:pt x="1237231" y="846644"/>
                </a:lnTo>
                <a:lnTo>
                  <a:pt x="1197209" y="867342"/>
                </a:lnTo>
                <a:lnTo>
                  <a:pt x="1151128" y="874776"/>
                </a:lnTo>
                <a:lnTo>
                  <a:pt x="145796" y="874776"/>
                </a:lnTo>
                <a:lnTo>
                  <a:pt x="99714" y="867342"/>
                </a:lnTo>
                <a:lnTo>
                  <a:pt x="59692" y="846644"/>
                </a:lnTo>
                <a:lnTo>
                  <a:pt x="28131" y="815083"/>
                </a:lnTo>
                <a:lnTo>
                  <a:pt x="7433" y="775061"/>
                </a:lnTo>
                <a:lnTo>
                  <a:pt x="0" y="728979"/>
                </a:lnTo>
                <a:lnTo>
                  <a:pt x="0" y="145795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791070" y="2538729"/>
            <a:ext cx="78994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20">
                <a:latin typeface="Arial MT"/>
                <a:cs typeface="Arial MT"/>
              </a:rPr>
              <a:t>Monitoring, </a:t>
            </a:r>
            <a:r>
              <a:rPr dirty="0" sz="1200" spc="-50">
                <a:latin typeface="Arial MT"/>
                <a:cs typeface="Arial MT"/>
              </a:rPr>
              <a:t>Vulnerability </a:t>
            </a:r>
            <a:r>
              <a:rPr dirty="0" sz="1200" spc="-105">
                <a:latin typeface="Arial MT"/>
                <a:cs typeface="Arial MT"/>
              </a:rPr>
              <a:t>Management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8474964" y="2478023"/>
            <a:ext cx="1295400" cy="879475"/>
          </a:xfrm>
          <a:custGeom>
            <a:avLst/>
            <a:gdLst/>
            <a:ahLst/>
            <a:cxnLst/>
            <a:rect l="l" t="t" r="r" b="b"/>
            <a:pathLst>
              <a:path w="1295400" h="879475">
                <a:moveTo>
                  <a:pt x="0" y="146558"/>
                </a:moveTo>
                <a:lnTo>
                  <a:pt x="7475" y="100250"/>
                </a:lnTo>
                <a:lnTo>
                  <a:pt x="28289" y="60021"/>
                </a:lnTo>
                <a:lnTo>
                  <a:pt x="60021" y="28289"/>
                </a:lnTo>
                <a:lnTo>
                  <a:pt x="100250" y="7475"/>
                </a:lnTo>
                <a:lnTo>
                  <a:pt x="146557" y="0"/>
                </a:lnTo>
                <a:lnTo>
                  <a:pt x="1148841" y="0"/>
                </a:lnTo>
                <a:lnTo>
                  <a:pt x="1195149" y="7475"/>
                </a:lnTo>
                <a:lnTo>
                  <a:pt x="1235378" y="28289"/>
                </a:lnTo>
                <a:lnTo>
                  <a:pt x="1267110" y="60021"/>
                </a:lnTo>
                <a:lnTo>
                  <a:pt x="1287924" y="100250"/>
                </a:lnTo>
                <a:lnTo>
                  <a:pt x="1295400" y="146558"/>
                </a:lnTo>
                <a:lnTo>
                  <a:pt x="1295400" y="732789"/>
                </a:lnTo>
                <a:lnTo>
                  <a:pt x="1287924" y="779097"/>
                </a:lnTo>
                <a:lnTo>
                  <a:pt x="1267110" y="819326"/>
                </a:lnTo>
                <a:lnTo>
                  <a:pt x="1235378" y="851058"/>
                </a:lnTo>
                <a:lnTo>
                  <a:pt x="1195149" y="871872"/>
                </a:lnTo>
                <a:lnTo>
                  <a:pt x="1148841" y="879348"/>
                </a:lnTo>
                <a:lnTo>
                  <a:pt x="146557" y="879348"/>
                </a:lnTo>
                <a:lnTo>
                  <a:pt x="100250" y="871872"/>
                </a:lnTo>
                <a:lnTo>
                  <a:pt x="60021" y="851058"/>
                </a:lnTo>
                <a:lnTo>
                  <a:pt x="28289" y="819326"/>
                </a:lnTo>
                <a:lnTo>
                  <a:pt x="7475" y="779097"/>
                </a:lnTo>
                <a:lnTo>
                  <a:pt x="0" y="732789"/>
                </a:lnTo>
                <a:lnTo>
                  <a:pt x="0" y="146558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8728329" y="2628138"/>
            <a:ext cx="7899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85">
                <a:latin typeface="Arial MT"/>
                <a:cs typeface="Arial MT"/>
              </a:rPr>
              <a:t>Requirement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200" spc="-70">
                <a:latin typeface="Arial MT"/>
                <a:cs typeface="Arial MT"/>
              </a:rPr>
              <a:t>/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Control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147560" y="1196339"/>
            <a:ext cx="2037714" cy="1286510"/>
          </a:xfrm>
          <a:custGeom>
            <a:avLst/>
            <a:gdLst/>
            <a:ahLst/>
            <a:cxnLst/>
            <a:rect l="l" t="t" r="r" b="b"/>
            <a:pathLst>
              <a:path w="2037715" h="1286510">
                <a:moveTo>
                  <a:pt x="76200" y="1210310"/>
                </a:moveTo>
                <a:lnTo>
                  <a:pt x="44450" y="1210310"/>
                </a:lnTo>
                <a:lnTo>
                  <a:pt x="44450" y="1008888"/>
                </a:lnTo>
                <a:lnTo>
                  <a:pt x="31750" y="1008888"/>
                </a:lnTo>
                <a:lnTo>
                  <a:pt x="31750" y="1210310"/>
                </a:lnTo>
                <a:lnTo>
                  <a:pt x="0" y="1210310"/>
                </a:lnTo>
                <a:lnTo>
                  <a:pt x="38100" y="1286510"/>
                </a:lnTo>
                <a:lnTo>
                  <a:pt x="69850" y="1223010"/>
                </a:lnTo>
                <a:lnTo>
                  <a:pt x="76200" y="1210310"/>
                </a:lnTo>
                <a:close/>
              </a:path>
              <a:path w="2037715" h="1286510">
                <a:moveTo>
                  <a:pt x="2020062" y="499872"/>
                </a:moveTo>
                <a:lnTo>
                  <a:pt x="1988312" y="499872"/>
                </a:lnTo>
                <a:lnTo>
                  <a:pt x="1988312" y="294386"/>
                </a:lnTo>
                <a:lnTo>
                  <a:pt x="1988312" y="288036"/>
                </a:lnTo>
                <a:lnTo>
                  <a:pt x="1988312" y="284480"/>
                </a:lnTo>
                <a:lnTo>
                  <a:pt x="1985391" y="281686"/>
                </a:lnTo>
                <a:lnTo>
                  <a:pt x="980567" y="281686"/>
                </a:lnTo>
                <a:lnTo>
                  <a:pt x="980567" y="0"/>
                </a:lnTo>
                <a:lnTo>
                  <a:pt x="967867" y="0"/>
                </a:lnTo>
                <a:lnTo>
                  <a:pt x="967867" y="281686"/>
                </a:lnTo>
                <a:lnTo>
                  <a:pt x="34544" y="281686"/>
                </a:lnTo>
                <a:lnTo>
                  <a:pt x="31750" y="284480"/>
                </a:lnTo>
                <a:lnTo>
                  <a:pt x="31750" y="499872"/>
                </a:lnTo>
                <a:lnTo>
                  <a:pt x="0" y="499872"/>
                </a:lnTo>
                <a:lnTo>
                  <a:pt x="38100" y="576072"/>
                </a:lnTo>
                <a:lnTo>
                  <a:pt x="69850" y="512572"/>
                </a:lnTo>
                <a:lnTo>
                  <a:pt x="76200" y="499872"/>
                </a:lnTo>
                <a:lnTo>
                  <a:pt x="44450" y="499872"/>
                </a:lnTo>
                <a:lnTo>
                  <a:pt x="44450" y="294386"/>
                </a:lnTo>
                <a:lnTo>
                  <a:pt x="973836" y="294386"/>
                </a:lnTo>
                <a:lnTo>
                  <a:pt x="977773" y="294386"/>
                </a:lnTo>
                <a:lnTo>
                  <a:pt x="1975612" y="294386"/>
                </a:lnTo>
                <a:lnTo>
                  <a:pt x="1975612" y="499872"/>
                </a:lnTo>
                <a:lnTo>
                  <a:pt x="1943862" y="499872"/>
                </a:lnTo>
                <a:lnTo>
                  <a:pt x="1981962" y="576072"/>
                </a:lnTo>
                <a:lnTo>
                  <a:pt x="2013712" y="512572"/>
                </a:lnTo>
                <a:lnTo>
                  <a:pt x="2020062" y="499872"/>
                </a:lnTo>
                <a:close/>
              </a:path>
              <a:path w="2037715" h="1286510">
                <a:moveTo>
                  <a:pt x="2037588" y="1210310"/>
                </a:moveTo>
                <a:lnTo>
                  <a:pt x="2005838" y="1210310"/>
                </a:lnTo>
                <a:lnTo>
                  <a:pt x="2005838" y="1008888"/>
                </a:lnTo>
                <a:lnTo>
                  <a:pt x="1993138" y="1008888"/>
                </a:lnTo>
                <a:lnTo>
                  <a:pt x="1993138" y="1210310"/>
                </a:lnTo>
                <a:lnTo>
                  <a:pt x="1961388" y="1210310"/>
                </a:lnTo>
                <a:lnTo>
                  <a:pt x="1999488" y="1286510"/>
                </a:lnTo>
                <a:lnTo>
                  <a:pt x="2031238" y="1223010"/>
                </a:lnTo>
                <a:lnTo>
                  <a:pt x="2037588" y="1210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773036" y="1148841"/>
            <a:ext cx="3949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Share, </a:t>
            </a:r>
            <a:r>
              <a:rPr dirty="0" sz="1200" spc="-105">
                <a:latin typeface="Arial MT"/>
                <a:cs typeface="Arial MT"/>
              </a:rPr>
              <a:t>Retain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137395" y="1148841"/>
            <a:ext cx="4578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Reduce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9654" y="3993869"/>
            <a:ext cx="6410325" cy="22396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r" marL="176530" marR="3357245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76530" algn="l"/>
              </a:tabLst>
            </a:pPr>
            <a:r>
              <a:rPr dirty="0" sz="1600" spc="-145">
                <a:latin typeface="Arial MT"/>
                <a:cs typeface="Arial MT"/>
              </a:rPr>
              <a:t>Relation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terms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–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Goal</a:t>
            </a:r>
            <a:endParaRPr sz="1600">
              <a:latin typeface="Arial MT"/>
              <a:cs typeface="Arial MT"/>
            </a:endParaRPr>
          </a:p>
          <a:p>
            <a:pPr algn="r" lvl="1" marL="176530" marR="330581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76530" algn="l"/>
              </a:tabLst>
            </a:pPr>
            <a:r>
              <a:rPr dirty="0" sz="1600" spc="-145">
                <a:latin typeface="Arial MT"/>
                <a:cs typeface="Arial MT"/>
              </a:rPr>
              <a:t>Fact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Data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stored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65">
                <a:latin typeface="Arial MT"/>
                <a:cs typeface="Arial MT"/>
              </a:rPr>
              <a:t>unencrypted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5">
                <a:latin typeface="Arial MT"/>
                <a:cs typeface="Arial MT"/>
              </a:rPr>
              <a:t>Outcome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20">
                <a:latin typeface="Arial MT"/>
                <a:cs typeface="Arial MT"/>
              </a:rPr>
              <a:t>TARA</a:t>
            </a:r>
            <a:r>
              <a:rPr dirty="0" sz="1600" spc="-12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loss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privacy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possible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(threat),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Reduce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(risk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treatment)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Protection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stored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private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Private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data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encrypted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00">
                <a:latin typeface="Arial MT"/>
                <a:cs typeface="Arial MT"/>
              </a:rPr>
              <a:t>New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asset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Encryption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key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472108" y="4291520"/>
            <a:ext cx="867410" cy="291465"/>
            <a:chOff x="7472108" y="4291520"/>
            <a:chExt cx="867410" cy="291465"/>
          </a:xfrm>
        </p:grpSpPr>
        <p:sp>
          <p:nvSpPr>
            <p:cNvPr id="24" name="object 24" descr=""/>
            <p:cNvSpPr/>
            <p:nvPr/>
          </p:nvSpPr>
          <p:spPr>
            <a:xfrm>
              <a:off x="7473695" y="4293108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68"/>
                  </a:lnTo>
                  <a:lnTo>
                    <a:pt x="14049" y="14049"/>
                  </a:lnTo>
                  <a:lnTo>
                    <a:pt x="3768" y="29307"/>
                  </a:lnTo>
                  <a:lnTo>
                    <a:pt x="0" y="48006"/>
                  </a:lnTo>
                  <a:lnTo>
                    <a:pt x="0" y="240030"/>
                  </a:lnTo>
                  <a:lnTo>
                    <a:pt x="3768" y="258728"/>
                  </a:lnTo>
                  <a:lnTo>
                    <a:pt x="14049" y="273986"/>
                  </a:lnTo>
                  <a:lnTo>
                    <a:pt x="29307" y="284267"/>
                  </a:lnTo>
                  <a:lnTo>
                    <a:pt x="48005" y="288036"/>
                  </a:lnTo>
                  <a:lnTo>
                    <a:pt x="816101" y="288036"/>
                  </a:lnTo>
                  <a:lnTo>
                    <a:pt x="834800" y="284267"/>
                  </a:lnTo>
                  <a:lnTo>
                    <a:pt x="850058" y="273986"/>
                  </a:lnTo>
                  <a:lnTo>
                    <a:pt x="860339" y="258728"/>
                  </a:lnTo>
                  <a:lnTo>
                    <a:pt x="864107" y="240030"/>
                  </a:lnTo>
                  <a:lnTo>
                    <a:pt x="864107" y="48006"/>
                  </a:lnTo>
                  <a:lnTo>
                    <a:pt x="860339" y="29307"/>
                  </a:lnTo>
                  <a:lnTo>
                    <a:pt x="850058" y="14049"/>
                  </a:lnTo>
                  <a:lnTo>
                    <a:pt x="834800" y="3768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473695" y="4293108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6"/>
                  </a:moveTo>
                  <a:lnTo>
                    <a:pt x="3768" y="29307"/>
                  </a:lnTo>
                  <a:lnTo>
                    <a:pt x="14049" y="14049"/>
                  </a:lnTo>
                  <a:lnTo>
                    <a:pt x="29307" y="3768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68"/>
                  </a:lnTo>
                  <a:lnTo>
                    <a:pt x="850058" y="14049"/>
                  </a:lnTo>
                  <a:lnTo>
                    <a:pt x="860339" y="29307"/>
                  </a:lnTo>
                  <a:lnTo>
                    <a:pt x="864107" y="48006"/>
                  </a:lnTo>
                  <a:lnTo>
                    <a:pt x="864107" y="240030"/>
                  </a:lnTo>
                  <a:lnTo>
                    <a:pt x="860339" y="258728"/>
                  </a:lnTo>
                  <a:lnTo>
                    <a:pt x="850058" y="273986"/>
                  </a:lnTo>
                  <a:lnTo>
                    <a:pt x="834800" y="284267"/>
                  </a:lnTo>
                  <a:lnTo>
                    <a:pt x="816101" y="288036"/>
                  </a:lnTo>
                  <a:lnTo>
                    <a:pt x="48005" y="288036"/>
                  </a:lnTo>
                  <a:lnTo>
                    <a:pt x="29307" y="284267"/>
                  </a:lnTo>
                  <a:lnTo>
                    <a:pt x="14049" y="273986"/>
                  </a:lnTo>
                  <a:lnTo>
                    <a:pt x="3768" y="258728"/>
                  </a:lnTo>
                  <a:lnTo>
                    <a:pt x="0" y="240030"/>
                  </a:lnTo>
                  <a:lnTo>
                    <a:pt x="0" y="48006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791450" y="4346194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Arial MT"/>
                <a:cs typeface="Arial MT"/>
              </a:rPr>
              <a:t>Item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472108" y="4795964"/>
            <a:ext cx="867410" cy="291465"/>
            <a:chOff x="7472108" y="4795964"/>
            <a:chExt cx="867410" cy="291465"/>
          </a:xfrm>
        </p:grpSpPr>
        <p:sp>
          <p:nvSpPr>
            <p:cNvPr id="28" name="object 28" descr=""/>
            <p:cNvSpPr/>
            <p:nvPr/>
          </p:nvSpPr>
          <p:spPr>
            <a:xfrm>
              <a:off x="7473695" y="4797552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68"/>
                  </a:lnTo>
                  <a:lnTo>
                    <a:pt x="14049" y="14049"/>
                  </a:lnTo>
                  <a:lnTo>
                    <a:pt x="3768" y="29307"/>
                  </a:lnTo>
                  <a:lnTo>
                    <a:pt x="0" y="48006"/>
                  </a:lnTo>
                  <a:lnTo>
                    <a:pt x="0" y="240030"/>
                  </a:lnTo>
                  <a:lnTo>
                    <a:pt x="3768" y="258728"/>
                  </a:lnTo>
                  <a:lnTo>
                    <a:pt x="14049" y="273986"/>
                  </a:lnTo>
                  <a:lnTo>
                    <a:pt x="29307" y="284267"/>
                  </a:lnTo>
                  <a:lnTo>
                    <a:pt x="48005" y="288036"/>
                  </a:lnTo>
                  <a:lnTo>
                    <a:pt x="816101" y="288036"/>
                  </a:lnTo>
                  <a:lnTo>
                    <a:pt x="834800" y="284267"/>
                  </a:lnTo>
                  <a:lnTo>
                    <a:pt x="850058" y="273986"/>
                  </a:lnTo>
                  <a:lnTo>
                    <a:pt x="860339" y="258728"/>
                  </a:lnTo>
                  <a:lnTo>
                    <a:pt x="864107" y="240030"/>
                  </a:lnTo>
                  <a:lnTo>
                    <a:pt x="864107" y="48006"/>
                  </a:lnTo>
                  <a:lnTo>
                    <a:pt x="860339" y="29307"/>
                  </a:lnTo>
                  <a:lnTo>
                    <a:pt x="850058" y="14049"/>
                  </a:lnTo>
                  <a:lnTo>
                    <a:pt x="834800" y="3768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473695" y="4797552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6"/>
                  </a:moveTo>
                  <a:lnTo>
                    <a:pt x="3768" y="29307"/>
                  </a:lnTo>
                  <a:lnTo>
                    <a:pt x="14049" y="14049"/>
                  </a:lnTo>
                  <a:lnTo>
                    <a:pt x="29307" y="3768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68"/>
                  </a:lnTo>
                  <a:lnTo>
                    <a:pt x="850058" y="14049"/>
                  </a:lnTo>
                  <a:lnTo>
                    <a:pt x="860339" y="29307"/>
                  </a:lnTo>
                  <a:lnTo>
                    <a:pt x="864107" y="48006"/>
                  </a:lnTo>
                  <a:lnTo>
                    <a:pt x="864107" y="240030"/>
                  </a:lnTo>
                  <a:lnTo>
                    <a:pt x="860339" y="258728"/>
                  </a:lnTo>
                  <a:lnTo>
                    <a:pt x="850058" y="273986"/>
                  </a:lnTo>
                  <a:lnTo>
                    <a:pt x="834800" y="284267"/>
                  </a:lnTo>
                  <a:lnTo>
                    <a:pt x="816101" y="288036"/>
                  </a:lnTo>
                  <a:lnTo>
                    <a:pt x="48005" y="288036"/>
                  </a:lnTo>
                  <a:lnTo>
                    <a:pt x="29307" y="284267"/>
                  </a:lnTo>
                  <a:lnTo>
                    <a:pt x="14049" y="273986"/>
                  </a:lnTo>
                  <a:lnTo>
                    <a:pt x="3768" y="258728"/>
                  </a:lnTo>
                  <a:lnTo>
                    <a:pt x="0" y="240030"/>
                  </a:lnTo>
                  <a:lnTo>
                    <a:pt x="0" y="48006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754873" y="4850384"/>
            <a:ext cx="3022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Arial MT"/>
                <a:cs typeface="Arial MT"/>
              </a:rPr>
              <a:t>TARA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472108" y="5298884"/>
            <a:ext cx="867410" cy="291465"/>
            <a:chOff x="7472108" y="5298884"/>
            <a:chExt cx="867410" cy="291465"/>
          </a:xfrm>
        </p:grpSpPr>
        <p:sp>
          <p:nvSpPr>
            <p:cNvPr id="32" name="object 32" descr=""/>
            <p:cNvSpPr/>
            <p:nvPr/>
          </p:nvSpPr>
          <p:spPr>
            <a:xfrm>
              <a:off x="7473695" y="5300471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68"/>
                  </a:lnTo>
                  <a:lnTo>
                    <a:pt x="14049" y="14049"/>
                  </a:lnTo>
                  <a:lnTo>
                    <a:pt x="3768" y="29307"/>
                  </a:lnTo>
                  <a:lnTo>
                    <a:pt x="0" y="48005"/>
                  </a:lnTo>
                  <a:lnTo>
                    <a:pt x="0" y="240029"/>
                  </a:lnTo>
                  <a:lnTo>
                    <a:pt x="3768" y="258728"/>
                  </a:lnTo>
                  <a:lnTo>
                    <a:pt x="14049" y="273986"/>
                  </a:lnTo>
                  <a:lnTo>
                    <a:pt x="29307" y="284267"/>
                  </a:lnTo>
                  <a:lnTo>
                    <a:pt x="48005" y="288035"/>
                  </a:lnTo>
                  <a:lnTo>
                    <a:pt x="816101" y="288035"/>
                  </a:lnTo>
                  <a:lnTo>
                    <a:pt x="834800" y="284267"/>
                  </a:lnTo>
                  <a:lnTo>
                    <a:pt x="850058" y="273986"/>
                  </a:lnTo>
                  <a:lnTo>
                    <a:pt x="860339" y="258728"/>
                  </a:lnTo>
                  <a:lnTo>
                    <a:pt x="864107" y="240029"/>
                  </a:lnTo>
                  <a:lnTo>
                    <a:pt x="864107" y="48005"/>
                  </a:lnTo>
                  <a:lnTo>
                    <a:pt x="860339" y="29307"/>
                  </a:lnTo>
                  <a:lnTo>
                    <a:pt x="850058" y="14049"/>
                  </a:lnTo>
                  <a:lnTo>
                    <a:pt x="834800" y="3768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473695" y="5300471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5"/>
                  </a:moveTo>
                  <a:lnTo>
                    <a:pt x="3768" y="29307"/>
                  </a:lnTo>
                  <a:lnTo>
                    <a:pt x="14049" y="14049"/>
                  </a:lnTo>
                  <a:lnTo>
                    <a:pt x="29307" y="3768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68"/>
                  </a:lnTo>
                  <a:lnTo>
                    <a:pt x="850058" y="14049"/>
                  </a:lnTo>
                  <a:lnTo>
                    <a:pt x="860339" y="29307"/>
                  </a:lnTo>
                  <a:lnTo>
                    <a:pt x="864107" y="48005"/>
                  </a:lnTo>
                  <a:lnTo>
                    <a:pt x="864107" y="240029"/>
                  </a:lnTo>
                  <a:lnTo>
                    <a:pt x="860339" y="258728"/>
                  </a:lnTo>
                  <a:lnTo>
                    <a:pt x="850058" y="273986"/>
                  </a:lnTo>
                  <a:lnTo>
                    <a:pt x="834800" y="284267"/>
                  </a:lnTo>
                  <a:lnTo>
                    <a:pt x="816101" y="288035"/>
                  </a:lnTo>
                  <a:lnTo>
                    <a:pt x="48005" y="288035"/>
                  </a:lnTo>
                  <a:lnTo>
                    <a:pt x="29307" y="284267"/>
                  </a:lnTo>
                  <a:lnTo>
                    <a:pt x="14049" y="273986"/>
                  </a:lnTo>
                  <a:lnTo>
                    <a:pt x="3768" y="258728"/>
                  </a:lnTo>
                  <a:lnTo>
                    <a:pt x="0" y="240029"/>
                  </a:lnTo>
                  <a:lnTo>
                    <a:pt x="0" y="48005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575042" y="5278373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1615" marR="5080" indent="-20955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latin typeface="Arial MT"/>
                <a:cs typeface="Arial MT"/>
              </a:rPr>
              <a:t>Cybersecurity</a:t>
            </a:r>
            <a:r>
              <a:rPr dirty="0" sz="1000" spc="-20">
                <a:latin typeface="Arial MT"/>
                <a:cs typeface="Arial MT"/>
              </a:rPr>
              <a:t> Goal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472108" y="5803328"/>
            <a:ext cx="867410" cy="291465"/>
            <a:chOff x="7472108" y="5803328"/>
            <a:chExt cx="867410" cy="291465"/>
          </a:xfrm>
        </p:grpSpPr>
        <p:sp>
          <p:nvSpPr>
            <p:cNvPr id="36" name="object 36" descr=""/>
            <p:cNvSpPr/>
            <p:nvPr/>
          </p:nvSpPr>
          <p:spPr>
            <a:xfrm>
              <a:off x="7473695" y="5804915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0" y="240030"/>
                  </a:lnTo>
                  <a:lnTo>
                    <a:pt x="3768" y="258718"/>
                  </a:lnTo>
                  <a:lnTo>
                    <a:pt x="14049" y="273977"/>
                  </a:lnTo>
                  <a:lnTo>
                    <a:pt x="29307" y="284264"/>
                  </a:lnTo>
                  <a:lnTo>
                    <a:pt x="48005" y="288036"/>
                  </a:lnTo>
                  <a:lnTo>
                    <a:pt x="816101" y="288036"/>
                  </a:lnTo>
                  <a:lnTo>
                    <a:pt x="834800" y="284264"/>
                  </a:lnTo>
                  <a:lnTo>
                    <a:pt x="850058" y="273977"/>
                  </a:lnTo>
                  <a:lnTo>
                    <a:pt x="860339" y="258718"/>
                  </a:lnTo>
                  <a:lnTo>
                    <a:pt x="864107" y="240030"/>
                  </a:lnTo>
                  <a:lnTo>
                    <a:pt x="864107" y="48006"/>
                  </a:lnTo>
                  <a:lnTo>
                    <a:pt x="860339" y="29317"/>
                  </a:lnTo>
                  <a:lnTo>
                    <a:pt x="850058" y="14058"/>
                  </a:lnTo>
                  <a:lnTo>
                    <a:pt x="834800" y="3771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473695" y="5804915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6"/>
                  </a:moveTo>
                  <a:lnTo>
                    <a:pt x="3768" y="29317"/>
                  </a:lnTo>
                  <a:lnTo>
                    <a:pt x="14049" y="14058"/>
                  </a:lnTo>
                  <a:lnTo>
                    <a:pt x="29307" y="3771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71"/>
                  </a:lnTo>
                  <a:lnTo>
                    <a:pt x="850058" y="14058"/>
                  </a:lnTo>
                  <a:lnTo>
                    <a:pt x="860339" y="29317"/>
                  </a:lnTo>
                  <a:lnTo>
                    <a:pt x="864107" y="48006"/>
                  </a:lnTo>
                  <a:lnTo>
                    <a:pt x="864107" y="240030"/>
                  </a:lnTo>
                  <a:lnTo>
                    <a:pt x="860339" y="258718"/>
                  </a:lnTo>
                  <a:lnTo>
                    <a:pt x="850058" y="273977"/>
                  </a:lnTo>
                  <a:lnTo>
                    <a:pt x="834800" y="284264"/>
                  </a:lnTo>
                  <a:lnTo>
                    <a:pt x="816101" y="288036"/>
                  </a:lnTo>
                  <a:lnTo>
                    <a:pt x="48005" y="288036"/>
                  </a:lnTo>
                  <a:lnTo>
                    <a:pt x="29307" y="284264"/>
                  </a:lnTo>
                  <a:lnTo>
                    <a:pt x="14049" y="273977"/>
                  </a:lnTo>
                  <a:lnTo>
                    <a:pt x="3768" y="258718"/>
                  </a:lnTo>
                  <a:lnTo>
                    <a:pt x="0" y="240030"/>
                  </a:lnTo>
                  <a:lnTo>
                    <a:pt x="0" y="48006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575042" y="5782462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Cybersecurity</a:t>
            </a:r>
            <a:endParaRPr sz="100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</a:pPr>
            <a:r>
              <a:rPr dirty="0" sz="1000" spc="-80">
                <a:latin typeface="Arial MT"/>
                <a:cs typeface="Arial MT"/>
              </a:rPr>
              <a:t>Requirement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7472108" y="6307772"/>
            <a:ext cx="867410" cy="291465"/>
            <a:chOff x="7472108" y="6307772"/>
            <a:chExt cx="867410" cy="291465"/>
          </a:xfrm>
        </p:grpSpPr>
        <p:sp>
          <p:nvSpPr>
            <p:cNvPr id="40" name="object 40" descr=""/>
            <p:cNvSpPr/>
            <p:nvPr/>
          </p:nvSpPr>
          <p:spPr>
            <a:xfrm>
              <a:off x="7473695" y="6309359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90">
                  <a:moveTo>
                    <a:pt x="816101" y="0"/>
                  </a:moveTo>
                  <a:lnTo>
                    <a:pt x="48005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5"/>
                  </a:lnTo>
                  <a:lnTo>
                    <a:pt x="0" y="240029"/>
                  </a:lnTo>
                  <a:lnTo>
                    <a:pt x="3768" y="258718"/>
                  </a:lnTo>
                  <a:lnTo>
                    <a:pt x="14049" y="273977"/>
                  </a:lnTo>
                  <a:lnTo>
                    <a:pt x="29307" y="284264"/>
                  </a:lnTo>
                  <a:lnTo>
                    <a:pt x="48005" y="288035"/>
                  </a:lnTo>
                  <a:lnTo>
                    <a:pt x="816101" y="288035"/>
                  </a:lnTo>
                  <a:lnTo>
                    <a:pt x="834800" y="284264"/>
                  </a:lnTo>
                  <a:lnTo>
                    <a:pt x="850058" y="273977"/>
                  </a:lnTo>
                  <a:lnTo>
                    <a:pt x="860339" y="258718"/>
                  </a:lnTo>
                  <a:lnTo>
                    <a:pt x="864107" y="240029"/>
                  </a:lnTo>
                  <a:lnTo>
                    <a:pt x="864107" y="48005"/>
                  </a:lnTo>
                  <a:lnTo>
                    <a:pt x="860339" y="29317"/>
                  </a:lnTo>
                  <a:lnTo>
                    <a:pt x="850058" y="14058"/>
                  </a:lnTo>
                  <a:lnTo>
                    <a:pt x="834800" y="3771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473695" y="6309359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90">
                  <a:moveTo>
                    <a:pt x="0" y="48005"/>
                  </a:moveTo>
                  <a:lnTo>
                    <a:pt x="3768" y="29317"/>
                  </a:lnTo>
                  <a:lnTo>
                    <a:pt x="14049" y="14058"/>
                  </a:lnTo>
                  <a:lnTo>
                    <a:pt x="29307" y="3771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71"/>
                  </a:lnTo>
                  <a:lnTo>
                    <a:pt x="850058" y="14058"/>
                  </a:lnTo>
                  <a:lnTo>
                    <a:pt x="860339" y="29317"/>
                  </a:lnTo>
                  <a:lnTo>
                    <a:pt x="864107" y="48005"/>
                  </a:lnTo>
                  <a:lnTo>
                    <a:pt x="864107" y="240029"/>
                  </a:lnTo>
                  <a:lnTo>
                    <a:pt x="860339" y="258718"/>
                  </a:lnTo>
                  <a:lnTo>
                    <a:pt x="850058" y="273977"/>
                  </a:lnTo>
                  <a:lnTo>
                    <a:pt x="834800" y="284264"/>
                  </a:lnTo>
                  <a:lnTo>
                    <a:pt x="816101" y="288035"/>
                  </a:lnTo>
                  <a:lnTo>
                    <a:pt x="48005" y="288035"/>
                  </a:lnTo>
                  <a:lnTo>
                    <a:pt x="29307" y="284264"/>
                  </a:lnTo>
                  <a:lnTo>
                    <a:pt x="14049" y="273977"/>
                  </a:lnTo>
                  <a:lnTo>
                    <a:pt x="3768" y="258718"/>
                  </a:lnTo>
                  <a:lnTo>
                    <a:pt x="0" y="240029"/>
                  </a:lnTo>
                  <a:lnTo>
                    <a:pt x="0" y="48005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567421" y="6363106"/>
            <a:ext cx="6788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latin typeface="Arial MT"/>
                <a:cs typeface="Arial MT"/>
              </a:rPr>
              <a:t>Risk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accepted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8808656" y="5803328"/>
            <a:ext cx="867410" cy="291465"/>
            <a:chOff x="8808656" y="5803328"/>
            <a:chExt cx="867410" cy="291465"/>
          </a:xfrm>
        </p:grpSpPr>
        <p:sp>
          <p:nvSpPr>
            <p:cNvPr id="44" name="object 44" descr=""/>
            <p:cNvSpPr/>
            <p:nvPr/>
          </p:nvSpPr>
          <p:spPr>
            <a:xfrm>
              <a:off x="8810243" y="5804915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0" y="240030"/>
                  </a:lnTo>
                  <a:lnTo>
                    <a:pt x="3768" y="258718"/>
                  </a:lnTo>
                  <a:lnTo>
                    <a:pt x="14049" y="273977"/>
                  </a:lnTo>
                  <a:lnTo>
                    <a:pt x="29307" y="284264"/>
                  </a:lnTo>
                  <a:lnTo>
                    <a:pt x="48005" y="288036"/>
                  </a:lnTo>
                  <a:lnTo>
                    <a:pt x="816101" y="288036"/>
                  </a:lnTo>
                  <a:lnTo>
                    <a:pt x="834800" y="284264"/>
                  </a:lnTo>
                  <a:lnTo>
                    <a:pt x="850058" y="273977"/>
                  </a:lnTo>
                  <a:lnTo>
                    <a:pt x="860339" y="258718"/>
                  </a:lnTo>
                  <a:lnTo>
                    <a:pt x="864107" y="240030"/>
                  </a:lnTo>
                  <a:lnTo>
                    <a:pt x="864107" y="48006"/>
                  </a:lnTo>
                  <a:lnTo>
                    <a:pt x="860339" y="29317"/>
                  </a:lnTo>
                  <a:lnTo>
                    <a:pt x="850058" y="14058"/>
                  </a:lnTo>
                  <a:lnTo>
                    <a:pt x="834800" y="3771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810243" y="5804915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6"/>
                  </a:moveTo>
                  <a:lnTo>
                    <a:pt x="3768" y="29317"/>
                  </a:lnTo>
                  <a:lnTo>
                    <a:pt x="14049" y="14058"/>
                  </a:lnTo>
                  <a:lnTo>
                    <a:pt x="29307" y="3771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71"/>
                  </a:lnTo>
                  <a:lnTo>
                    <a:pt x="850058" y="14058"/>
                  </a:lnTo>
                  <a:lnTo>
                    <a:pt x="860339" y="29317"/>
                  </a:lnTo>
                  <a:lnTo>
                    <a:pt x="864107" y="48006"/>
                  </a:lnTo>
                  <a:lnTo>
                    <a:pt x="864107" y="240030"/>
                  </a:lnTo>
                  <a:lnTo>
                    <a:pt x="860339" y="258718"/>
                  </a:lnTo>
                  <a:lnTo>
                    <a:pt x="850058" y="273977"/>
                  </a:lnTo>
                  <a:lnTo>
                    <a:pt x="834800" y="284264"/>
                  </a:lnTo>
                  <a:lnTo>
                    <a:pt x="816101" y="288036"/>
                  </a:lnTo>
                  <a:lnTo>
                    <a:pt x="48005" y="288036"/>
                  </a:lnTo>
                  <a:lnTo>
                    <a:pt x="29307" y="284264"/>
                  </a:lnTo>
                  <a:lnTo>
                    <a:pt x="14049" y="273977"/>
                  </a:lnTo>
                  <a:lnTo>
                    <a:pt x="3768" y="258718"/>
                  </a:lnTo>
                  <a:lnTo>
                    <a:pt x="0" y="240030"/>
                  </a:lnTo>
                  <a:lnTo>
                    <a:pt x="0" y="48006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8988043" y="5858662"/>
            <a:ext cx="50863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5">
                <a:latin typeface="Arial MT"/>
                <a:cs typeface="Arial MT"/>
              </a:rPr>
              <a:t>New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asset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7866888" y="4581144"/>
            <a:ext cx="1381760" cy="1727835"/>
            <a:chOff x="7866888" y="4581144"/>
            <a:chExt cx="1381760" cy="1727835"/>
          </a:xfrm>
        </p:grpSpPr>
        <p:pic>
          <p:nvPicPr>
            <p:cNvPr id="48" name="object 4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6888" y="5085588"/>
              <a:ext cx="76200" cy="216027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6888" y="4581144"/>
              <a:ext cx="76200" cy="21602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6888" y="5588508"/>
              <a:ext cx="76200" cy="216026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6888" y="6092952"/>
              <a:ext cx="76200" cy="21602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8337804" y="4902707"/>
              <a:ext cx="911225" cy="1085215"/>
            </a:xfrm>
            <a:custGeom>
              <a:avLst/>
              <a:gdLst/>
              <a:ahLst/>
              <a:cxnLst/>
              <a:rect l="l" t="t" r="r" b="b"/>
              <a:pathLst>
                <a:path w="911225" h="1085214">
                  <a:moveTo>
                    <a:pt x="472313" y="1046988"/>
                  </a:moveTo>
                  <a:lnTo>
                    <a:pt x="459613" y="1040638"/>
                  </a:lnTo>
                  <a:lnTo>
                    <a:pt x="396113" y="1008888"/>
                  </a:lnTo>
                  <a:lnTo>
                    <a:pt x="396113" y="1040638"/>
                  </a:lnTo>
                  <a:lnTo>
                    <a:pt x="0" y="1040638"/>
                  </a:lnTo>
                  <a:lnTo>
                    <a:pt x="0" y="1053338"/>
                  </a:lnTo>
                  <a:lnTo>
                    <a:pt x="396113" y="1053338"/>
                  </a:lnTo>
                  <a:lnTo>
                    <a:pt x="396113" y="1085088"/>
                  </a:lnTo>
                  <a:lnTo>
                    <a:pt x="459613" y="1053338"/>
                  </a:lnTo>
                  <a:lnTo>
                    <a:pt x="472313" y="1046988"/>
                  </a:lnTo>
                  <a:close/>
                </a:path>
                <a:path w="911225" h="1085214">
                  <a:moveTo>
                    <a:pt x="910717" y="34544"/>
                  </a:moveTo>
                  <a:lnTo>
                    <a:pt x="907923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898017" y="44450"/>
                  </a:lnTo>
                  <a:lnTo>
                    <a:pt x="898017" y="902195"/>
                  </a:lnTo>
                  <a:lnTo>
                    <a:pt x="910717" y="902195"/>
                  </a:lnTo>
                  <a:lnTo>
                    <a:pt x="910717" y="44450"/>
                  </a:lnTo>
                  <a:lnTo>
                    <a:pt x="910717" y="38112"/>
                  </a:lnTo>
                  <a:lnTo>
                    <a:pt x="910717" y="34544"/>
                  </a:lnTo>
                  <a:close/>
                </a:path>
              </a:pathLst>
            </a:custGeom>
            <a:solidFill>
              <a:srgbClr val="00CC9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3" name="object 5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133714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79654" y="614526"/>
            <a:ext cx="5447665" cy="22396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Statement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about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risk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90">
                <a:latin typeface="Arial MT"/>
                <a:cs typeface="Arial MT"/>
              </a:rPr>
              <a:t>If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treatment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includes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Sharing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or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Retaining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accepting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due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one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more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assumptions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one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more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claims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specified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claims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considered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monitoring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473695" y="765048"/>
            <a:ext cx="1295400" cy="431800"/>
          </a:xfrm>
          <a:custGeom>
            <a:avLst/>
            <a:gdLst/>
            <a:ahLst/>
            <a:cxnLst/>
            <a:rect l="l" t="t" r="r" b="b"/>
            <a:pathLst>
              <a:path w="1295400" h="431800">
                <a:moveTo>
                  <a:pt x="0" y="71881"/>
                </a:moveTo>
                <a:lnTo>
                  <a:pt x="5641" y="43880"/>
                </a:lnTo>
                <a:lnTo>
                  <a:pt x="21034" y="21034"/>
                </a:lnTo>
                <a:lnTo>
                  <a:pt x="43880" y="5641"/>
                </a:lnTo>
                <a:lnTo>
                  <a:pt x="71881" y="0"/>
                </a:lnTo>
                <a:lnTo>
                  <a:pt x="1223518" y="0"/>
                </a:lnTo>
                <a:lnTo>
                  <a:pt x="1251519" y="5641"/>
                </a:lnTo>
                <a:lnTo>
                  <a:pt x="1274365" y="21034"/>
                </a:lnTo>
                <a:lnTo>
                  <a:pt x="1289758" y="43880"/>
                </a:lnTo>
                <a:lnTo>
                  <a:pt x="1295400" y="71881"/>
                </a:lnTo>
                <a:lnTo>
                  <a:pt x="1295400" y="359410"/>
                </a:lnTo>
                <a:lnTo>
                  <a:pt x="1289758" y="387411"/>
                </a:lnTo>
                <a:lnTo>
                  <a:pt x="1274365" y="410257"/>
                </a:lnTo>
                <a:lnTo>
                  <a:pt x="1251519" y="425650"/>
                </a:lnTo>
                <a:lnTo>
                  <a:pt x="1223518" y="431291"/>
                </a:lnTo>
                <a:lnTo>
                  <a:pt x="71881" y="431291"/>
                </a:lnTo>
                <a:lnTo>
                  <a:pt x="43880" y="425650"/>
                </a:lnTo>
                <a:lnTo>
                  <a:pt x="21034" y="410257"/>
                </a:lnTo>
                <a:lnTo>
                  <a:pt x="5641" y="387411"/>
                </a:lnTo>
                <a:lnTo>
                  <a:pt x="0" y="359410"/>
                </a:lnTo>
                <a:lnTo>
                  <a:pt x="0" y="71881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688960" y="873328"/>
            <a:ext cx="8661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latin typeface="Arial MT"/>
                <a:cs typeface="Arial MT"/>
              </a:rPr>
              <a:t>Risk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treatment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536435" y="1772411"/>
            <a:ext cx="1297305" cy="433070"/>
          </a:xfrm>
          <a:custGeom>
            <a:avLst/>
            <a:gdLst/>
            <a:ahLst/>
            <a:cxnLst/>
            <a:rect l="l" t="t" r="r" b="b"/>
            <a:pathLst>
              <a:path w="1297304" h="433069">
                <a:moveTo>
                  <a:pt x="1224788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6"/>
                </a:lnTo>
                <a:lnTo>
                  <a:pt x="0" y="360679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5"/>
                </a:lnTo>
                <a:lnTo>
                  <a:pt x="1224788" y="432815"/>
                </a:lnTo>
                <a:lnTo>
                  <a:pt x="1252882" y="427152"/>
                </a:lnTo>
                <a:lnTo>
                  <a:pt x="1275810" y="411702"/>
                </a:lnTo>
                <a:lnTo>
                  <a:pt x="1291260" y="388774"/>
                </a:lnTo>
                <a:lnTo>
                  <a:pt x="1296924" y="360679"/>
                </a:lnTo>
                <a:lnTo>
                  <a:pt x="1296924" y="72136"/>
                </a:lnTo>
                <a:lnTo>
                  <a:pt x="1291260" y="44041"/>
                </a:lnTo>
                <a:lnTo>
                  <a:pt x="1275810" y="21113"/>
                </a:lnTo>
                <a:lnTo>
                  <a:pt x="1252882" y="5663"/>
                </a:lnTo>
                <a:lnTo>
                  <a:pt x="1224788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791070" y="1790827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Arial MT"/>
                <a:cs typeface="Arial MT"/>
              </a:rPr>
              <a:t>Cybersecurity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Claim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481059" y="1772411"/>
            <a:ext cx="1297305" cy="433070"/>
          </a:xfrm>
          <a:custGeom>
            <a:avLst/>
            <a:gdLst/>
            <a:ahLst/>
            <a:cxnLst/>
            <a:rect l="l" t="t" r="r" b="b"/>
            <a:pathLst>
              <a:path w="1297304" h="433069">
                <a:moveTo>
                  <a:pt x="0" y="72136"/>
                </a:moveTo>
                <a:lnTo>
                  <a:pt x="5663" y="44041"/>
                </a:lnTo>
                <a:lnTo>
                  <a:pt x="21113" y="21113"/>
                </a:lnTo>
                <a:lnTo>
                  <a:pt x="44041" y="5663"/>
                </a:lnTo>
                <a:lnTo>
                  <a:pt x="72136" y="0"/>
                </a:lnTo>
                <a:lnTo>
                  <a:pt x="1224788" y="0"/>
                </a:lnTo>
                <a:lnTo>
                  <a:pt x="1252882" y="5663"/>
                </a:lnTo>
                <a:lnTo>
                  <a:pt x="1275810" y="21113"/>
                </a:lnTo>
                <a:lnTo>
                  <a:pt x="1291260" y="44041"/>
                </a:lnTo>
                <a:lnTo>
                  <a:pt x="1296924" y="72136"/>
                </a:lnTo>
                <a:lnTo>
                  <a:pt x="1296924" y="360679"/>
                </a:lnTo>
                <a:lnTo>
                  <a:pt x="1291260" y="388774"/>
                </a:lnTo>
                <a:lnTo>
                  <a:pt x="1275810" y="411702"/>
                </a:lnTo>
                <a:lnTo>
                  <a:pt x="1252882" y="427152"/>
                </a:lnTo>
                <a:lnTo>
                  <a:pt x="1224788" y="432815"/>
                </a:lnTo>
                <a:lnTo>
                  <a:pt x="72136" y="432815"/>
                </a:lnTo>
                <a:lnTo>
                  <a:pt x="44041" y="427152"/>
                </a:lnTo>
                <a:lnTo>
                  <a:pt x="21113" y="411702"/>
                </a:lnTo>
                <a:lnTo>
                  <a:pt x="5663" y="388774"/>
                </a:lnTo>
                <a:lnTo>
                  <a:pt x="0" y="360679"/>
                </a:lnTo>
                <a:lnTo>
                  <a:pt x="0" y="72136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735314" y="1790827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20">
                <a:latin typeface="Arial MT"/>
                <a:cs typeface="Arial MT"/>
              </a:rPr>
              <a:t>Goal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536435" y="2482595"/>
            <a:ext cx="1297305" cy="875030"/>
          </a:xfrm>
          <a:custGeom>
            <a:avLst/>
            <a:gdLst/>
            <a:ahLst/>
            <a:cxnLst/>
            <a:rect l="l" t="t" r="r" b="b"/>
            <a:pathLst>
              <a:path w="1297304" h="875029">
                <a:moveTo>
                  <a:pt x="0" y="145795"/>
                </a:moveTo>
                <a:lnTo>
                  <a:pt x="7433" y="99714"/>
                </a:lnTo>
                <a:lnTo>
                  <a:pt x="28131" y="59692"/>
                </a:lnTo>
                <a:lnTo>
                  <a:pt x="59692" y="28131"/>
                </a:lnTo>
                <a:lnTo>
                  <a:pt x="99714" y="7433"/>
                </a:lnTo>
                <a:lnTo>
                  <a:pt x="145796" y="0"/>
                </a:lnTo>
                <a:lnTo>
                  <a:pt x="1151128" y="0"/>
                </a:lnTo>
                <a:lnTo>
                  <a:pt x="1197209" y="7433"/>
                </a:lnTo>
                <a:lnTo>
                  <a:pt x="1237231" y="28131"/>
                </a:lnTo>
                <a:lnTo>
                  <a:pt x="1268792" y="59692"/>
                </a:lnTo>
                <a:lnTo>
                  <a:pt x="1289490" y="99714"/>
                </a:lnTo>
                <a:lnTo>
                  <a:pt x="1296924" y="145795"/>
                </a:lnTo>
                <a:lnTo>
                  <a:pt x="1296924" y="728979"/>
                </a:lnTo>
                <a:lnTo>
                  <a:pt x="1289490" y="775061"/>
                </a:lnTo>
                <a:lnTo>
                  <a:pt x="1268792" y="815083"/>
                </a:lnTo>
                <a:lnTo>
                  <a:pt x="1237231" y="846644"/>
                </a:lnTo>
                <a:lnTo>
                  <a:pt x="1197209" y="867342"/>
                </a:lnTo>
                <a:lnTo>
                  <a:pt x="1151128" y="874776"/>
                </a:lnTo>
                <a:lnTo>
                  <a:pt x="145796" y="874776"/>
                </a:lnTo>
                <a:lnTo>
                  <a:pt x="99714" y="867342"/>
                </a:lnTo>
                <a:lnTo>
                  <a:pt x="59692" y="846644"/>
                </a:lnTo>
                <a:lnTo>
                  <a:pt x="28131" y="815083"/>
                </a:lnTo>
                <a:lnTo>
                  <a:pt x="7433" y="775061"/>
                </a:lnTo>
                <a:lnTo>
                  <a:pt x="0" y="728979"/>
                </a:lnTo>
                <a:lnTo>
                  <a:pt x="0" y="145795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791070" y="2538729"/>
            <a:ext cx="78994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20">
                <a:latin typeface="Arial MT"/>
                <a:cs typeface="Arial MT"/>
              </a:rPr>
              <a:t>Monitoring, </a:t>
            </a:r>
            <a:r>
              <a:rPr dirty="0" sz="1200" spc="-50">
                <a:latin typeface="Arial MT"/>
                <a:cs typeface="Arial MT"/>
              </a:rPr>
              <a:t>Vulnerability </a:t>
            </a:r>
            <a:r>
              <a:rPr dirty="0" sz="1200" spc="-105">
                <a:latin typeface="Arial MT"/>
                <a:cs typeface="Arial MT"/>
              </a:rPr>
              <a:t>Management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8474964" y="2478023"/>
            <a:ext cx="1295400" cy="879475"/>
          </a:xfrm>
          <a:custGeom>
            <a:avLst/>
            <a:gdLst/>
            <a:ahLst/>
            <a:cxnLst/>
            <a:rect l="l" t="t" r="r" b="b"/>
            <a:pathLst>
              <a:path w="1295400" h="879475">
                <a:moveTo>
                  <a:pt x="0" y="146558"/>
                </a:moveTo>
                <a:lnTo>
                  <a:pt x="7475" y="100250"/>
                </a:lnTo>
                <a:lnTo>
                  <a:pt x="28289" y="60021"/>
                </a:lnTo>
                <a:lnTo>
                  <a:pt x="60021" y="28289"/>
                </a:lnTo>
                <a:lnTo>
                  <a:pt x="100250" y="7475"/>
                </a:lnTo>
                <a:lnTo>
                  <a:pt x="146557" y="0"/>
                </a:lnTo>
                <a:lnTo>
                  <a:pt x="1148841" y="0"/>
                </a:lnTo>
                <a:lnTo>
                  <a:pt x="1195149" y="7475"/>
                </a:lnTo>
                <a:lnTo>
                  <a:pt x="1235378" y="28289"/>
                </a:lnTo>
                <a:lnTo>
                  <a:pt x="1267110" y="60021"/>
                </a:lnTo>
                <a:lnTo>
                  <a:pt x="1287924" y="100250"/>
                </a:lnTo>
                <a:lnTo>
                  <a:pt x="1295400" y="146558"/>
                </a:lnTo>
                <a:lnTo>
                  <a:pt x="1295400" y="732789"/>
                </a:lnTo>
                <a:lnTo>
                  <a:pt x="1287924" y="779097"/>
                </a:lnTo>
                <a:lnTo>
                  <a:pt x="1267110" y="819326"/>
                </a:lnTo>
                <a:lnTo>
                  <a:pt x="1235378" y="851058"/>
                </a:lnTo>
                <a:lnTo>
                  <a:pt x="1195149" y="871872"/>
                </a:lnTo>
                <a:lnTo>
                  <a:pt x="1148841" y="879348"/>
                </a:lnTo>
                <a:lnTo>
                  <a:pt x="146557" y="879348"/>
                </a:lnTo>
                <a:lnTo>
                  <a:pt x="100250" y="871872"/>
                </a:lnTo>
                <a:lnTo>
                  <a:pt x="60021" y="851058"/>
                </a:lnTo>
                <a:lnTo>
                  <a:pt x="28289" y="819326"/>
                </a:lnTo>
                <a:lnTo>
                  <a:pt x="7475" y="779097"/>
                </a:lnTo>
                <a:lnTo>
                  <a:pt x="0" y="732789"/>
                </a:lnTo>
                <a:lnTo>
                  <a:pt x="0" y="146558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8728329" y="2628138"/>
            <a:ext cx="7899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85">
                <a:latin typeface="Arial MT"/>
                <a:cs typeface="Arial MT"/>
              </a:rPr>
              <a:t>Requirement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200" spc="-70">
                <a:latin typeface="Arial MT"/>
                <a:cs typeface="Arial MT"/>
              </a:rPr>
              <a:t>/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Control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147560" y="1196339"/>
            <a:ext cx="2037714" cy="1286510"/>
          </a:xfrm>
          <a:custGeom>
            <a:avLst/>
            <a:gdLst/>
            <a:ahLst/>
            <a:cxnLst/>
            <a:rect l="l" t="t" r="r" b="b"/>
            <a:pathLst>
              <a:path w="2037715" h="1286510">
                <a:moveTo>
                  <a:pt x="76200" y="1210310"/>
                </a:moveTo>
                <a:lnTo>
                  <a:pt x="44450" y="1210310"/>
                </a:lnTo>
                <a:lnTo>
                  <a:pt x="44450" y="1008888"/>
                </a:lnTo>
                <a:lnTo>
                  <a:pt x="31750" y="1008888"/>
                </a:lnTo>
                <a:lnTo>
                  <a:pt x="31750" y="1210310"/>
                </a:lnTo>
                <a:lnTo>
                  <a:pt x="0" y="1210310"/>
                </a:lnTo>
                <a:lnTo>
                  <a:pt x="38100" y="1286510"/>
                </a:lnTo>
                <a:lnTo>
                  <a:pt x="69850" y="1223010"/>
                </a:lnTo>
                <a:lnTo>
                  <a:pt x="76200" y="1210310"/>
                </a:lnTo>
                <a:close/>
              </a:path>
              <a:path w="2037715" h="1286510">
                <a:moveTo>
                  <a:pt x="2020062" y="499872"/>
                </a:moveTo>
                <a:lnTo>
                  <a:pt x="1988312" y="499872"/>
                </a:lnTo>
                <a:lnTo>
                  <a:pt x="1988312" y="294386"/>
                </a:lnTo>
                <a:lnTo>
                  <a:pt x="1988312" y="288036"/>
                </a:lnTo>
                <a:lnTo>
                  <a:pt x="1988312" y="284480"/>
                </a:lnTo>
                <a:lnTo>
                  <a:pt x="1985391" y="281686"/>
                </a:lnTo>
                <a:lnTo>
                  <a:pt x="980567" y="281686"/>
                </a:lnTo>
                <a:lnTo>
                  <a:pt x="980567" y="0"/>
                </a:lnTo>
                <a:lnTo>
                  <a:pt x="967867" y="0"/>
                </a:lnTo>
                <a:lnTo>
                  <a:pt x="967867" y="281686"/>
                </a:lnTo>
                <a:lnTo>
                  <a:pt x="34544" y="281686"/>
                </a:lnTo>
                <a:lnTo>
                  <a:pt x="31750" y="284480"/>
                </a:lnTo>
                <a:lnTo>
                  <a:pt x="31750" y="499872"/>
                </a:lnTo>
                <a:lnTo>
                  <a:pt x="0" y="499872"/>
                </a:lnTo>
                <a:lnTo>
                  <a:pt x="38100" y="576072"/>
                </a:lnTo>
                <a:lnTo>
                  <a:pt x="69850" y="512572"/>
                </a:lnTo>
                <a:lnTo>
                  <a:pt x="76200" y="499872"/>
                </a:lnTo>
                <a:lnTo>
                  <a:pt x="44450" y="499872"/>
                </a:lnTo>
                <a:lnTo>
                  <a:pt x="44450" y="294386"/>
                </a:lnTo>
                <a:lnTo>
                  <a:pt x="973836" y="294386"/>
                </a:lnTo>
                <a:lnTo>
                  <a:pt x="977773" y="294386"/>
                </a:lnTo>
                <a:lnTo>
                  <a:pt x="1975612" y="294386"/>
                </a:lnTo>
                <a:lnTo>
                  <a:pt x="1975612" y="499872"/>
                </a:lnTo>
                <a:lnTo>
                  <a:pt x="1943862" y="499872"/>
                </a:lnTo>
                <a:lnTo>
                  <a:pt x="1981962" y="576072"/>
                </a:lnTo>
                <a:lnTo>
                  <a:pt x="2013712" y="512572"/>
                </a:lnTo>
                <a:lnTo>
                  <a:pt x="2020062" y="499872"/>
                </a:lnTo>
                <a:close/>
              </a:path>
              <a:path w="2037715" h="1286510">
                <a:moveTo>
                  <a:pt x="2037588" y="1210310"/>
                </a:moveTo>
                <a:lnTo>
                  <a:pt x="2005838" y="1210310"/>
                </a:lnTo>
                <a:lnTo>
                  <a:pt x="2005838" y="1008888"/>
                </a:lnTo>
                <a:lnTo>
                  <a:pt x="1993138" y="1008888"/>
                </a:lnTo>
                <a:lnTo>
                  <a:pt x="1993138" y="1210310"/>
                </a:lnTo>
                <a:lnTo>
                  <a:pt x="1961388" y="1210310"/>
                </a:lnTo>
                <a:lnTo>
                  <a:pt x="1999488" y="1286510"/>
                </a:lnTo>
                <a:lnTo>
                  <a:pt x="2031238" y="1223010"/>
                </a:lnTo>
                <a:lnTo>
                  <a:pt x="2037588" y="1210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773036" y="1148841"/>
            <a:ext cx="3949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Share, </a:t>
            </a:r>
            <a:r>
              <a:rPr dirty="0" sz="1200" spc="-105">
                <a:latin typeface="Arial MT"/>
                <a:cs typeface="Arial MT"/>
              </a:rPr>
              <a:t>Retain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137395" y="1148841"/>
            <a:ext cx="4578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Reduce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9654" y="3993869"/>
            <a:ext cx="6637655" cy="20110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Relation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terms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–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Claim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5">
                <a:latin typeface="Arial MT"/>
                <a:cs typeface="Arial MT"/>
              </a:rPr>
              <a:t>Outcome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220">
                <a:latin typeface="Arial MT"/>
                <a:cs typeface="Arial MT"/>
              </a:rPr>
              <a:t>TARA</a:t>
            </a:r>
            <a:r>
              <a:rPr dirty="0" sz="1600" spc="-12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Compromise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library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(threat),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Share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(risk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treatment)</a:t>
            </a:r>
            <a:endParaRPr sz="1600">
              <a:latin typeface="Arial MT"/>
              <a:cs typeface="Arial MT"/>
            </a:endParaRPr>
          </a:p>
          <a:p>
            <a:pPr lvl="1" marL="646430" marR="5080" indent="-177165">
              <a:lnSpc>
                <a:spcPct val="120100"/>
              </a:lnSpc>
              <a:spcBef>
                <a:spcPts val="60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claim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If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library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compromised,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then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tier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40">
                <a:latin typeface="Arial MT"/>
                <a:cs typeface="Arial MT"/>
              </a:rPr>
              <a:t>OEM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share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 spc="-135">
                <a:latin typeface="Arial MT"/>
                <a:cs typeface="Arial MT"/>
              </a:rPr>
              <a:t>responsibility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contract.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tier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responsible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perform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monitoring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activities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vulnerability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80">
                <a:latin typeface="Arial MT"/>
                <a:cs typeface="Arial MT"/>
              </a:rPr>
              <a:t>management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30">
                <a:latin typeface="Arial MT"/>
                <a:cs typeface="Arial MT"/>
              </a:rPr>
              <a:t>Details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claims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shall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part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Interface</a:t>
            </a:r>
            <a:r>
              <a:rPr dirty="0" sz="1600" spc="-135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Agreement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472108" y="4291520"/>
            <a:ext cx="867410" cy="291465"/>
            <a:chOff x="7472108" y="4291520"/>
            <a:chExt cx="867410" cy="291465"/>
          </a:xfrm>
        </p:grpSpPr>
        <p:sp>
          <p:nvSpPr>
            <p:cNvPr id="24" name="object 24" descr=""/>
            <p:cNvSpPr/>
            <p:nvPr/>
          </p:nvSpPr>
          <p:spPr>
            <a:xfrm>
              <a:off x="7473695" y="4293108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68"/>
                  </a:lnTo>
                  <a:lnTo>
                    <a:pt x="14049" y="14049"/>
                  </a:lnTo>
                  <a:lnTo>
                    <a:pt x="3768" y="29307"/>
                  </a:lnTo>
                  <a:lnTo>
                    <a:pt x="0" y="48006"/>
                  </a:lnTo>
                  <a:lnTo>
                    <a:pt x="0" y="240030"/>
                  </a:lnTo>
                  <a:lnTo>
                    <a:pt x="3768" y="258728"/>
                  </a:lnTo>
                  <a:lnTo>
                    <a:pt x="14049" y="273986"/>
                  </a:lnTo>
                  <a:lnTo>
                    <a:pt x="29307" y="284267"/>
                  </a:lnTo>
                  <a:lnTo>
                    <a:pt x="48005" y="288036"/>
                  </a:lnTo>
                  <a:lnTo>
                    <a:pt x="816101" y="288036"/>
                  </a:lnTo>
                  <a:lnTo>
                    <a:pt x="834800" y="284267"/>
                  </a:lnTo>
                  <a:lnTo>
                    <a:pt x="850058" y="273986"/>
                  </a:lnTo>
                  <a:lnTo>
                    <a:pt x="860339" y="258728"/>
                  </a:lnTo>
                  <a:lnTo>
                    <a:pt x="864107" y="240030"/>
                  </a:lnTo>
                  <a:lnTo>
                    <a:pt x="864107" y="48006"/>
                  </a:lnTo>
                  <a:lnTo>
                    <a:pt x="860339" y="29307"/>
                  </a:lnTo>
                  <a:lnTo>
                    <a:pt x="850058" y="14049"/>
                  </a:lnTo>
                  <a:lnTo>
                    <a:pt x="834800" y="3768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473695" y="4293108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6"/>
                  </a:moveTo>
                  <a:lnTo>
                    <a:pt x="3768" y="29307"/>
                  </a:lnTo>
                  <a:lnTo>
                    <a:pt x="14049" y="14049"/>
                  </a:lnTo>
                  <a:lnTo>
                    <a:pt x="29307" y="3768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68"/>
                  </a:lnTo>
                  <a:lnTo>
                    <a:pt x="850058" y="14049"/>
                  </a:lnTo>
                  <a:lnTo>
                    <a:pt x="860339" y="29307"/>
                  </a:lnTo>
                  <a:lnTo>
                    <a:pt x="864107" y="48006"/>
                  </a:lnTo>
                  <a:lnTo>
                    <a:pt x="864107" y="240030"/>
                  </a:lnTo>
                  <a:lnTo>
                    <a:pt x="860339" y="258728"/>
                  </a:lnTo>
                  <a:lnTo>
                    <a:pt x="850058" y="273986"/>
                  </a:lnTo>
                  <a:lnTo>
                    <a:pt x="834800" y="284267"/>
                  </a:lnTo>
                  <a:lnTo>
                    <a:pt x="816101" y="288036"/>
                  </a:lnTo>
                  <a:lnTo>
                    <a:pt x="48005" y="288036"/>
                  </a:lnTo>
                  <a:lnTo>
                    <a:pt x="29307" y="284267"/>
                  </a:lnTo>
                  <a:lnTo>
                    <a:pt x="14049" y="273986"/>
                  </a:lnTo>
                  <a:lnTo>
                    <a:pt x="3768" y="258728"/>
                  </a:lnTo>
                  <a:lnTo>
                    <a:pt x="0" y="240030"/>
                  </a:lnTo>
                  <a:lnTo>
                    <a:pt x="0" y="48006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791450" y="4346194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Arial MT"/>
                <a:cs typeface="Arial MT"/>
              </a:rPr>
              <a:t>Item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472108" y="4795964"/>
            <a:ext cx="867410" cy="291465"/>
            <a:chOff x="7472108" y="4795964"/>
            <a:chExt cx="867410" cy="291465"/>
          </a:xfrm>
        </p:grpSpPr>
        <p:sp>
          <p:nvSpPr>
            <p:cNvPr id="28" name="object 28" descr=""/>
            <p:cNvSpPr/>
            <p:nvPr/>
          </p:nvSpPr>
          <p:spPr>
            <a:xfrm>
              <a:off x="7473695" y="4797552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68"/>
                  </a:lnTo>
                  <a:lnTo>
                    <a:pt x="14049" y="14049"/>
                  </a:lnTo>
                  <a:lnTo>
                    <a:pt x="3768" y="29307"/>
                  </a:lnTo>
                  <a:lnTo>
                    <a:pt x="0" y="48006"/>
                  </a:lnTo>
                  <a:lnTo>
                    <a:pt x="0" y="240030"/>
                  </a:lnTo>
                  <a:lnTo>
                    <a:pt x="3768" y="258728"/>
                  </a:lnTo>
                  <a:lnTo>
                    <a:pt x="14049" y="273986"/>
                  </a:lnTo>
                  <a:lnTo>
                    <a:pt x="29307" y="284267"/>
                  </a:lnTo>
                  <a:lnTo>
                    <a:pt x="48005" y="288036"/>
                  </a:lnTo>
                  <a:lnTo>
                    <a:pt x="816101" y="288036"/>
                  </a:lnTo>
                  <a:lnTo>
                    <a:pt x="834800" y="284267"/>
                  </a:lnTo>
                  <a:lnTo>
                    <a:pt x="850058" y="273986"/>
                  </a:lnTo>
                  <a:lnTo>
                    <a:pt x="860339" y="258728"/>
                  </a:lnTo>
                  <a:lnTo>
                    <a:pt x="864107" y="240030"/>
                  </a:lnTo>
                  <a:lnTo>
                    <a:pt x="864107" y="48006"/>
                  </a:lnTo>
                  <a:lnTo>
                    <a:pt x="860339" y="29307"/>
                  </a:lnTo>
                  <a:lnTo>
                    <a:pt x="850058" y="14049"/>
                  </a:lnTo>
                  <a:lnTo>
                    <a:pt x="834800" y="3768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473695" y="4797552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6"/>
                  </a:moveTo>
                  <a:lnTo>
                    <a:pt x="3768" y="29307"/>
                  </a:lnTo>
                  <a:lnTo>
                    <a:pt x="14049" y="14049"/>
                  </a:lnTo>
                  <a:lnTo>
                    <a:pt x="29307" y="3768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68"/>
                  </a:lnTo>
                  <a:lnTo>
                    <a:pt x="850058" y="14049"/>
                  </a:lnTo>
                  <a:lnTo>
                    <a:pt x="860339" y="29307"/>
                  </a:lnTo>
                  <a:lnTo>
                    <a:pt x="864107" y="48006"/>
                  </a:lnTo>
                  <a:lnTo>
                    <a:pt x="864107" y="240030"/>
                  </a:lnTo>
                  <a:lnTo>
                    <a:pt x="860339" y="258728"/>
                  </a:lnTo>
                  <a:lnTo>
                    <a:pt x="850058" y="273986"/>
                  </a:lnTo>
                  <a:lnTo>
                    <a:pt x="834800" y="284267"/>
                  </a:lnTo>
                  <a:lnTo>
                    <a:pt x="816101" y="288036"/>
                  </a:lnTo>
                  <a:lnTo>
                    <a:pt x="48005" y="288036"/>
                  </a:lnTo>
                  <a:lnTo>
                    <a:pt x="29307" y="284267"/>
                  </a:lnTo>
                  <a:lnTo>
                    <a:pt x="14049" y="273986"/>
                  </a:lnTo>
                  <a:lnTo>
                    <a:pt x="3768" y="258728"/>
                  </a:lnTo>
                  <a:lnTo>
                    <a:pt x="0" y="240030"/>
                  </a:lnTo>
                  <a:lnTo>
                    <a:pt x="0" y="48006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754873" y="4850384"/>
            <a:ext cx="3022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Arial MT"/>
                <a:cs typeface="Arial MT"/>
              </a:rPr>
              <a:t>TARA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472108" y="5298884"/>
            <a:ext cx="867410" cy="291465"/>
            <a:chOff x="7472108" y="5298884"/>
            <a:chExt cx="867410" cy="291465"/>
          </a:xfrm>
        </p:grpSpPr>
        <p:sp>
          <p:nvSpPr>
            <p:cNvPr id="32" name="object 32" descr=""/>
            <p:cNvSpPr/>
            <p:nvPr/>
          </p:nvSpPr>
          <p:spPr>
            <a:xfrm>
              <a:off x="7473695" y="5300471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68"/>
                  </a:lnTo>
                  <a:lnTo>
                    <a:pt x="14049" y="14049"/>
                  </a:lnTo>
                  <a:lnTo>
                    <a:pt x="3768" y="29307"/>
                  </a:lnTo>
                  <a:lnTo>
                    <a:pt x="0" y="48005"/>
                  </a:lnTo>
                  <a:lnTo>
                    <a:pt x="0" y="240029"/>
                  </a:lnTo>
                  <a:lnTo>
                    <a:pt x="3768" y="258728"/>
                  </a:lnTo>
                  <a:lnTo>
                    <a:pt x="14049" y="273986"/>
                  </a:lnTo>
                  <a:lnTo>
                    <a:pt x="29307" y="284267"/>
                  </a:lnTo>
                  <a:lnTo>
                    <a:pt x="48005" y="288035"/>
                  </a:lnTo>
                  <a:lnTo>
                    <a:pt x="816101" y="288035"/>
                  </a:lnTo>
                  <a:lnTo>
                    <a:pt x="834800" y="284267"/>
                  </a:lnTo>
                  <a:lnTo>
                    <a:pt x="850058" y="273986"/>
                  </a:lnTo>
                  <a:lnTo>
                    <a:pt x="860339" y="258728"/>
                  </a:lnTo>
                  <a:lnTo>
                    <a:pt x="864107" y="240029"/>
                  </a:lnTo>
                  <a:lnTo>
                    <a:pt x="864107" y="48005"/>
                  </a:lnTo>
                  <a:lnTo>
                    <a:pt x="860339" y="29307"/>
                  </a:lnTo>
                  <a:lnTo>
                    <a:pt x="850058" y="14049"/>
                  </a:lnTo>
                  <a:lnTo>
                    <a:pt x="834800" y="3768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473695" y="5300471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5"/>
                  </a:moveTo>
                  <a:lnTo>
                    <a:pt x="3768" y="29307"/>
                  </a:lnTo>
                  <a:lnTo>
                    <a:pt x="14049" y="14049"/>
                  </a:lnTo>
                  <a:lnTo>
                    <a:pt x="29307" y="3768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68"/>
                  </a:lnTo>
                  <a:lnTo>
                    <a:pt x="850058" y="14049"/>
                  </a:lnTo>
                  <a:lnTo>
                    <a:pt x="860339" y="29307"/>
                  </a:lnTo>
                  <a:lnTo>
                    <a:pt x="864107" y="48005"/>
                  </a:lnTo>
                  <a:lnTo>
                    <a:pt x="864107" y="240029"/>
                  </a:lnTo>
                  <a:lnTo>
                    <a:pt x="860339" y="258728"/>
                  </a:lnTo>
                  <a:lnTo>
                    <a:pt x="850058" y="273986"/>
                  </a:lnTo>
                  <a:lnTo>
                    <a:pt x="834800" y="284267"/>
                  </a:lnTo>
                  <a:lnTo>
                    <a:pt x="816101" y="288035"/>
                  </a:lnTo>
                  <a:lnTo>
                    <a:pt x="48005" y="288035"/>
                  </a:lnTo>
                  <a:lnTo>
                    <a:pt x="29307" y="284267"/>
                  </a:lnTo>
                  <a:lnTo>
                    <a:pt x="14049" y="273986"/>
                  </a:lnTo>
                  <a:lnTo>
                    <a:pt x="3768" y="258728"/>
                  </a:lnTo>
                  <a:lnTo>
                    <a:pt x="0" y="240029"/>
                  </a:lnTo>
                  <a:lnTo>
                    <a:pt x="0" y="48005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742935" y="5354573"/>
            <a:ext cx="3270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latin typeface="Arial MT"/>
                <a:cs typeface="Arial MT"/>
              </a:rPr>
              <a:t>Threat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472108" y="5803328"/>
            <a:ext cx="867410" cy="291465"/>
            <a:chOff x="7472108" y="5803328"/>
            <a:chExt cx="867410" cy="291465"/>
          </a:xfrm>
        </p:grpSpPr>
        <p:sp>
          <p:nvSpPr>
            <p:cNvPr id="36" name="object 36" descr=""/>
            <p:cNvSpPr/>
            <p:nvPr/>
          </p:nvSpPr>
          <p:spPr>
            <a:xfrm>
              <a:off x="7473695" y="5804915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816101" y="0"/>
                  </a:moveTo>
                  <a:lnTo>
                    <a:pt x="48005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0" y="240030"/>
                  </a:lnTo>
                  <a:lnTo>
                    <a:pt x="3768" y="258718"/>
                  </a:lnTo>
                  <a:lnTo>
                    <a:pt x="14049" y="273977"/>
                  </a:lnTo>
                  <a:lnTo>
                    <a:pt x="29307" y="284264"/>
                  </a:lnTo>
                  <a:lnTo>
                    <a:pt x="48005" y="288036"/>
                  </a:lnTo>
                  <a:lnTo>
                    <a:pt x="816101" y="288036"/>
                  </a:lnTo>
                  <a:lnTo>
                    <a:pt x="834800" y="284264"/>
                  </a:lnTo>
                  <a:lnTo>
                    <a:pt x="850058" y="273977"/>
                  </a:lnTo>
                  <a:lnTo>
                    <a:pt x="860339" y="258718"/>
                  </a:lnTo>
                  <a:lnTo>
                    <a:pt x="864107" y="240030"/>
                  </a:lnTo>
                  <a:lnTo>
                    <a:pt x="864107" y="48006"/>
                  </a:lnTo>
                  <a:lnTo>
                    <a:pt x="860339" y="29317"/>
                  </a:lnTo>
                  <a:lnTo>
                    <a:pt x="850058" y="14058"/>
                  </a:lnTo>
                  <a:lnTo>
                    <a:pt x="834800" y="3771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473695" y="5804915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89">
                  <a:moveTo>
                    <a:pt x="0" y="48006"/>
                  </a:moveTo>
                  <a:lnTo>
                    <a:pt x="3768" y="29317"/>
                  </a:lnTo>
                  <a:lnTo>
                    <a:pt x="14049" y="14058"/>
                  </a:lnTo>
                  <a:lnTo>
                    <a:pt x="29307" y="3771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71"/>
                  </a:lnTo>
                  <a:lnTo>
                    <a:pt x="850058" y="14058"/>
                  </a:lnTo>
                  <a:lnTo>
                    <a:pt x="860339" y="29317"/>
                  </a:lnTo>
                  <a:lnTo>
                    <a:pt x="864107" y="48006"/>
                  </a:lnTo>
                  <a:lnTo>
                    <a:pt x="864107" y="240030"/>
                  </a:lnTo>
                  <a:lnTo>
                    <a:pt x="860339" y="258718"/>
                  </a:lnTo>
                  <a:lnTo>
                    <a:pt x="850058" y="273977"/>
                  </a:lnTo>
                  <a:lnTo>
                    <a:pt x="834800" y="284264"/>
                  </a:lnTo>
                  <a:lnTo>
                    <a:pt x="816101" y="288036"/>
                  </a:lnTo>
                  <a:lnTo>
                    <a:pt x="48005" y="288036"/>
                  </a:lnTo>
                  <a:lnTo>
                    <a:pt x="29307" y="284264"/>
                  </a:lnTo>
                  <a:lnTo>
                    <a:pt x="14049" y="273977"/>
                  </a:lnTo>
                  <a:lnTo>
                    <a:pt x="3768" y="258718"/>
                  </a:lnTo>
                  <a:lnTo>
                    <a:pt x="0" y="240030"/>
                  </a:lnTo>
                  <a:lnTo>
                    <a:pt x="0" y="48006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575042" y="5782462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Arial MT"/>
                <a:cs typeface="Arial MT"/>
              </a:rPr>
              <a:t>Cybersecurity</a:t>
            </a:r>
            <a:endParaRPr sz="1000">
              <a:latin typeface="Arial MT"/>
              <a:cs typeface="Arial MT"/>
            </a:endParaRPr>
          </a:p>
          <a:p>
            <a:pPr algn="ctr" marL="1905">
              <a:lnSpc>
                <a:spcPct val="100000"/>
              </a:lnSpc>
            </a:pPr>
            <a:r>
              <a:rPr dirty="0" sz="1000" spc="-10">
                <a:latin typeface="Arial MT"/>
                <a:cs typeface="Arial MT"/>
              </a:rPr>
              <a:t>Claim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7472108" y="6307772"/>
            <a:ext cx="867410" cy="291465"/>
            <a:chOff x="7472108" y="6307772"/>
            <a:chExt cx="867410" cy="291465"/>
          </a:xfrm>
        </p:grpSpPr>
        <p:sp>
          <p:nvSpPr>
            <p:cNvPr id="40" name="object 40" descr=""/>
            <p:cNvSpPr/>
            <p:nvPr/>
          </p:nvSpPr>
          <p:spPr>
            <a:xfrm>
              <a:off x="7473695" y="6309359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90">
                  <a:moveTo>
                    <a:pt x="816101" y="0"/>
                  </a:moveTo>
                  <a:lnTo>
                    <a:pt x="48005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5"/>
                  </a:lnTo>
                  <a:lnTo>
                    <a:pt x="0" y="240029"/>
                  </a:lnTo>
                  <a:lnTo>
                    <a:pt x="3768" y="258718"/>
                  </a:lnTo>
                  <a:lnTo>
                    <a:pt x="14049" y="273977"/>
                  </a:lnTo>
                  <a:lnTo>
                    <a:pt x="29307" y="284264"/>
                  </a:lnTo>
                  <a:lnTo>
                    <a:pt x="48005" y="288035"/>
                  </a:lnTo>
                  <a:lnTo>
                    <a:pt x="816101" y="288035"/>
                  </a:lnTo>
                  <a:lnTo>
                    <a:pt x="834800" y="284264"/>
                  </a:lnTo>
                  <a:lnTo>
                    <a:pt x="850058" y="273977"/>
                  </a:lnTo>
                  <a:lnTo>
                    <a:pt x="860339" y="258718"/>
                  </a:lnTo>
                  <a:lnTo>
                    <a:pt x="864107" y="240029"/>
                  </a:lnTo>
                  <a:lnTo>
                    <a:pt x="864107" y="48005"/>
                  </a:lnTo>
                  <a:lnTo>
                    <a:pt x="860339" y="29317"/>
                  </a:lnTo>
                  <a:lnTo>
                    <a:pt x="850058" y="14058"/>
                  </a:lnTo>
                  <a:lnTo>
                    <a:pt x="834800" y="3771"/>
                  </a:lnTo>
                  <a:lnTo>
                    <a:pt x="816101" y="0"/>
                  </a:lnTo>
                  <a:close/>
                </a:path>
              </a:pathLst>
            </a:custGeom>
            <a:solidFill>
              <a:srgbClr val="DDF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473695" y="6309359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4" h="288290">
                  <a:moveTo>
                    <a:pt x="0" y="48005"/>
                  </a:moveTo>
                  <a:lnTo>
                    <a:pt x="3768" y="29317"/>
                  </a:lnTo>
                  <a:lnTo>
                    <a:pt x="14049" y="14058"/>
                  </a:lnTo>
                  <a:lnTo>
                    <a:pt x="29307" y="3771"/>
                  </a:lnTo>
                  <a:lnTo>
                    <a:pt x="48005" y="0"/>
                  </a:lnTo>
                  <a:lnTo>
                    <a:pt x="816101" y="0"/>
                  </a:lnTo>
                  <a:lnTo>
                    <a:pt x="834800" y="3771"/>
                  </a:lnTo>
                  <a:lnTo>
                    <a:pt x="850058" y="14058"/>
                  </a:lnTo>
                  <a:lnTo>
                    <a:pt x="860339" y="29317"/>
                  </a:lnTo>
                  <a:lnTo>
                    <a:pt x="864107" y="48005"/>
                  </a:lnTo>
                  <a:lnTo>
                    <a:pt x="864107" y="240029"/>
                  </a:lnTo>
                  <a:lnTo>
                    <a:pt x="860339" y="258718"/>
                  </a:lnTo>
                  <a:lnTo>
                    <a:pt x="850058" y="273977"/>
                  </a:lnTo>
                  <a:lnTo>
                    <a:pt x="834800" y="284264"/>
                  </a:lnTo>
                  <a:lnTo>
                    <a:pt x="816101" y="288035"/>
                  </a:lnTo>
                  <a:lnTo>
                    <a:pt x="48005" y="288035"/>
                  </a:lnTo>
                  <a:lnTo>
                    <a:pt x="29307" y="284264"/>
                  </a:lnTo>
                  <a:lnTo>
                    <a:pt x="14049" y="273977"/>
                  </a:lnTo>
                  <a:lnTo>
                    <a:pt x="3768" y="258718"/>
                  </a:lnTo>
                  <a:lnTo>
                    <a:pt x="0" y="240029"/>
                  </a:lnTo>
                  <a:lnTo>
                    <a:pt x="0" y="48005"/>
                  </a:lnTo>
                  <a:close/>
                </a:path>
              </a:pathLst>
            </a:custGeom>
            <a:ln w="3175">
              <a:solidFill>
                <a:srgbClr val="319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649718" y="6363106"/>
            <a:ext cx="511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5">
                <a:latin typeface="Arial MT"/>
                <a:cs typeface="Arial MT"/>
              </a:rPr>
              <a:t>Monitoring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866888" y="4581144"/>
            <a:ext cx="76200" cy="1727835"/>
            <a:chOff x="7866888" y="4581144"/>
            <a:chExt cx="76200" cy="1727835"/>
          </a:xfrm>
        </p:grpSpPr>
        <p:pic>
          <p:nvPicPr>
            <p:cNvPr id="44" name="object 4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6888" y="4581144"/>
              <a:ext cx="76200" cy="21602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6888" y="5588508"/>
              <a:ext cx="76200" cy="21602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6888" y="5085588"/>
              <a:ext cx="76200" cy="21602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6888" y="6092952"/>
              <a:ext cx="76200" cy="216027"/>
            </a:xfrm>
            <a:prstGeom prst="rect">
              <a:avLst/>
            </a:prstGeom>
          </p:spPr>
        </p:pic>
      </p:grpSp>
      <p:pic>
        <p:nvPicPr>
          <p:cNvPr id="48" name="object 4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133714" cy="2540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458593" y="162305"/>
              <a:ext cx="1087120" cy="254000"/>
            </a:xfrm>
            <a:custGeom>
              <a:avLst/>
              <a:gdLst/>
              <a:ahLst/>
              <a:cxnLst/>
              <a:rect l="l" t="t" r="r" b="b"/>
              <a:pathLst>
                <a:path w="1087120" h="254000">
                  <a:moveTo>
                    <a:pt x="73748" y="100037"/>
                  </a:moveTo>
                  <a:lnTo>
                    <a:pt x="0" y="100037"/>
                  </a:lnTo>
                  <a:lnTo>
                    <a:pt x="0" y="122948"/>
                  </a:lnTo>
                  <a:lnTo>
                    <a:pt x="73748" y="122948"/>
                  </a:lnTo>
                  <a:lnTo>
                    <a:pt x="73748" y="100037"/>
                  </a:lnTo>
                  <a:close/>
                </a:path>
                <a:path w="1087120" h="254000">
                  <a:moveTo>
                    <a:pt x="295275" y="172847"/>
                  </a:moveTo>
                  <a:lnTo>
                    <a:pt x="205359" y="172847"/>
                  </a:lnTo>
                  <a:lnTo>
                    <a:pt x="205359" y="110744"/>
                  </a:lnTo>
                  <a:lnTo>
                    <a:pt x="289052" y="110744"/>
                  </a:lnTo>
                  <a:lnTo>
                    <a:pt x="289052" y="88392"/>
                  </a:lnTo>
                  <a:lnTo>
                    <a:pt x="205359" y="88392"/>
                  </a:lnTo>
                  <a:lnTo>
                    <a:pt x="205359" y="32385"/>
                  </a:lnTo>
                  <a:lnTo>
                    <a:pt x="292227" y="32385"/>
                  </a:lnTo>
                  <a:lnTo>
                    <a:pt x="292227" y="9525"/>
                  </a:lnTo>
                  <a:lnTo>
                    <a:pt x="179324" y="9525"/>
                  </a:lnTo>
                  <a:lnTo>
                    <a:pt x="179324" y="195199"/>
                  </a:lnTo>
                  <a:lnTo>
                    <a:pt x="295275" y="195199"/>
                  </a:lnTo>
                  <a:lnTo>
                    <a:pt x="295275" y="172847"/>
                  </a:lnTo>
                  <a:close/>
                </a:path>
                <a:path w="1087120" h="254000">
                  <a:moveTo>
                    <a:pt x="431546" y="195199"/>
                  </a:moveTo>
                  <a:lnTo>
                    <a:pt x="397738" y="139573"/>
                  </a:lnTo>
                  <a:lnTo>
                    <a:pt x="390652" y="127889"/>
                  </a:lnTo>
                  <a:lnTo>
                    <a:pt x="397433" y="116840"/>
                  </a:lnTo>
                  <a:lnTo>
                    <a:pt x="429514" y="64643"/>
                  </a:lnTo>
                  <a:lnTo>
                    <a:pt x="403098" y="64643"/>
                  </a:lnTo>
                  <a:lnTo>
                    <a:pt x="370840" y="116840"/>
                  </a:lnTo>
                  <a:lnTo>
                    <a:pt x="369824" y="116840"/>
                  </a:lnTo>
                  <a:lnTo>
                    <a:pt x="337185" y="64643"/>
                  </a:lnTo>
                  <a:lnTo>
                    <a:pt x="309372" y="64643"/>
                  </a:lnTo>
                  <a:lnTo>
                    <a:pt x="349377" y="127889"/>
                  </a:lnTo>
                  <a:lnTo>
                    <a:pt x="309118" y="195199"/>
                  </a:lnTo>
                  <a:lnTo>
                    <a:pt x="335788" y="195199"/>
                  </a:lnTo>
                  <a:lnTo>
                    <a:pt x="369570" y="139573"/>
                  </a:lnTo>
                  <a:lnTo>
                    <a:pt x="370967" y="139573"/>
                  </a:lnTo>
                  <a:lnTo>
                    <a:pt x="404368" y="195199"/>
                  </a:lnTo>
                  <a:lnTo>
                    <a:pt x="431546" y="195199"/>
                  </a:lnTo>
                  <a:close/>
                </a:path>
                <a:path w="1087120" h="254000">
                  <a:moveTo>
                    <a:pt x="559816" y="175641"/>
                  </a:moveTo>
                  <a:lnTo>
                    <a:pt x="554863" y="175641"/>
                  </a:lnTo>
                  <a:lnTo>
                    <a:pt x="551561" y="174752"/>
                  </a:lnTo>
                  <a:lnTo>
                    <a:pt x="548513" y="170942"/>
                  </a:lnTo>
                  <a:lnTo>
                    <a:pt x="547878" y="167005"/>
                  </a:lnTo>
                  <a:lnTo>
                    <a:pt x="547878" y="137299"/>
                  </a:lnTo>
                  <a:lnTo>
                    <a:pt x="547878" y="117856"/>
                  </a:lnTo>
                  <a:lnTo>
                    <a:pt x="547878" y="105791"/>
                  </a:lnTo>
                  <a:lnTo>
                    <a:pt x="546989" y="97548"/>
                  </a:lnTo>
                  <a:lnTo>
                    <a:pt x="543966" y="83947"/>
                  </a:lnTo>
                  <a:lnTo>
                    <a:pt x="543814" y="83566"/>
                  </a:lnTo>
                  <a:lnTo>
                    <a:pt x="543572" y="83070"/>
                  </a:lnTo>
                  <a:lnTo>
                    <a:pt x="541274" y="78244"/>
                  </a:lnTo>
                  <a:lnTo>
                    <a:pt x="508635" y="61595"/>
                  </a:lnTo>
                  <a:lnTo>
                    <a:pt x="499618" y="61595"/>
                  </a:lnTo>
                  <a:lnTo>
                    <a:pt x="492061" y="61836"/>
                  </a:lnTo>
                  <a:lnTo>
                    <a:pt x="484009" y="62623"/>
                  </a:lnTo>
                  <a:lnTo>
                    <a:pt x="484352" y="62623"/>
                  </a:lnTo>
                  <a:lnTo>
                    <a:pt x="477913" y="63690"/>
                  </a:lnTo>
                  <a:lnTo>
                    <a:pt x="447421" y="74041"/>
                  </a:lnTo>
                  <a:lnTo>
                    <a:pt x="453263" y="91821"/>
                  </a:lnTo>
                  <a:lnTo>
                    <a:pt x="453390" y="92202"/>
                  </a:lnTo>
                  <a:lnTo>
                    <a:pt x="459740" y="90043"/>
                  </a:lnTo>
                  <a:lnTo>
                    <a:pt x="466344" y="87896"/>
                  </a:lnTo>
                  <a:lnTo>
                    <a:pt x="473329" y="85979"/>
                  </a:lnTo>
                  <a:lnTo>
                    <a:pt x="480314" y="83947"/>
                  </a:lnTo>
                  <a:lnTo>
                    <a:pt x="487172" y="83070"/>
                  </a:lnTo>
                  <a:lnTo>
                    <a:pt x="499745" y="83070"/>
                  </a:lnTo>
                  <a:lnTo>
                    <a:pt x="504444" y="83566"/>
                  </a:lnTo>
                  <a:lnTo>
                    <a:pt x="520700" y="98806"/>
                  </a:lnTo>
                  <a:lnTo>
                    <a:pt x="521589" y="102870"/>
                  </a:lnTo>
                  <a:lnTo>
                    <a:pt x="521970" y="107696"/>
                  </a:lnTo>
                  <a:lnTo>
                    <a:pt x="521970" y="117856"/>
                  </a:lnTo>
                  <a:lnTo>
                    <a:pt x="521970" y="138303"/>
                  </a:lnTo>
                  <a:lnTo>
                    <a:pt x="521970" y="164973"/>
                  </a:lnTo>
                  <a:lnTo>
                    <a:pt x="519442" y="167005"/>
                  </a:lnTo>
                  <a:lnTo>
                    <a:pt x="517804" y="168275"/>
                  </a:lnTo>
                  <a:lnTo>
                    <a:pt x="513207" y="170942"/>
                  </a:lnTo>
                  <a:lnTo>
                    <a:pt x="507619" y="173355"/>
                  </a:lnTo>
                  <a:lnTo>
                    <a:pt x="501904" y="175895"/>
                  </a:lnTo>
                  <a:lnTo>
                    <a:pt x="496189" y="177165"/>
                  </a:lnTo>
                  <a:lnTo>
                    <a:pt x="482092" y="177165"/>
                  </a:lnTo>
                  <a:lnTo>
                    <a:pt x="476808" y="175641"/>
                  </a:lnTo>
                  <a:lnTo>
                    <a:pt x="476491" y="175641"/>
                  </a:lnTo>
                  <a:lnTo>
                    <a:pt x="473202" y="172339"/>
                  </a:lnTo>
                  <a:lnTo>
                    <a:pt x="470027" y="169049"/>
                  </a:lnTo>
                  <a:lnTo>
                    <a:pt x="468376" y="163703"/>
                  </a:lnTo>
                  <a:lnTo>
                    <a:pt x="468376" y="149872"/>
                  </a:lnTo>
                  <a:lnTo>
                    <a:pt x="470281" y="145046"/>
                  </a:lnTo>
                  <a:lnTo>
                    <a:pt x="474091" y="141871"/>
                  </a:lnTo>
                  <a:lnTo>
                    <a:pt x="477901" y="138823"/>
                  </a:lnTo>
                  <a:lnTo>
                    <a:pt x="485140" y="137299"/>
                  </a:lnTo>
                  <a:lnTo>
                    <a:pt x="505841" y="137299"/>
                  </a:lnTo>
                  <a:lnTo>
                    <a:pt x="514731" y="137795"/>
                  </a:lnTo>
                  <a:lnTo>
                    <a:pt x="521970" y="138303"/>
                  </a:lnTo>
                  <a:lnTo>
                    <a:pt x="521970" y="117856"/>
                  </a:lnTo>
                  <a:lnTo>
                    <a:pt x="518922" y="117602"/>
                  </a:lnTo>
                  <a:lnTo>
                    <a:pt x="515366" y="117221"/>
                  </a:lnTo>
                  <a:lnTo>
                    <a:pt x="507238" y="116713"/>
                  </a:lnTo>
                  <a:lnTo>
                    <a:pt x="488365" y="116713"/>
                  </a:lnTo>
                  <a:lnTo>
                    <a:pt x="482473" y="117221"/>
                  </a:lnTo>
                  <a:lnTo>
                    <a:pt x="475742" y="118249"/>
                  </a:lnTo>
                  <a:lnTo>
                    <a:pt x="469011" y="119380"/>
                  </a:lnTo>
                  <a:lnTo>
                    <a:pt x="463042" y="121539"/>
                  </a:lnTo>
                  <a:lnTo>
                    <a:pt x="457962" y="124714"/>
                  </a:lnTo>
                  <a:lnTo>
                    <a:pt x="452755" y="127774"/>
                  </a:lnTo>
                  <a:lnTo>
                    <a:pt x="448691" y="131953"/>
                  </a:lnTo>
                  <a:lnTo>
                    <a:pt x="443103" y="142367"/>
                  </a:lnTo>
                  <a:lnTo>
                    <a:pt x="441579" y="149098"/>
                  </a:lnTo>
                  <a:lnTo>
                    <a:pt x="441693" y="163703"/>
                  </a:lnTo>
                  <a:lnTo>
                    <a:pt x="458774" y="193167"/>
                  </a:lnTo>
                  <a:lnTo>
                    <a:pt x="458927" y="193167"/>
                  </a:lnTo>
                  <a:lnTo>
                    <a:pt x="463931" y="195072"/>
                  </a:lnTo>
                  <a:lnTo>
                    <a:pt x="469392" y="197231"/>
                  </a:lnTo>
                  <a:lnTo>
                    <a:pt x="476123" y="198247"/>
                  </a:lnTo>
                  <a:lnTo>
                    <a:pt x="484124" y="198247"/>
                  </a:lnTo>
                  <a:lnTo>
                    <a:pt x="523303" y="186055"/>
                  </a:lnTo>
                  <a:lnTo>
                    <a:pt x="526542" y="181991"/>
                  </a:lnTo>
                  <a:lnTo>
                    <a:pt x="527558" y="186055"/>
                  </a:lnTo>
                  <a:lnTo>
                    <a:pt x="529971" y="189369"/>
                  </a:lnTo>
                  <a:lnTo>
                    <a:pt x="537235" y="195072"/>
                  </a:lnTo>
                  <a:lnTo>
                    <a:pt x="537603" y="195072"/>
                  </a:lnTo>
                  <a:lnTo>
                    <a:pt x="542417" y="196215"/>
                  </a:lnTo>
                  <a:lnTo>
                    <a:pt x="554482" y="196215"/>
                  </a:lnTo>
                  <a:lnTo>
                    <a:pt x="556641" y="195961"/>
                  </a:lnTo>
                  <a:lnTo>
                    <a:pt x="559396" y="195414"/>
                  </a:lnTo>
                  <a:lnTo>
                    <a:pt x="559816" y="195414"/>
                  </a:lnTo>
                  <a:lnTo>
                    <a:pt x="559816" y="181991"/>
                  </a:lnTo>
                  <a:lnTo>
                    <a:pt x="559816" y="177165"/>
                  </a:lnTo>
                  <a:lnTo>
                    <a:pt x="559816" y="175641"/>
                  </a:lnTo>
                  <a:close/>
                </a:path>
                <a:path w="1087120" h="254000">
                  <a:moveTo>
                    <a:pt x="757682" y="195199"/>
                  </a:moveTo>
                  <a:lnTo>
                    <a:pt x="757567" y="102616"/>
                  </a:lnTo>
                  <a:lnTo>
                    <a:pt x="757415" y="100596"/>
                  </a:lnTo>
                  <a:lnTo>
                    <a:pt x="757313" y="99199"/>
                  </a:lnTo>
                  <a:lnTo>
                    <a:pt x="757250" y="98298"/>
                  </a:lnTo>
                  <a:lnTo>
                    <a:pt x="757174" y="97155"/>
                  </a:lnTo>
                  <a:lnTo>
                    <a:pt x="755319" y="85852"/>
                  </a:lnTo>
                  <a:lnTo>
                    <a:pt x="755256" y="85471"/>
                  </a:lnTo>
                  <a:lnTo>
                    <a:pt x="755142" y="84721"/>
                  </a:lnTo>
                  <a:lnTo>
                    <a:pt x="754697" y="83566"/>
                  </a:lnTo>
                  <a:lnTo>
                    <a:pt x="731774" y="62852"/>
                  </a:lnTo>
                  <a:lnTo>
                    <a:pt x="732193" y="62852"/>
                  </a:lnTo>
                  <a:lnTo>
                    <a:pt x="724535" y="61595"/>
                  </a:lnTo>
                  <a:lnTo>
                    <a:pt x="716280" y="61595"/>
                  </a:lnTo>
                  <a:lnTo>
                    <a:pt x="708101" y="61976"/>
                  </a:lnTo>
                  <a:lnTo>
                    <a:pt x="709091" y="61976"/>
                  </a:lnTo>
                  <a:lnTo>
                    <a:pt x="703110" y="62852"/>
                  </a:lnTo>
                  <a:lnTo>
                    <a:pt x="696937" y="64439"/>
                  </a:lnTo>
                  <a:lnTo>
                    <a:pt x="691007" y="66675"/>
                  </a:lnTo>
                  <a:lnTo>
                    <a:pt x="686054" y="68072"/>
                  </a:lnTo>
                  <a:lnTo>
                    <a:pt x="681990" y="69596"/>
                  </a:lnTo>
                  <a:lnTo>
                    <a:pt x="679069" y="71374"/>
                  </a:lnTo>
                  <a:lnTo>
                    <a:pt x="676275" y="73025"/>
                  </a:lnTo>
                  <a:lnTo>
                    <a:pt x="674116" y="74549"/>
                  </a:lnTo>
                  <a:lnTo>
                    <a:pt x="672719" y="75819"/>
                  </a:lnTo>
                  <a:lnTo>
                    <a:pt x="672490" y="75069"/>
                  </a:lnTo>
                  <a:lnTo>
                    <a:pt x="672465" y="74930"/>
                  </a:lnTo>
                  <a:lnTo>
                    <a:pt x="669671" y="70624"/>
                  </a:lnTo>
                  <a:lnTo>
                    <a:pt x="665607" y="67322"/>
                  </a:lnTo>
                  <a:lnTo>
                    <a:pt x="654812" y="62852"/>
                  </a:lnTo>
                  <a:lnTo>
                    <a:pt x="655231" y="62852"/>
                  </a:lnTo>
                  <a:lnTo>
                    <a:pt x="647573" y="61595"/>
                  </a:lnTo>
                  <a:lnTo>
                    <a:pt x="639064" y="61595"/>
                  </a:lnTo>
                  <a:lnTo>
                    <a:pt x="632345" y="61976"/>
                  </a:lnTo>
                  <a:lnTo>
                    <a:pt x="625513" y="63106"/>
                  </a:lnTo>
                  <a:lnTo>
                    <a:pt x="618426" y="65024"/>
                  </a:lnTo>
                  <a:lnTo>
                    <a:pt x="605942" y="69596"/>
                  </a:lnTo>
                  <a:lnTo>
                    <a:pt x="606107" y="69596"/>
                  </a:lnTo>
                  <a:lnTo>
                    <a:pt x="602615" y="72021"/>
                  </a:lnTo>
                  <a:lnTo>
                    <a:pt x="600417" y="74930"/>
                  </a:lnTo>
                  <a:lnTo>
                    <a:pt x="600329" y="75069"/>
                  </a:lnTo>
                  <a:lnTo>
                    <a:pt x="600202" y="73025"/>
                  </a:lnTo>
                  <a:lnTo>
                    <a:pt x="600100" y="71374"/>
                  </a:lnTo>
                  <a:lnTo>
                    <a:pt x="599986" y="69596"/>
                  </a:lnTo>
                  <a:lnTo>
                    <a:pt x="599897" y="68072"/>
                  </a:lnTo>
                  <a:lnTo>
                    <a:pt x="599808" y="66675"/>
                  </a:lnTo>
                  <a:lnTo>
                    <a:pt x="599694" y="64643"/>
                  </a:lnTo>
                  <a:lnTo>
                    <a:pt x="575437" y="64643"/>
                  </a:lnTo>
                  <a:lnTo>
                    <a:pt x="576427" y="83566"/>
                  </a:lnTo>
                  <a:lnTo>
                    <a:pt x="576491" y="84721"/>
                  </a:lnTo>
                  <a:lnTo>
                    <a:pt x="576605" y="86741"/>
                  </a:lnTo>
                  <a:lnTo>
                    <a:pt x="576694" y="88392"/>
                  </a:lnTo>
                  <a:lnTo>
                    <a:pt x="576795" y="90424"/>
                  </a:lnTo>
                  <a:lnTo>
                    <a:pt x="576884" y="92075"/>
                  </a:lnTo>
                  <a:lnTo>
                    <a:pt x="576948" y="93345"/>
                  </a:lnTo>
                  <a:lnTo>
                    <a:pt x="577011" y="94488"/>
                  </a:lnTo>
                  <a:lnTo>
                    <a:pt x="577126" y="96647"/>
                  </a:lnTo>
                  <a:lnTo>
                    <a:pt x="577215" y="98298"/>
                  </a:lnTo>
                  <a:lnTo>
                    <a:pt x="577342" y="195199"/>
                  </a:lnTo>
                  <a:lnTo>
                    <a:pt x="603504" y="195199"/>
                  </a:lnTo>
                  <a:lnTo>
                    <a:pt x="603504" y="94488"/>
                  </a:lnTo>
                  <a:lnTo>
                    <a:pt x="604774" y="93345"/>
                  </a:lnTo>
                  <a:lnTo>
                    <a:pt x="606933" y="92075"/>
                  </a:lnTo>
                  <a:lnTo>
                    <a:pt x="609981" y="90424"/>
                  </a:lnTo>
                  <a:lnTo>
                    <a:pt x="617347" y="85852"/>
                  </a:lnTo>
                  <a:lnTo>
                    <a:pt x="625475" y="83566"/>
                  </a:lnTo>
                  <a:lnTo>
                    <a:pt x="638810" y="83566"/>
                  </a:lnTo>
                  <a:lnTo>
                    <a:pt x="642493" y="84201"/>
                  </a:lnTo>
                  <a:lnTo>
                    <a:pt x="645261" y="85852"/>
                  </a:lnTo>
                  <a:lnTo>
                    <a:pt x="647573" y="87122"/>
                  </a:lnTo>
                  <a:lnTo>
                    <a:pt x="648843" y="88392"/>
                  </a:lnTo>
                  <a:lnTo>
                    <a:pt x="649655" y="89281"/>
                  </a:lnTo>
                  <a:lnTo>
                    <a:pt x="651002" y="92075"/>
                  </a:lnTo>
                  <a:lnTo>
                    <a:pt x="652399" y="94869"/>
                  </a:lnTo>
                  <a:lnTo>
                    <a:pt x="653288" y="98298"/>
                  </a:lnTo>
                  <a:lnTo>
                    <a:pt x="654304" y="106680"/>
                  </a:lnTo>
                  <a:lnTo>
                    <a:pt x="654431" y="108966"/>
                  </a:lnTo>
                  <a:lnTo>
                    <a:pt x="654558" y="195199"/>
                  </a:lnTo>
                  <a:lnTo>
                    <a:pt x="680593" y="195199"/>
                  </a:lnTo>
                  <a:lnTo>
                    <a:pt x="680491" y="106680"/>
                  </a:lnTo>
                  <a:lnTo>
                    <a:pt x="680389" y="104140"/>
                  </a:lnTo>
                  <a:lnTo>
                    <a:pt x="680339" y="102616"/>
                  </a:lnTo>
                  <a:lnTo>
                    <a:pt x="680186" y="100596"/>
                  </a:lnTo>
                  <a:lnTo>
                    <a:pt x="680085" y="99199"/>
                  </a:lnTo>
                  <a:lnTo>
                    <a:pt x="679983" y="98298"/>
                  </a:lnTo>
                  <a:lnTo>
                    <a:pt x="679881" y="97155"/>
                  </a:lnTo>
                  <a:lnTo>
                    <a:pt x="679831" y="96647"/>
                  </a:lnTo>
                  <a:lnTo>
                    <a:pt x="679577" y="94869"/>
                  </a:lnTo>
                  <a:lnTo>
                    <a:pt x="681609" y="93599"/>
                  </a:lnTo>
                  <a:lnTo>
                    <a:pt x="707009" y="83566"/>
                  </a:lnTo>
                  <a:lnTo>
                    <a:pt x="715772" y="83566"/>
                  </a:lnTo>
                  <a:lnTo>
                    <a:pt x="719328" y="84201"/>
                  </a:lnTo>
                  <a:lnTo>
                    <a:pt x="722363" y="85852"/>
                  </a:lnTo>
                  <a:lnTo>
                    <a:pt x="724789" y="87122"/>
                  </a:lnTo>
                  <a:lnTo>
                    <a:pt x="732155" y="195199"/>
                  </a:lnTo>
                  <a:lnTo>
                    <a:pt x="757682" y="195199"/>
                  </a:lnTo>
                  <a:close/>
                </a:path>
                <a:path w="1087120" h="254000">
                  <a:moveTo>
                    <a:pt x="900176" y="127889"/>
                  </a:moveTo>
                  <a:lnTo>
                    <a:pt x="899337" y="112966"/>
                  </a:lnTo>
                  <a:lnTo>
                    <a:pt x="896937" y="100203"/>
                  </a:lnTo>
                  <a:lnTo>
                    <a:pt x="896874" y="99809"/>
                  </a:lnTo>
                  <a:lnTo>
                    <a:pt x="892771" y="88442"/>
                  </a:lnTo>
                  <a:lnTo>
                    <a:pt x="889584" y="83070"/>
                  </a:lnTo>
                  <a:lnTo>
                    <a:pt x="887095" y="78867"/>
                  </a:lnTo>
                  <a:lnTo>
                    <a:pt x="881697" y="73406"/>
                  </a:lnTo>
                  <a:lnTo>
                    <a:pt x="879665" y="71348"/>
                  </a:lnTo>
                  <a:lnTo>
                    <a:pt x="873252" y="67640"/>
                  </a:lnTo>
                  <a:lnTo>
                    <a:pt x="873252" y="121666"/>
                  </a:lnTo>
                  <a:lnTo>
                    <a:pt x="873252" y="127889"/>
                  </a:lnTo>
                  <a:lnTo>
                    <a:pt x="872642" y="140436"/>
                  </a:lnTo>
                  <a:lnTo>
                    <a:pt x="851573" y="174409"/>
                  </a:lnTo>
                  <a:lnTo>
                    <a:pt x="835406" y="177165"/>
                  </a:lnTo>
                  <a:lnTo>
                    <a:pt x="826516" y="177165"/>
                  </a:lnTo>
                  <a:lnTo>
                    <a:pt x="818769" y="175006"/>
                  </a:lnTo>
                  <a:lnTo>
                    <a:pt x="812292" y="170573"/>
                  </a:lnTo>
                  <a:lnTo>
                    <a:pt x="812292" y="93345"/>
                  </a:lnTo>
                  <a:lnTo>
                    <a:pt x="832866" y="83070"/>
                  </a:lnTo>
                  <a:lnTo>
                    <a:pt x="846582" y="83070"/>
                  </a:lnTo>
                  <a:lnTo>
                    <a:pt x="852043" y="84201"/>
                  </a:lnTo>
                  <a:lnTo>
                    <a:pt x="856234" y="86614"/>
                  </a:lnTo>
                  <a:lnTo>
                    <a:pt x="860412" y="88900"/>
                  </a:lnTo>
                  <a:lnTo>
                    <a:pt x="873252" y="121666"/>
                  </a:lnTo>
                  <a:lnTo>
                    <a:pt x="873252" y="67640"/>
                  </a:lnTo>
                  <a:lnTo>
                    <a:pt x="870331" y="65951"/>
                  </a:lnTo>
                  <a:lnTo>
                    <a:pt x="859091" y="62687"/>
                  </a:lnTo>
                  <a:lnTo>
                    <a:pt x="845947" y="61595"/>
                  </a:lnTo>
                  <a:lnTo>
                    <a:pt x="837057" y="61595"/>
                  </a:lnTo>
                  <a:lnTo>
                    <a:pt x="808609" y="73406"/>
                  </a:lnTo>
                  <a:lnTo>
                    <a:pt x="806704" y="64643"/>
                  </a:lnTo>
                  <a:lnTo>
                    <a:pt x="784225" y="64643"/>
                  </a:lnTo>
                  <a:lnTo>
                    <a:pt x="786130" y="99072"/>
                  </a:lnTo>
                  <a:lnTo>
                    <a:pt x="786130" y="253746"/>
                  </a:lnTo>
                  <a:lnTo>
                    <a:pt x="812292" y="250190"/>
                  </a:lnTo>
                  <a:lnTo>
                    <a:pt x="812292" y="192024"/>
                  </a:lnTo>
                  <a:lnTo>
                    <a:pt x="813435" y="193802"/>
                  </a:lnTo>
                  <a:lnTo>
                    <a:pt x="815721" y="195072"/>
                  </a:lnTo>
                  <a:lnTo>
                    <a:pt x="819277" y="195707"/>
                  </a:lnTo>
                  <a:lnTo>
                    <a:pt x="823976" y="197485"/>
                  </a:lnTo>
                  <a:lnTo>
                    <a:pt x="830072" y="198247"/>
                  </a:lnTo>
                  <a:lnTo>
                    <a:pt x="837425" y="198247"/>
                  </a:lnTo>
                  <a:lnTo>
                    <a:pt x="868375" y="192024"/>
                  </a:lnTo>
                  <a:lnTo>
                    <a:pt x="874014" y="189623"/>
                  </a:lnTo>
                  <a:lnTo>
                    <a:pt x="880491" y="184797"/>
                  </a:lnTo>
                  <a:lnTo>
                    <a:pt x="886561" y="177165"/>
                  </a:lnTo>
                  <a:lnTo>
                    <a:pt x="890524" y="172224"/>
                  </a:lnTo>
                  <a:lnTo>
                    <a:pt x="899934" y="135369"/>
                  </a:lnTo>
                  <a:lnTo>
                    <a:pt x="900176" y="127889"/>
                  </a:lnTo>
                  <a:close/>
                </a:path>
                <a:path w="1087120" h="254000">
                  <a:moveTo>
                    <a:pt x="960120" y="175641"/>
                  </a:moveTo>
                  <a:lnTo>
                    <a:pt x="954532" y="175641"/>
                  </a:lnTo>
                  <a:lnTo>
                    <a:pt x="951103" y="174879"/>
                  </a:lnTo>
                  <a:lnTo>
                    <a:pt x="949706" y="173228"/>
                  </a:lnTo>
                  <a:lnTo>
                    <a:pt x="948309" y="171704"/>
                  </a:lnTo>
                  <a:lnTo>
                    <a:pt x="947674" y="167398"/>
                  </a:lnTo>
                  <a:lnTo>
                    <a:pt x="947674" y="0"/>
                  </a:lnTo>
                  <a:lnTo>
                    <a:pt x="921766" y="3683"/>
                  </a:lnTo>
                  <a:lnTo>
                    <a:pt x="921766" y="160794"/>
                  </a:lnTo>
                  <a:lnTo>
                    <a:pt x="922070" y="167398"/>
                  </a:lnTo>
                  <a:lnTo>
                    <a:pt x="922147" y="168884"/>
                  </a:lnTo>
                  <a:lnTo>
                    <a:pt x="923099" y="174879"/>
                  </a:lnTo>
                  <a:lnTo>
                    <a:pt x="923226" y="175641"/>
                  </a:lnTo>
                  <a:lnTo>
                    <a:pt x="923290" y="176022"/>
                  </a:lnTo>
                  <a:lnTo>
                    <a:pt x="925195" y="182219"/>
                  </a:lnTo>
                  <a:lnTo>
                    <a:pt x="927862" y="187452"/>
                  </a:lnTo>
                  <a:lnTo>
                    <a:pt x="931926" y="193675"/>
                  </a:lnTo>
                  <a:lnTo>
                    <a:pt x="939419" y="196723"/>
                  </a:lnTo>
                  <a:lnTo>
                    <a:pt x="953706" y="196723"/>
                  </a:lnTo>
                  <a:lnTo>
                    <a:pt x="955802" y="196342"/>
                  </a:lnTo>
                  <a:lnTo>
                    <a:pt x="957072" y="196342"/>
                  </a:lnTo>
                  <a:lnTo>
                    <a:pt x="958469" y="195834"/>
                  </a:lnTo>
                  <a:lnTo>
                    <a:pt x="960120" y="195072"/>
                  </a:lnTo>
                  <a:lnTo>
                    <a:pt x="960120" y="175641"/>
                  </a:lnTo>
                  <a:close/>
                </a:path>
                <a:path w="1087120" h="254000">
                  <a:moveTo>
                    <a:pt x="1086612" y="117348"/>
                  </a:moveTo>
                  <a:lnTo>
                    <a:pt x="1086561" y="115697"/>
                  </a:lnTo>
                  <a:lnTo>
                    <a:pt x="1086027" y="108724"/>
                  </a:lnTo>
                  <a:lnTo>
                    <a:pt x="1085977" y="107950"/>
                  </a:lnTo>
                  <a:lnTo>
                    <a:pt x="1084580" y="100203"/>
                  </a:lnTo>
                  <a:lnTo>
                    <a:pt x="1083322" y="92722"/>
                  </a:lnTo>
                  <a:lnTo>
                    <a:pt x="1082344" y="90170"/>
                  </a:lnTo>
                  <a:lnTo>
                    <a:pt x="1080643" y="85852"/>
                  </a:lnTo>
                  <a:lnTo>
                    <a:pt x="1078166" y="82296"/>
                  </a:lnTo>
                  <a:lnTo>
                    <a:pt x="1072642" y="74295"/>
                  </a:lnTo>
                  <a:lnTo>
                    <a:pt x="1067181" y="69850"/>
                  </a:lnTo>
                  <a:lnTo>
                    <a:pt x="1060196" y="66548"/>
                  </a:lnTo>
                  <a:lnTo>
                    <a:pt x="1060069" y="66509"/>
                  </a:lnTo>
                  <a:lnTo>
                    <a:pt x="1060069" y="117348"/>
                  </a:lnTo>
                  <a:lnTo>
                    <a:pt x="999744" y="117348"/>
                  </a:lnTo>
                  <a:lnTo>
                    <a:pt x="1000010" y="116205"/>
                  </a:lnTo>
                  <a:lnTo>
                    <a:pt x="1000125" y="115697"/>
                  </a:lnTo>
                  <a:lnTo>
                    <a:pt x="1000277" y="113118"/>
                  </a:lnTo>
                  <a:lnTo>
                    <a:pt x="1000379" y="111645"/>
                  </a:lnTo>
                  <a:lnTo>
                    <a:pt x="1023620" y="82296"/>
                  </a:lnTo>
                  <a:lnTo>
                    <a:pt x="1041654" y="82296"/>
                  </a:lnTo>
                  <a:lnTo>
                    <a:pt x="1059853" y="113118"/>
                  </a:lnTo>
                  <a:lnTo>
                    <a:pt x="1059980" y="115697"/>
                  </a:lnTo>
                  <a:lnTo>
                    <a:pt x="1060069" y="66509"/>
                  </a:lnTo>
                  <a:lnTo>
                    <a:pt x="1033399" y="61595"/>
                  </a:lnTo>
                  <a:lnTo>
                    <a:pt x="1019060" y="62649"/>
                  </a:lnTo>
                  <a:lnTo>
                    <a:pt x="981557" y="87642"/>
                  </a:lnTo>
                  <a:lnTo>
                    <a:pt x="973201" y="129171"/>
                  </a:lnTo>
                  <a:lnTo>
                    <a:pt x="973391" y="137553"/>
                  </a:lnTo>
                  <a:lnTo>
                    <a:pt x="981837" y="175145"/>
                  </a:lnTo>
                  <a:lnTo>
                    <a:pt x="1018413" y="197205"/>
                  </a:lnTo>
                  <a:lnTo>
                    <a:pt x="1033907" y="198247"/>
                  </a:lnTo>
                  <a:lnTo>
                    <a:pt x="1038860" y="198247"/>
                  </a:lnTo>
                  <a:lnTo>
                    <a:pt x="1078484" y="188595"/>
                  </a:lnTo>
                  <a:lnTo>
                    <a:pt x="1084961" y="184531"/>
                  </a:lnTo>
                  <a:lnTo>
                    <a:pt x="1082116" y="176923"/>
                  </a:lnTo>
                  <a:lnTo>
                    <a:pt x="1078230" y="166497"/>
                  </a:lnTo>
                  <a:lnTo>
                    <a:pt x="1072515" y="169164"/>
                  </a:lnTo>
                  <a:lnTo>
                    <a:pt x="1066025" y="171704"/>
                  </a:lnTo>
                  <a:lnTo>
                    <a:pt x="1053338" y="175895"/>
                  </a:lnTo>
                  <a:lnTo>
                    <a:pt x="1045718" y="176923"/>
                  </a:lnTo>
                  <a:lnTo>
                    <a:pt x="1026922" y="176923"/>
                  </a:lnTo>
                  <a:lnTo>
                    <a:pt x="1000252" y="148221"/>
                  </a:lnTo>
                  <a:lnTo>
                    <a:pt x="999744" y="143129"/>
                  </a:lnTo>
                  <a:lnTo>
                    <a:pt x="999744" y="137795"/>
                  </a:lnTo>
                  <a:lnTo>
                    <a:pt x="1086612" y="137795"/>
                  </a:lnTo>
                  <a:lnTo>
                    <a:pt x="1086612" y="117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9654" y="614526"/>
            <a:ext cx="7757159" cy="304165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0">
                <a:latin typeface="Arial MT"/>
                <a:cs typeface="Arial MT"/>
              </a:rPr>
              <a:t>E.g.1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“A</a:t>
            </a:r>
            <a:r>
              <a:rPr dirty="0" sz="1600" spc="-130">
                <a:latin typeface="Arial MT"/>
                <a:cs typeface="Arial MT"/>
              </a:rPr>
              <a:t> risk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value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1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generally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accepted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because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it’s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below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acceptance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criteria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risks.”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E.g.</a:t>
            </a:r>
            <a:r>
              <a:rPr dirty="0" sz="1600" spc="-50">
                <a:latin typeface="Arial MT"/>
                <a:cs typeface="Arial MT"/>
              </a:rPr>
              <a:t> 2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“Encryption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algorithm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DES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sufficient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because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following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assumed:</a:t>
            </a:r>
            <a:endParaRPr sz="1600">
              <a:latin typeface="Arial MT"/>
              <a:cs typeface="Arial MT"/>
            </a:endParaRPr>
          </a:p>
          <a:p>
            <a:pPr lvl="2" marL="829944" indent="-193675">
              <a:lnSpc>
                <a:spcPct val="100000"/>
              </a:lnSpc>
              <a:spcBef>
                <a:spcPts val="385"/>
              </a:spcBef>
              <a:buAutoNum type="alphaLcParenR"/>
              <a:tabLst>
                <a:tab pos="829944" algn="l"/>
              </a:tabLst>
            </a:pPr>
            <a:r>
              <a:rPr dirty="0" sz="1600" spc="-145">
                <a:latin typeface="Arial MT"/>
                <a:cs typeface="Arial MT"/>
              </a:rPr>
              <a:t>Attacker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considered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not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Proficient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does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not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have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knowledge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exploit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DES</a:t>
            </a:r>
            <a:endParaRPr sz="1600">
              <a:latin typeface="Arial MT"/>
              <a:cs typeface="Arial MT"/>
            </a:endParaRPr>
          </a:p>
          <a:p>
            <a:pPr lvl="2" marL="839469" indent="-193675">
              <a:lnSpc>
                <a:spcPct val="100000"/>
              </a:lnSpc>
              <a:spcBef>
                <a:spcPts val="384"/>
              </a:spcBef>
              <a:buAutoNum type="alphaLcParenR"/>
              <a:tabLst>
                <a:tab pos="839469" algn="l"/>
              </a:tabLst>
            </a:pPr>
            <a:r>
              <a:rPr dirty="0" sz="1600" spc="-185">
                <a:latin typeface="Arial MT"/>
                <a:cs typeface="Arial MT"/>
              </a:rPr>
              <a:t>Window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opportunity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low:</a:t>
            </a:r>
            <a:r>
              <a:rPr dirty="0" sz="1600" spc="-1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Algorithm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needs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broken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during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drive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Bluetooth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range</a:t>
            </a:r>
            <a:endParaRPr sz="1600">
              <a:latin typeface="Arial MT"/>
              <a:cs typeface="Arial MT"/>
            </a:endParaRPr>
          </a:p>
          <a:p>
            <a:pPr lvl="2" marL="829944" indent="-183515">
              <a:lnSpc>
                <a:spcPct val="100000"/>
              </a:lnSpc>
              <a:spcBef>
                <a:spcPts val="380"/>
              </a:spcBef>
              <a:buAutoNum type="alphaLcParenR"/>
              <a:tabLst>
                <a:tab pos="829944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10">
                <a:latin typeface="Arial MT"/>
                <a:cs typeface="Arial MT"/>
              </a:rPr>
              <a:t>ECU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does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not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have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resources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handle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calculate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higher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sophisticated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algorithms</a:t>
            </a:r>
            <a:endParaRPr sz="1600">
              <a:latin typeface="Arial MT"/>
              <a:cs typeface="Arial MT"/>
            </a:endParaRPr>
          </a:p>
          <a:p>
            <a:pPr lvl="2" marL="836930" indent="-193675">
              <a:lnSpc>
                <a:spcPct val="100000"/>
              </a:lnSpc>
              <a:spcBef>
                <a:spcPts val="385"/>
              </a:spcBef>
              <a:buAutoNum type="alphaLcParenR"/>
              <a:tabLst>
                <a:tab pos="836930" algn="l"/>
              </a:tabLst>
            </a:pPr>
            <a:r>
              <a:rPr dirty="0" sz="1600" spc="-140">
                <a:latin typeface="Arial MT"/>
                <a:cs typeface="Arial MT"/>
              </a:rPr>
              <a:t>This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claim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re-</a:t>
            </a:r>
            <a:r>
              <a:rPr dirty="0" sz="1600" spc="-150">
                <a:latin typeface="Arial MT"/>
                <a:cs typeface="Arial MT"/>
              </a:rPr>
              <a:t>evaluated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once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year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654" y="4444136"/>
            <a:ext cx="9323705" cy="611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20100"/>
              </a:lnSpc>
              <a:spcBef>
                <a:spcPts val="1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0" b="1">
                <a:latin typeface="Arial"/>
                <a:cs typeface="Arial"/>
              </a:rPr>
              <a:t>Cybersecurity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spc="-160" b="1">
                <a:latin typeface="Arial"/>
                <a:cs typeface="Arial"/>
              </a:rPr>
              <a:t>claim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30" b="1">
                <a:latin typeface="Arial"/>
                <a:cs typeface="Arial"/>
              </a:rPr>
              <a:t>is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a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description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of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210" b="1">
                <a:latin typeface="Arial"/>
                <a:cs typeface="Arial"/>
              </a:rPr>
              <a:t>why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a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40" b="1">
                <a:latin typeface="Arial"/>
                <a:cs typeface="Arial"/>
              </a:rPr>
              <a:t>risk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35" b="1">
                <a:latin typeface="Arial"/>
                <a:cs typeface="Arial"/>
              </a:rPr>
              <a:t>is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55" b="1">
                <a:latin typeface="Arial"/>
                <a:cs typeface="Arial"/>
              </a:rPr>
              <a:t>acceptable,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155" b="1">
                <a:latin typeface="Arial"/>
                <a:cs typeface="Arial"/>
              </a:rPr>
              <a:t>including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a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specification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under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75" b="1">
                <a:latin typeface="Arial"/>
                <a:cs typeface="Arial"/>
              </a:rPr>
              <a:t>which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55" b="1">
                <a:latin typeface="Arial"/>
                <a:cs typeface="Arial"/>
              </a:rPr>
              <a:t>condition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the </a:t>
            </a:r>
            <a:r>
              <a:rPr dirty="0" sz="1600" spc="-140" b="1">
                <a:latin typeface="Arial"/>
                <a:cs typeface="Arial"/>
              </a:rPr>
              <a:t>risk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75" b="1">
                <a:latin typeface="Arial"/>
                <a:cs typeface="Arial"/>
              </a:rPr>
              <a:t>need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to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80" b="1">
                <a:latin typeface="Arial"/>
                <a:cs typeface="Arial"/>
              </a:rPr>
              <a:t>be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spc="-135" b="1">
                <a:latin typeface="Arial"/>
                <a:cs typeface="Arial"/>
              </a:rPr>
              <a:t>re-</a:t>
            </a:r>
            <a:r>
              <a:rPr dirty="0" sz="1600" spc="-50" b="1">
                <a:latin typeface="Arial"/>
                <a:cs typeface="Arial"/>
              </a:rPr>
              <a:t>evaluated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884" y="162305"/>
              <a:ext cx="3749484" cy="254000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1687067" y="2996120"/>
            <a:ext cx="2836545" cy="3019425"/>
            <a:chOff x="1687067" y="2996120"/>
            <a:chExt cx="2836545" cy="3019425"/>
          </a:xfrm>
        </p:grpSpPr>
        <p:sp>
          <p:nvSpPr>
            <p:cNvPr id="9" name="object 9" descr=""/>
            <p:cNvSpPr/>
            <p:nvPr/>
          </p:nvSpPr>
          <p:spPr>
            <a:xfrm>
              <a:off x="3226307" y="2997707"/>
              <a:ext cx="1295400" cy="431800"/>
            </a:xfrm>
            <a:custGeom>
              <a:avLst/>
              <a:gdLst/>
              <a:ahLst/>
              <a:cxnLst/>
              <a:rect l="l" t="t" r="r" b="b"/>
              <a:pathLst>
                <a:path w="1295400" h="431800">
                  <a:moveTo>
                    <a:pt x="0" y="71881"/>
                  </a:moveTo>
                  <a:lnTo>
                    <a:pt x="5641" y="43880"/>
                  </a:lnTo>
                  <a:lnTo>
                    <a:pt x="21034" y="21034"/>
                  </a:lnTo>
                  <a:lnTo>
                    <a:pt x="43880" y="5641"/>
                  </a:lnTo>
                  <a:lnTo>
                    <a:pt x="71881" y="0"/>
                  </a:lnTo>
                  <a:lnTo>
                    <a:pt x="1223518" y="0"/>
                  </a:lnTo>
                  <a:lnTo>
                    <a:pt x="1251519" y="5641"/>
                  </a:lnTo>
                  <a:lnTo>
                    <a:pt x="1274365" y="21034"/>
                  </a:lnTo>
                  <a:lnTo>
                    <a:pt x="1289758" y="43880"/>
                  </a:lnTo>
                  <a:lnTo>
                    <a:pt x="1295400" y="71881"/>
                  </a:lnTo>
                  <a:lnTo>
                    <a:pt x="1295400" y="359409"/>
                  </a:lnTo>
                  <a:lnTo>
                    <a:pt x="1289758" y="387411"/>
                  </a:lnTo>
                  <a:lnTo>
                    <a:pt x="1274365" y="410257"/>
                  </a:lnTo>
                  <a:lnTo>
                    <a:pt x="1251519" y="425650"/>
                  </a:lnTo>
                  <a:lnTo>
                    <a:pt x="1223518" y="431291"/>
                  </a:lnTo>
                  <a:lnTo>
                    <a:pt x="71881" y="431291"/>
                  </a:lnTo>
                  <a:lnTo>
                    <a:pt x="43880" y="425650"/>
                  </a:lnTo>
                  <a:lnTo>
                    <a:pt x="21034" y="410257"/>
                  </a:lnTo>
                  <a:lnTo>
                    <a:pt x="5641" y="387411"/>
                  </a:lnTo>
                  <a:lnTo>
                    <a:pt x="0" y="359409"/>
                  </a:lnTo>
                  <a:lnTo>
                    <a:pt x="0" y="71881"/>
                  </a:lnTo>
                  <a:close/>
                </a:path>
              </a:pathLst>
            </a:custGeom>
            <a:ln w="3175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87067" y="5439155"/>
              <a:ext cx="1295400" cy="576580"/>
            </a:xfrm>
            <a:custGeom>
              <a:avLst/>
              <a:gdLst/>
              <a:ahLst/>
              <a:cxnLst/>
              <a:rect l="l" t="t" r="r" b="b"/>
              <a:pathLst>
                <a:path w="1295400" h="576579">
                  <a:moveTo>
                    <a:pt x="1199388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30"/>
                  </a:lnTo>
                  <a:lnTo>
                    <a:pt x="28098" y="547949"/>
                  </a:lnTo>
                  <a:lnTo>
                    <a:pt x="58614" y="568526"/>
                  </a:lnTo>
                  <a:lnTo>
                    <a:pt x="96012" y="576072"/>
                  </a:lnTo>
                  <a:lnTo>
                    <a:pt x="1199388" y="576072"/>
                  </a:lnTo>
                  <a:lnTo>
                    <a:pt x="1236785" y="568526"/>
                  </a:lnTo>
                  <a:lnTo>
                    <a:pt x="1267301" y="547949"/>
                  </a:lnTo>
                  <a:lnTo>
                    <a:pt x="1287863" y="517430"/>
                  </a:lnTo>
                  <a:lnTo>
                    <a:pt x="1295400" y="480060"/>
                  </a:lnTo>
                  <a:lnTo>
                    <a:pt x="1295400" y="96012"/>
                  </a:lnTo>
                  <a:lnTo>
                    <a:pt x="1287863" y="58614"/>
                  </a:lnTo>
                  <a:lnTo>
                    <a:pt x="1267301" y="28098"/>
                  </a:lnTo>
                  <a:lnTo>
                    <a:pt x="1236785" y="7536"/>
                  </a:lnTo>
                  <a:lnTo>
                    <a:pt x="119938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939544" y="5529783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Arial MT"/>
                <a:cs typeface="Arial MT"/>
              </a:rPr>
              <a:t>Cybersecurity 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Claim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226307" y="3822191"/>
            <a:ext cx="1295400" cy="431800"/>
          </a:xfrm>
          <a:custGeom>
            <a:avLst/>
            <a:gdLst/>
            <a:ahLst/>
            <a:cxnLst/>
            <a:rect l="l" t="t" r="r" b="b"/>
            <a:pathLst>
              <a:path w="1295400" h="431800">
                <a:moveTo>
                  <a:pt x="0" y="71881"/>
                </a:moveTo>
                <a:lnTo>
                  <a:pt x="5641" y="43880"/>
                </a:lnTo>
                <a:lnTo>
                  <a:pt x="21034" y="21034"/>
                </a:lnTo>
                <a:lnTo>
                  <a:pt x="43880" y="5641"/>
                </a:lnTo>
                <a:lnTo>
                  <a:pt x="71881" y="0"/>
                </a:lnTo>
                <a:lnTo>
                  <a:pt x="1223518" y="0"/>
                </a:lnTo>
                <a:lnTo>
                  <a:pt x="1251519" y="5641"/>
                </a:lnTo>
                <a:lnTo>
                  <a:pt x="1274365" y="21034"/>
                </a:lnTo>
                <a:lnTo>
                  <a:pt x="1289758" y="43880"/>
                </a:lnTo>
                <a:lnTo>
                  <a:pt x="1295400" y="71881"/>
                </a:lnTo>
                <a:lnTo>
                  <a:pt x="1295400" y="359409"/>
                </a:lnTo>
                <a:lnTo>
                  <a:pt x="1289758" y="387411"/>
                </a:lnTo>
                <a:lnTo>
                  <a:pt x="1274365" y="410257"/>
                </a:lnTo>
                <a:lnTo>
                  <a:pt x="1251519" y="425650"/>
                </a:lnTo>
                <a:lnTo>
                  <a:pt x="1223518" y="431291"/>
                </a:lnTo>
                <a:lnTo>
                  <a:pt x="71881" y="431291"/>
                </a:lnTo>
                <a:lnTo>
                  <a:pt x="43880" y="425650"/>
                </a:lnTo>
                <a:lnTo>
                  <a:pt x="21034" y="410257"/>
                </a:lnTo>
                <a:lnTo>
                  <a:pt x="5641" y="387411"/>
                </a:lnTo>
                <a:lnTo>
                  <a:pt x="0" y="359409"/>
                </a:lnTo>
                <a:lnTo>
                  <a:pt x="0" y="71881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698494" y="3931666"/>
            <a:ext cx="349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5">
                <a:latin typeface="Arial MT"/>
                <a:cs typeface="Arial MT"/>
              </a:rPr>
              <a:t>TARA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226307" y="4646676"/>
            <a:ext cx="1295400" cy="433070"/>
          </a:xfrm>
          <a:custGeom>
            <a:avLst/>
            <a:gdLst/>
            <a:ahLst/>
            <a:cxnLst/>
            <a:rect l="l" t="t" r="r" b="b"/>
            <a:pathLst>
              <a:path w="1295400" h="433070">
                <a:moveTo>
                  <a:pt x="0" y="72136"/>
                </a:moveTo>
                <a:lnTo>
                  <a:pt x="5663" y="44041"/>
                </a:lnTo>
                <a:lnTo>
                  <a:pt x="21113" y="21113"/>
                </a:lnTo>
                <a:lnTo>
                  <a:pt x="44041" y="5663"/>
                </a:lnTo>
                <a:lnTo>
                  <a:pt x="72136" y="0"/>
                </a:lnTo>
                <a:lnTo>
                  <a:pt x="1223264" y="0"/>
                </a:lnTo>
                <a:lnTo>
                  <a:pt x="1251358" y="5663"/>
                </a:lnTo>
                <a:lnTo>
                  <a:pt x="1274286" y="21113"/>
                </a:lnTo>
                <a:lnTo>
                  <a:pt x="1289736" y="44041"/>
                </a:lnTo>
                <a:lnTo>
                  <a:pt x="1295400" y="72136"/>
                </a:lnTo>
                <a:lnTo>
                  <a:pt x="1295400" y="360680"/>
                </a:lnTo>
                <a:lnTo>
                  <a:pt x="1289736" y="388774"/>
                </a:lnTo>
                <a:lnTo>
                  <a:pt x="1274286" y="411702"/>
                </a:lnTo>
                <a:lnTo>
                  <a:pt x="1251358" y="427152"/>
                </a:lnTo>
                <a:lnTo>
                  <a:pt x="1223264" y="432816"/>
                </a:lnTo>
                <a:lnTo>
                  <a:pt x="72136" y="432816"/>
                </a:lnTo>
                <a:lnTo>
                  <a:pt x="44041" y="427152"/>
                </a:lnTo>
                <a:lnTo>
                  <a:pt x="21113" y="411702"/>
                </a:lnTo>
                <a:lnTo>
                  <a:pt x="5663" y="388774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440684" y="4756784"/>
            <a:ext cx="866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latin typeface="Arial MT"/>
                <a:cs typeface="Arial MT"/>
              </a:rPr>
              <a:t>Risk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treatment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710684" y="5439155"/>
            <a:ext cx="1297305" cy="576580"/>
          </a:xfrm>
          <a:custGeom>
            <a:avLst/>
            <a:gdLst/>
            <a:ahLst/>
            <a:cxnLst/>
            <a:rect l="l" t="t" r="r" b="b"/>
            <a:pathLst>
              <a:path w="1297304" h="576579">
                <a:moveTo>
                  <a:pt x="0" y="96012"/>
                </a:moveTo>
                <a:lnTo>
                  <a:pt x="7536" y="58614"/>
                </a:lnTo>
                <a:lnTo>
                  <a:pt x="28098" y="28098"/>
                </a:lnTo>
                <a:lnTo>
                  <a:pt x="58614" y="7536"/>
                </a:lnTo>
                <a:lnTo>
                  <a:pt x="96012" y="0"/>
                </a:lnTo>
                <a:lnTo>
                  <a:pt x="1200912" y="0"/>
                </a:lnTo>
                <a:lnTo>
                  <a:pt x="1238309" y="7536"/>
                </a:lnTo>
                <a:lnTo>
                  <a:pt x="1268825" y="28098"/>
                </a:lnTo>
                <a:lnTo>
                  <a:pt x="1289387" y="58614"/>
                </a:lnTo>
                <a:lnTo>
                  <a:pt x="1296924" y="96012"/>
                </a:lnTo>
                <a:lnTo>
                  <a:pt x="1296924" y="480060"/>
                </a:lnTo>
                <a:lnTo>
                  <a:pt x="1289387" y="517430"/>
                </a:lnTo>
                <a:lnTo>
                  <a:pt x="1268825" y="547949"/>
                </a:lnTo>
                <a:lnTo>
                  <a:pt x="1238309" y="568526"/>
                </a:lnTo>
                <a:lnTo>
                  <a:pt x="1200912" y="576072"/>
                </a:lnTo>
                <a:lnTo>
                  <a:pt x="96012" y="576072"/>
                </a:lnTo>
                <a:lnTo>
                  <a:pt x="58614" y="568526"/>
                </a:lnTo>
                <a:lnTo>
                  <a:pt x="28098" y="547949"/>
                </a:lnTo>
                <a:lnTo>
                  <a:pt x="7536" y="517430"/>
                </a:lnTo>
                <a:lnTo>
                  <a:pt x="0" y="480060"/>
                </a:lnTo>
                <a:lnTo>
                  <a:pt x="0" y="96012"/>
                </a:lnTo>
                <a:close/>
              </a:path>
            </a:pathLst>
          </a:custGeom>
          <a:ln w="3175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964429" y="5529783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20">
                <a:latin typeface="Arial MT"/>
                <a:cs typeface="Arial MT"/>
              </a:rPr>
              <a:t>Goal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960620" y="2709671"/>
            <a:ext cx="398145" cy="398145"/>
          </a:xfrm>
          <a:custGeom>
            <a:avLst/>
            <a:gdLst/>
            <a:ahLst/>
            <a:cxnLst/>
            <a:rect l="l" t="t" r="r" b="b"/>
            <a:pathLst>
              <a:path w="398145" h="398144">
                <a:moveTo>
                  <a:pt x="44450" y="241300"/>
                </a:moveTo>
                <a:lnTo>
                  <a:pt x="31750" y="241300"/>
                </a:lnTo>
                <a:lnTo>
                  <a:pt x="31750" y="279400"/>
                </a:lnTo>
                <a:lnTo>
                  <a:pt x="44450" y="279400"/>
                </a:lnTo>
                <a:lnTo>
                  <a:pt x="44450" y="241300"/>
                </a:lnTo>
                <a:close/>
              </a:path>
              <a:path w="398145" h="398144">
                <a:moveTo>
                  <a:pt x="44450" y="190500"/>
                </a:moveTo>
                <a:lnTo>
                  <a:pt x="31750" y="190500"/>
                </a:lnTo>
                <a:lnTo>
                  <a:pt x="31750" y="228600"/>
                </a:lnTo>
                <a:lnTo>
                  <a:pt x="44450" y="228600"/>
                </a:lnTo>
                <a:lnTo>
                  <a:pt x="44450" y="190500"/>
                </a:lnTo>
                <a:close/>
              </a:path>
              <a:path w="398145" h="398144">
                <a:moveTo>
                  <a:pt x="44450" y="139700"/>
                </a:moveTo>
                <a:lnTo>
                  <a:pt x="31750" y="139700"/>
                </a:lnTo>
                <a:lnTo>
                  <a:pt x="31750" y="177800"/>
                </a:lnTo>
                <a:lnTo>
                  <a:pt x="44450" y="177800"/>
                </a:lnTo>
                <a:lnTo>
                  <a:pt x="44450" y="139700"/>
                </a:lnTo>
                <a:close/>
              </a:path>
              <a:path w="398145" h="398144">
                <a:moveTo>
                  <a:pt x="44450" y="88900"/>
                </a:moveTo>
                <a:lnTo>
                  <a:pt x="31750" y="88900"/>
                </a:lnTo>
                <a:lnTo>
                  <a:pt x="31750" y="127000"/>
                </a:lnTo>
                <a:lnTo>
                  <a:pt x="44450" y="127000"/>
                </a:lnTo>
                <a:lnTo>
                  <a:pt x="44450" y="88900"/>
                </a:lnTo>
                <a:close/>
              </a:path>
              <a:path w="398145" h="398144">
                <a:moveTo>
                  <a:pt x="76200" y="321945"/>
                </a:moveTo>
                <a:lnTo>
                  <a:pt x="44450" y="321945"/>
                </a:lnTo>
                <a:lnTo>
                  <a:pt x="44450" y="292100"/>
                </a:lnTo>
                <a:lnTo>
                  <a:pt x="31750" y="292100"/>
                </a:lnTo>
                <a:lnTo>
                  <a:pt x="31750" y="321945"/>
                </a:lnTo>
                <a:lnTo>
                  <a:pt x="0" y="321945"/>
                </a:lnTo>
                <a:lnTo>
                  <a:pt x="38100" y="398145"/>
                </a:lnTo>
                <a:lnTo>
                  <a:pt x="72072" y="330200"/>
                </a:lnTo>
                <a:lnTo>
                  <a:pt x="76200" y="321945"/>
                </a:lnTo>
                <a:close/>
              </a:path>
              <a:path w="398145" h="398144">
                <a:moveTo>
                  <a:pt x="76200" y="31750"/>
                </a:moveTo>
                <a:lnTo>
                  <a:pt x="38100" y="31750"/>
                </a:lnTo>
                <a:lnTo>
                  <a:pt x="38100" y="38100"/>
                </a:lnTo>
                <a:lnTo>
                  <a:pt x="31750" y="38100"/>
                </a:lnTo>
                <a:lnTo>
                  <a:pt x="31750" y="76200"/>
                </a:lnTo>
                <a:lnTo>
                  <a:pt x="44450" y="76200"/>
                </a:lnTo>
                <a:lnTo>
                  <a:pt x="4445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398145" h="398144">
                <a:moveTo>
                  <a:pt x="127000" y="31750"/>
                </a:moveTo>
                <a:lnTo>
                  <a:pt x="88900" y="31750"/>
                </a:lnTo>
                <a:lnTo>
                  <a:pt x="88900" y="44450"/>
                </a:lnTo>
                <a:lnTo>
                  <a:pt x="127000" y="44450"/>
                </a:lnTo>
                <a:lnTo>
                  <a:pt x="127000" y="31750"/>
                </a:lnTo>
                <a:close/>
              </a:path>
              <a:path w="398145" h="398144">
                <a:moveTo>
                  <a:pt x="177800" y="31750"/>
                </a:moveTo>
                <a:lnTo>
                  <a:pt x="139700" y="31750"/>
                </a:lnTo>
                <a:lnTo>
                  <a:pt x="139700" y="44450"/>
                </a:lnTo>
                <a:lnTo>
                  <a:pt x="177800" y="44450"/>
                </a:lnTo>
                <a:lnTo>
                  <a:pt x="177800" y="31750"/>
                </a:lnTo>
                <a:close/>
              </a:path>
              <a:path w="398145" h="398144">
                <a:moveTo>
                  <a:pt x="228600" y="31750"/>
                </a:moveTo>
                <a:lnTo>
                  <a:pt x="190500" y="31750"/>
                </a:lnTo>
                <a:lnTo>
                  <a:pt x="19050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98145" h="398144">
                <a:moveTo>
                  <a:pt x="2794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79400" y="44450"/>
                </a:lnTo>
                <a:lnTo>
                  <a:pt x="279400" y="31750"/>
                </a:lnTo>
                <a:close/>
              </a:path>
              <a:path w="398145" h="398144">
                <a:moveTo>
                  <a:pt x="398145" y="38100"/>
                </a:moveTo>
                <a:lnTo>
                  <a:pt x="385445" y="31750"/>
                </a:lnTo>
                <a:lnTo>
                  <a:pt x="321945" y="0"/>
                </a:lnTo>
                <a:lnTo>
                  <a:pt x="321945" y="31750"/>
                </a:lnTo>
                <a:lnTo>
                  <a:pt x="292100" y="31750"/>
                </a:lnTo>
                <a:lnTo>
                  <a:pt x="292100" y="44450"/>
                </a:lnTo>
                <a:lnTo>
                  <a:pt x="321945" y="44450"/>
                </a:lnTo>
                <a:lnTo>
                  <a:pt x="321945" y="76200"/>
                </a:lnTo>
                <a:lnTo>
                  <a:pt x="385445" y="44450"/>
                </a:lnTo>
                <a:lnTo>
                  <a:pt x="39814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9654" y="614526"/>
            <a:ext cx="7225030" cy="270065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0">
                <a:latin typeface="Arial MT"/>
                <a:cs typeface="Arial MT"/>
              </a:rPr>
              <a:t>Assigned/qualified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person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performs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verification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goals/claims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through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review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Are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meaningful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aligned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item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definition?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0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treatment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decision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aligned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results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210">
                <a:latin typeface="Arial MT"/>
                <a:cs typeface="Arial MT"/>
              </a:rPr>
              <a:t>TARA?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this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consistent?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95">
                <a:latin typeface="Arial MT"/>
                <a:cs typeface="Arial MT"/>
              </a:rPr>
              <a:t>Do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claims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address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treatment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decision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adequately?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Are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conflict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between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claims?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600">
              <a:latin typeface="Arial MT"/>
              <a:cs typeface="Arial MT"/>
            </a:endParaRPr>
          </a:p>
          <a:p>
            <a:pPr algn="r" marR="1411605">
              <a:lnSpc>
                <a:spcPct val="100000"/>
              </a:lnSpc>
            </a:pPr>
            <a:r>
              <a:rPr dirty="0" sz="1200" spc="-135">
                <a:latin typeface="Arial MT"/>
                <a:cs typeface="Arial MT"/>
              </a:rPr>
              <a:t>=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Verification</a:t>
            </a:r>
            <a:endParaRPr sz="1200">
              <a:latin typeface="Arial MT"/>
              <a:cs typeface="Arial MT"/>
            </a:endParaRPr>
          </a:p>
          <a:p>
            <a:pPr algn="ctr" marL="360045">
              <a:lnSpc>
                <a:spcPct val="100000"/>
              </a:lnSpc>
              <a:spcBef>
                <a:spcPts val="1140"/>
              </a:spcBef>
            </a:pPr>
            <a:r>
              <a:rPr dirty="0" sz="1200" spc="-110">
                <a:latin typeface="Arial MT"/>
                <a:cs typeface="Arial MT"/>
              </a:rPr>
              <a:t>Item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definition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2283079" y="3160902"/>
            <a:ext cx="3632200" cy="3083560"/>
          </a:xfrm>
          <a:custGeom>
            <a:avLst/>
            <a:gdLst/>
            <a:ahLst/>
            <a:cxnLst/>
            <a:rect l="l" t="t" r="r" b="b"/>
            <a:pathLst>
              <a:path w="3632200" h="3083560">
                <a:moveTo>
                  <a:pt x="58039" y="2176780"/>
                </a:moveTo>
                <a:lnTo>
                  <a:pt x="45339" y="2176780"/>
                </a:lnTo>
                <a:lnTo>
                  <a:pt x="45339" y="2214880"/>
                </a:lnTo>
                <a:lnTo>
                  <a:pt x="58039" y="2214880"/>
                </a:lnTo>
                <a:lnTo>
                  <a:pt x="58039" y="2176780"/>
                </a:lnTo>
                <a:close/>
              </a:path>
              <a:path w="3632200" h="3083560">
                <a:moveTo>
                  <a:pt x="58039" y="2125980"/>
                </a:moveTo>
                <a:lnTo>
                  <a:pt x="45339" y="2125980"/>
                </a:lnTo>
                <a:lnTo>
                  <a:pt x="45339" y="2164080"/>
                </a:lnTo>
                <a:lnTo>
                  <a:pt x="58039" y="2164080"/>
                </a:lnTo>
                <a:lnTo>
                  <a:pt x="58039" y="2125980"/>
                </a:lnTo>
                <a:close/>
              </a:path>
              <a:path w="3632200" h="3083560">
                <a:moveTo>
                  <a:pt x="58039" y="2075180"/>
                </a:moveTo>
                <a:lnTo>
                  <a:pt x="45339" y="2075180"/>
                </a:lnTo>
                <a:lnTo>
                  <a:pt x="45339" y="2113280"/>
                </a:lnTo>
                <a:lnTo>
                  <a:pt x="58039" y="2113280"/>
                </a:lnTo>
                <a:lnTo>
                  <a:pt x="58039" y="2075180"/>
                </a:lnTo>
                <a:close/>
              </a:path>
              <a:path w="3632200" h="3083560">
                <a:moveTo>
                  <a:pt x="58039" y="2024380"/>
                </a:moveTo>
                <a:lnTo>
                  <a:pt x="45339" y="2024380"/>
                </a:lnTo>
                <a:lnTo>
                  <a:pt x="45339" y="2062480"/>
                </a:lnTo>
                <a:lnTo>
                  <a:pt x="58039" y="2062480"/>
                </a:lnTo>
                <a:lnTo>
                  <a:pt x="58039" y="2024380"/>
                </a:lnTo>
                <a:close/>
              </a:path>
              <a:path w="3632200" h="3083560">
                <a:moveTo>
                  <a:pt x="58039" y="1973580"/>
                </a:moveTo>
                <a:lnTo>
                  <a:pt x="45339" y="1973580"/>
                </a:lnTo>
                <a:lnTo>
                  <a:pt x="45339" y="2011680"/>
                </a:lnTo>
                <a:lnTo>
                  <a:pt x="58039" y="2011680"/>
                </a:lnTo>
                <a:lnTo>
                  <a:pt x="58039" y="1973580"/>
                </a:lnTo>
                <a:close/>
              </a:path>
              <a:path w="3632200" h="3083560">
                <a:moveTo>
                  <a:pt x="58039" y="1922780"/>
                </a:moveTo>
                <a:lnTo>
                  <a:pt x="45339" y="1922780"/>
                </a:lnTo>
                <a:lnTo>
                  <a:pt x="45339" y="1960880"/>
                </a:lnTo>
                <a:lnTo>
                  <a:pt x="58039" y="1960880"/>
                </a:lnTo>
                <a:lnTo>
                  <a:pt x="58039" y="1922780"/>
                </a:lnTo>
                <a:close/>
              </a:path>
              <a:path w="3632200" h="3083560">
                <a:moveTo>
                  <a:pt x="58039" y="1871980"/>
                </a:moveTo>
                <a:lnTo>
                  <a:pt x="45339" y="1871980"/>
                </a:lnTo>
                <a:lnTo>
                  <a:pt x="45339" y="1910080"/>
                </a:lnTo>
                <a:lnTo>
                  <a:pt x="58039" y="1910080"/>
                </a:lnTo>
                <a:lnTo>
                  <a:pt x="58039" y="1871980"/>
                </a:lnTo>
                <a:close/>
              </a:path>
              <a:path w="3632200" h="3083560">
                <a:moveTo>
                  <a:pt x="58039" y="1821180"/>
                </a:moveTo>
                <a:lnTo>
                  <a:pt x="45339" y="1821180"/>
                </a:lnTo>
                <a:lnTo>
                  <a:pt x="45339" y="1859280"/>
                </a:lnTo>
                <a:lnTo>
                  <a:pt x="58039" y="1859280"/>
                </a:lnTo>
                <a:lnTo>
                  <a:pt x="58039" y="1821180"/>
                </a:lnTo>
                <a:close/>
              </a:path>
              <a:path w="3632200" h="3083560">
                <a:moveTo>
                  <a:pt x="58039" y="1770380"/>
                </a:moveTo>
                <a:lnTo>
                  <a:pt x="45339" y="1770380"/>
                </a:lnTo>
                <a:lnTo>
                  <a:pt x="45339" y="1808480"/>
                </a:lnTo>
                <a:lnTo>
                  <a:pt x="58039" y="1808480"/>
                </a:lnTo>
                <a:lnTo>
                  <a:pt x="58039" y="1770380"/>
                </a:lnTo>
                <a:close/>
              </a:path>
              <a:path w="3632200" h="3083560">
                <a:moveTo>
                  <a:pt x="58039" y="1719580"/>
                </a:moveTo>
                <a:lnTo>
                  <a:pt x="45339" y="1719580"/>
                </a:lnTo>
                <a:lnTo>
                  <a:pt x="45339" y="1757680"/>
                </a:lnTo>
                <a:lnTo>
                  <a:pt x="58039" y="1757680"/>
                </a:lnTo>
                <a:lnTo>
                  <a:pt x="58039" y="1719580"/>
                </a:lnTo>
                <a:close/>
              </a:path>
              <a:path w="3632200" h="3083560">
                <a:moveTo>
                  <a:pt x="64135" y="3013202"/>
                </a:moveTo>
                <a:lnTo>
                  <a:pt x="51435" y="3013202"/>
                </a:lnTo>
                <a:lnTo>
                  <a:pt x="51435" y="3051302"/>
                </a:lnTo>
                <a:lnTo>
                  <a:pt x="64135" y="3051302"/>
                </a:lnTo>
                <a:lnTo>
                  <a:pt x="64135" y="3013202"/>
                </a:lnTo>
                <a:close/>
              </a:path>
              <a:path w="3632200" h="3083560">
                <a:moveTo>
                  <a:pt x="64135" y="2962402"/>
                </a:moveTo>
                <a:lnTo>
                  <a:pt x="51435" y="2962402"/>
                </a:lnTo>
                <a:lnTo>
                  <a:pt x="51435" y="3000502"/>
                </a:lnTo>
                <a:lnTo>
                  <a:pt x="64135" y="3000502"/>
                </a:lnTo>
                <a:lnTo>
                  <a:pt x="64135" y="2962402"/>
                </a:lnTo>
                <a:close/>
              </a:path>
              <a:path w="3632200" h="3083560">
                <a:moveTo>
                  <a:pt x="64135" y="2911602"/>
                </a:moveTo>
                <a:lnTo>
                  <a:pt x="51435" y="2911602"/>
                </a:lnTo>
                <a:lnTo>
                  <a:pt x="51435" y="2949702"/>
                </a:lnTo>
                <a:lnTo>
                  <a:pt x="64135" y="2949702"/>
                </a:lnTo>
                <a:lnTo>
                  <a:pt x="64135" y="2911602"/>
                </a:lnTo>
                <a:close/>
              </a:path>
              <a:path w="3632200" h="3083560">
                <a:moveTo>
                  <a:pt x="83058" y="3070479"/>
                </a:moveTo>
                <a:lnTo>
                  <a:pt x="64135" y="3070479"/>
                </a:lnTo>
                <a:lnTo>
                  <a:pt x="64135" y="3064002"/>
                </a:lnTo>
                <a:lnTo>
                  <a:pt x="51435" y="3064002"/>
                </a:lnTo>
                <a:lnTo>
                  <a:pt x="51435" y="3080334"/>
                </a:lnTo>
                <a:lnTo>
                  <a:pt x="54229" y="3083179"/>
                </a:lnTo>
                <a:lnTo>
                  <a:pt x="83058" y="3083179"/>
                </a:lnTo>
                <a:lnTo>
                  <a:pt x="83058" y="3076829"/>
                </a:lnTo>
                <a:lnTo>
                  <a:pt x="83058" y="3070479"/>
                </a:lnTo>
                <a:close/>
              </a:path>
              <a:path w="3632200" h="3083560">
                <a:moveTo>
                  <a:pt x="85090" y="1695831"/>
                </a:moveTo>
                <a:lnTo>
                  <a:pt x="48133" y="1695831"/>
                </a:lnTo>
                <a:lnTo>
                  <a:pt x="45339" y="1698625"/>
                </a:lnTo>
                <a:lnTo>
                  <a:pt x="45339" y="1706880"/>
                </a:lnTo>
                <a:lnTo>
                  <a:pt x="53340" y="1706880"/>
                </a:lnTo>
                <a:lnTo>
                  <a:pt x="51689" y="1708531"/>
                </a:lnTo>
                <a:lnTo>
                  <a:pt x="85090" y="1708531"/>
                </a:lnTo>
                <a:lnTo>
                  <a:pt x="85090" y="1706880"/>
                </a:lnTo>
                <a:lnTo>
                  <a:pt x="85090" y="1702181"/>
                </a:lnTo>
                <a:lnTo>
                  <a:pt x="85090" y="1695831"/>
                </a:lnTo>
                <a:close/>
              </a:path>
              <a:path w="3632200" h="3083560">
                <a:moveTo>
                  <a:pt x="103378" y="2189607"/>
                </a:moveTo>
                <a:lnTo>
                  <a:pt x="102362" y="2185797"/>
                </a:lnTo>
                <a:lnTo>
                  <a:pt x="96266" y="2182241"/>
                </a:lnTo>
                <a:lnTo>
                  <a:pt x="92456" y="2183257"/>
                </a:lnTo>
                <a:lnTo>
                  <a:pt x="58039" y="2242261"/>
                </a:lnTo>
                <a:lnTo>
                  <a:pt x="58039" y="2227580"/>
                </a:lnTo>
                <a:lnTo>
                  <a:pt x="45339" y="2227580"/>
                </a:lnTo>
                <a:lnTo>
                  <a:pt x="45339" y="2242261"/>
                </a:lnTo>
                <a:lnTo>
                  <a:pt x="10922" y="2183257"/>
                </a:lnTo>
                <a:lnTo>
                  <a:pt x="7112" y="2182241"/>
                </a:lnTo>
                <a:lnTo>
                  <a:pt x="1016" y="2185797"/>
                </a:lnTo>
                <a:lnTo>
                  <a:pt x="0" y="2189607"/>
                </a:lnTo>
                <a:lnTo>
                  <a:pt x="51689" y="2278253"/>
                </a:lnTo>
                <a:lnTo>
                  <a:pt x="59016" y="2265680"/>
                </a:lnTo>
                <a:lnTo>
                  <a:pt x="103378" y="2189607"/>
                </a:lnTo>
                <a:close/>
              </a:path>
              <a:path w="3632200" h="3083560">
                <a:moveTo>
                  <a:pt x="109474" y="2936837"/>
                </a:moveTo>
                <a:lnTo>
                  <a:pt x="65125" y="2860802"/>
                </a:lnTo>
                <a:lnTo>
                  <a:pt x="57785" y="2848203"/>
                </a:lnTo>
                <a:lnTo>
                  <a:pt x="6096" y="2936837"/>
                </a:lnTo>
                <a:lnTo>
                  <a:pt x="7112" y="2940723"/>
                </a:lnTo>
                <a:lnTo>
                  <a:pt x="13208" y="2944253"/>
                </a:lnTo>
                <a:lnTo>
                  <a:pt x="17018" y="2943225"/>
                </a:lnTo>
                <a:lnTo>
                  <a:pt x="51435" y="2884246"/>
                </a:lnTo>
                <a:lnTo>
                  <a:pt x="51435" y="2898902"/>
                </a:lnTo>
                <a:lnTo>
                  <a:pt x="64135" y="2898902"/>
                </a:lnTo>
                <a:lnTo>
                  <a:pt x="64135" y="2884246"/>
                </a:lnTo>
                <a:lnTo>
                  <a:pt x="98552" y="2943225"/>
                </a:lnTo>
                <a:lnTo>
                  <a:pt x="102362" y="2944253"/>
                </a:lnTo>
                <a:lnTo>
                  <a:pt x="108458" y="2940723"/>
                </a:lnTo>
                <a:lnTo>
                  <a:pt x="109474" y="2936837"/>
                </a:lnTo>
                <a:close/>
              </a:path>
              <a:path w="3632200" h="3083560">
                <a:moveTo>
                  <a:pt x="133858" y="3070479"/>
                </a:moveTo>
                <a:lnTo>
                  <a:pt x="95758" y="3070479"/>
                </a:lnTo>
                <a:lnTo>
                  <a:pt x="95758" y="3083179"/>
                </a:lnTo>
                <a:lnTo>
                  <a:pt x="133858" y="3083179"/>
                </a:lnTo>
                <a:lnTo>
                  <a:pt x="133858" y="3070479"/>
                </a:lnTo>
                <a:close/>
              </a:path>
              <a:path w="3632200" h="3083560">
                <a:moveTo>
                  <a:pt x="135890" y="1695831"/>
                </a:moveTo>
                <a:lnTo>
                  <a:pt x="97790" y="1695831"/>
                </a:lnTo>
                <a:lnTo>
                  <a:pt x="97790" y="1708531"/>
                </a:lnTo>
                <a:lnTo>
                  <a:pt x="135890" y="1708531"/>
                </a:lnTo>
                <a:lnTo>
                  <a:pt x="135890" y="1695831"/>
                </a:lnTo>
                <a:close/>
              </a:path>
              <a:path w="3632200" h="3083560">
                <a:moveTo>
                  <a:pt x="184658" y="3070479"/>
                </a:moveTo>
                <a:lnTo>
                  <a:pt x="146558" y="3070479"/>
                </a:lnTo>
                <a:lnTo>
                  <a:pt x="146558" y="3083179"/>
                </a:lnTo>
                <a:lnTo>
                  <a:pt x="184658" y="3083179"/>
                </a:lnTo>
                <a:lnTo>
                  <a:pt x="184658" y="3070479"/>
                </a:lnTo>
                <a:close/>
              </a:path>
              <a:path w="3632200" h="3083560">
                <a:moveTo>
                  <a:pt x="186690" y="1695831"/>
                </a:moveTo>
                <a:lnTo>
                  <a:pt x="148590" y="1695831"/>
                </a:lnTo>
                <a:lnTo>
                  <a:pt x="148590" y="1708531"/>
                </a:lnTo>
                <a:lnTo>
                  <a:pt x="186690" y="1708531"/>
                </a:lnTo>
                <a:lnTo>
                  <a:pt x="186690" y="1695831"/>
                </a:lnTo>
                <a:close/>
              </a:path>
              <a:path w="3632200" h="3083560">
                <a:moveTo>
                  <a:pt x="235458" y="3070479"/>
                </a:moveTo>
                <a:lnTo>
                  <a:pt x="197358" y="3070479"/>
                </a:lnTo>
                <a:lnTo>
                  <a:pt x="197358" y="3083179"/>
                </a:lnTo>
                <a:lnTo>
                  <a:pt x="235458" y="3083179"/>
                </a:lnTo>
                <a:lnTo>
                  <a:pt x="235458" y="3070479"/>
                </a:lnTo>
                <a:close/>
              </a:path>
              <a:path w="3632200" h="3083560">
                <a:moveTo>
                  <a:pt x="237490" y="1695831"/>
                </a:moveTo>
                <a:lnTo>
                  <a:pt x="199390" y="1695831"/>
                </a:lnTo>
                <a:lnTo>
                  <a:pt x="199390" y="1708531"/>
                </a:lnTo>
                <a:lnTo>
                  <a:pt x="237490" y="1708531"/>
                </a:lnTo>
                <a:lnTo>
                  <a:pt x="237490" y="1695831"/>
                </a:lnTo>
                <a:close/>
              </a:path>
              <a:path w="3632200" h="3083560">
                <a:moveTo>
                  <a:pt x="286258" y="3070479"/>
                </a:moveTo>
                <a:lnTo>
                  <a:pt x="248158" y="3070479"/>
                </a:lnTo>
                <a:lnTo>
                  <a:pt x="248158" y="3083179"/>
                </a:lnTo>
                <a:lnTo>
                  <a:pt x="286258" y="3083179"/>
                </a:lnTo>
                <a:lnTo>
                  <a:pt x="286258" y="3070479"/>
                </a:lnTo>
                <a:close/>
              </a:path>
              <a:path w="3632200" h="3083560">
                <a:moveTo>
                  <a:pt x="288290" y="1695831"/>
                </a:moveTo>
                <a:lnTo>
                  <a:pt x="250190" y="1695831"/>
                </a:lnTo>
                <a:lnTo>
                  <a:pt x="250190" y="1708531"/>
                </a:lnTo>
                <a:lnTo>
                  <a:pt x="288290" y="1708531"/>
                </a:lnTo>
                <a:lnTo>
                  <a:pt x="288290" y="1695831"/>
                </a:lnTo>
                <a:close/>
              </a:path>
              <a:path w="3632200" h="3083560">
                <a:moveTo>
                  <a:pt x="337058" y="3070479"/>
                </a:moveTo>
                <a:lnTo>
                  <a:pt x="298958" y="3070479"/>
                </a:lnTo>
                <a:lnTo>
                  <a:pt x="298958" y="3083179"/>
                </a:lnTo>
                <a:lnTo>
                  <a:pt x="337058" y="3083179"/>
                </a:lnTo>
                <a:lnTo>
                  <a:pt x="337058" y="3070479"/>
                </a:lnTo>
                <a:close/>
              </a:path>
              <a:path w="3632200" h="3083560">
                <a:moveTo>
                  <a:pt x="339090" y="1695831"/>
                </a:moveTo>
                <a:lnTo>
                  <a:pt x="300990" y="1695831"/>
                </a:lnTo>
                <a:lnTo>
                  <a:pt x="300990" y="1708531"/>
                </a:lnTo>
                <a:lnTo>
                  <a:pt x="339090" y="1708531"/>
                </a:lnTo>
                <a:lnTo>
                  <a:pt x="339090" y="1695831"/>
                </a:lnTo>
                <a:close/>
              </a:path>
              <a:path w="3632200" h="3083560">
                <a:moveTo>
                  <a:pt x="387858" y="3070479"/>
                </a:moveTo>
                <a:lnTo>
                  <a:pt x="349758" y="3070479"/>
                </a:lnTo>
                <a:lnTo>
                  <a:pt x="349758" y="3083179"/>
                </a:lnTo>
                <a:lnTo>
                  <a:pt x="387858" y="3083179"/>
                </a:lnTo>
                <a:lnTo>
                  <a:pt x="387858" y="3070479"/>
                </a:lnTo>
                <a:close/>
              </a:path>
              <a:path w="3632200" h="3083560">
                <a:moveTo>
                  <a:pt x="389890" y="1695831"/>
                </a:moveTo>
                <a:lnTo>
                  <a:pt x="351790" y="1695831"/>
                </a:lnTo>
                <a:lnTo>
                  <a:pt x="351790" y="1708531"/>
                </a:lnTo>
                <a:lnTo>
                  <a:pt x="389890" y="1708531"/>
                </a:lnTo>
                <a:lnTo>
                  <a:pt x="389890" y="1695831"/>
                </a:lnTo>
                <a:close/>
              </a:path>
              <a:path w="3632200" h="3083560">
                <a:moveTo>
                  <a:pt x="438658" y="3070479"/>
                </a:moveTo>
                <a:lnTo>
                  <a:pt x="400558" y="3070479"/>
                </a:lnTo>
                <a:lnTo>
                  <a:pt x="400558" y="3083179"/>
                </a:lnTo>
                <a:lnTo>
                  <a:pt x="438658" y="3083179"/>
                </a:lnTo>
                <a:lnTo>
                  <a:pt x="438658" y="3070479"/>
                </a:lnTo>
                <a:close/>
              </a:path>
              <a:path w="3632200" h="3083560">
                <a:moveTo>
                  <a:pt x="440690" y="1695831"/>
                </a:moveTo>
                <a:lnTo>
                  <a:pt x="402590" y="1695831"/>
                </a:lnTo>
                <a:lnTo>
                  <a:pt x="402590" y="1708531"/>
                </a:lnTo>
                <a:lnTo>
                  <a:pt x="440690" y="1708531"/>
                </a:lnTo>
                <a:lnTo>
                  <a:pt x="440690" y="1695831"/>
                </a:lnTo>
                <a:close/>
              </a:path>
              <a:path w="3632200" h="3083560">
                <a:moveTo>
                  <a:pt x="489458" y="3070479"/>
                </a:moveTo>
                <a:lnTo>
                  <a:pt x="451358" y="3070479"/>
                </a:lnTo>
                <a:lnTo>
                  <a:pt x="451358" y="3083179"/>
                </a:lnTo>
                <a:lnTo>
                  <a:pt x="489458" y="3083179"/>
                </a:lnTo>
                <a:lnTo>
                  <a:pt x="489458" y="3070479"/>
                </a:lnTo>
                <a:close/>
              </a:path>
              <a:path w="3632200" h="3083560">
                <a:moveTo>
                  <a:pt x="491490" y="1695831"/>
                </a:moveTo>
                <a:lnTo>
                  <a:pt x="453390" y="1695831"/>
                </a:lnTo>
                <a:lnTo>
                  <a:pt x="453390" y="1708531"/>
                </a:lnTo>
                <a:lnTo>
                  <a:pt x="491490" y="1708531"/>
                </a:lnTo>
                <a:lnTo>
                  <a:pt x="491490" y="1695831"/>
                </a:lnTo>
                <a:close/>
              </a:path>
              <a:path w="3632200" h="3083560">
                <a:moveTo>
                  <a:pt x="540258" y="3070479"/>
                </a:moveTo>
                <a:lnTo>
                  <a:pt x="502158" y="3070479"/>
                </a:lnTo>
                <a:lnTo>
                  <a:pt x="502158" y="3083179"/>
                </a:lnTo>
                <a:lnTo>
                  <a:pt x="540258" y="3083179"/>
                </a:lnTo>
                <a:lnTo>
                  <a:pt x="540258" y="3070479"/>
                </a:lnTo>
                <a:close/>
              </a:path>
              <a:path w="3632200" h="3083560">
                <a:moveTo>
                  <a:pt x="542290" y="1695831"/>
                </a:moveTo>
                <a:lnTo>
                  <a:pt x="504190" y="1695831"/>
                </a:lnTo>
                <a:lnTo>
                  <a:pt x="504190" y="1708531"/>
                </a:lnTo>
                <a:lnTo>
                  <a:pt x="542290" y="1708531"/>
                </a:lnTo>
                <a:lnTo>
                  <a:pt x="542290" y="1695831"/>
                </a:lnTo>
                <a:close/>
              </a:path>
              <a:path w="3632200" h="3083560">
                <a:moveTo>
                  <a:pt x="591058" y="3070479"/>
                </a:moveTo>
                <a:lnTo>
                  <a:pt x="552958" y="3070479"/>
                </a:lnTo>
                <a:lnTo>
                  <a:pt x="552958" y="3083179"/>
                </a:lnTo>
                <a:lnTo>
                  <a:pt x="591058" y="3083179"/>
                </a:lnTo>
                <a:lnTo>
                  <a:pt x="591058" y="3070479"/>
                </a:lnTo>
                <a:close/>
              </a:path>
              <a:path w="3632200" h="3083560">
                <a:moveTo>
                  <a:pt x="593090" y="1695831"/>
                </a:moveTo>
                <a:lnTo>
                  <a:pt x="554990" y="1695831"/>
                </a:lnTo>
                <a:lnTo>
                  <a:pt x="554990" y="1708531"/>
                </a:lnTo>
                <a:lnTo>
                  <a:pt x="593090" y="1708531"/>
                </a:lnTo>
                <a:lnTo>
                  <a:pt x="593090" y="1695831"/>
                </a:lnTo>
                <a:close/>
              </a:path>
              <a:path w="3632200" h="3083560">
                <a:moveTo>
                  <a:pt x="641858" y="3070479"/>
                </a:moveTo>
                <a:lnTo>
                  <a:pt x="603758" y="3070479"/>
                </a:lnTo>
                <a:lnTo>
                  <a:pt x="603758" y="3083179"/>
                </a:lnTo>
                <a:lnTo>
                  <a:pt x="641858" y="3083179"/>
                </a:lnTo>
                <a:lnTo>
                  <a:pt x="641858" y="3070479"/>
                </a:lnTo>
                <a:close/>
              </a:path>
              <a:path w="3632200" h="3083560">
                <a:moveTo>
                  <a:pt x="643890" y="1695831"/>
                </a:moveTo>
                <a:lnTo>
                  <a:pt x="605790" y="1695831"/>
                </a:lnTo>
                <a:lnTo>
                  <a:pt x="605790" y="1708531"/>
                </a:lnTo>
                <a:lnTo>
                  <a:pt x="643890" y="1708531"/>
                </a:lnTo>
                <a:lnTo>
                  <a:pt x="643890" y="1695831"/>
                </a:lnTo>
                <a:close/>
              </a:path>
              <a:path w="3632200" h="3083560">
                <a:moveTo>
                  <a:pt x="692658" y="3070479"/>
                </a:moveTo>
                <a:lnTo>
                  <a:pt x="654558" y="3070479"/>
                </a:lnTo>
                <a:lnTo>
                  <a:pt x="654558" y="3083179"/>
                </a:lnTo>
                <a:lnTo>
                  <a:pt x="692658" y="3083179"/>
                </a:lnTo>
                <a:lnTo>
                  <a:pt x="692658" y="3070479"/>
                </a:lnTo>
                <a:close/>
              </a:path>
              <a:path w="3632200" h="3083560">
                <a:moveTo>
                  <a:pt x="694690" y="1695831"/>
                </a:moveTo>
                <a:lnTo>
                  <a:pt x="656590" y="1695831"/>
                </a:lnTo>
                <a:lnTo>
                  <a:pt x="656590" y="1708531"/>
                </a:lnTo>
                <a:lnTo>
                  <a:pt x="694690" y="1708531"/>
                </a:lnTo>
                <a:lnTo>
                  <a:pt x="694690" y="1695831"/>
                </a:lnTo>
                <a:close/>
              </a:path>
              <a:path w="3632200" h="3083560">
                <a:moveTo>
                  <a:pt x="743458" y="3070479"/>
                </a:moveTo>
                <a:lnTo>
                  <a:pt x="705358" y="3070479"/>
                </a:lnTo>
                <a:lnTo>
                  <a:pt x="705358" y="3083179"/>
                </a:lnTo>
                <a:lnTo>
                  <a:pt x="743458" y="3083179"/>
                </a:lnTo>
                <a:lnTo>
                  <a:pt x="743458" y="3070479"/>
                </a:lnTo>
                <a:close/>
              </a:path>
              <a:path w="3632200" h="3083560">
                <a:moveTo>
                  <a:pt x="745490" y="1695831"/>
                </a:moveTo>
                <a:lnTo>
                  <a:pt x="707390" y="1695831"/>
                </a:lnTo>
                <a:lnTo>
                  <a:pt x="707390" y="1708531"/>
                </a:lnTo>
                <a:lnTo>
                  <a:pt x="745490" y="1708531"/>
                </a:lnTo>
                <a:lnTo>
                  <a:pt x="745490" y="1695831"/>
                </a:lnTo>
                <a:close/>
              </a:path>
              <a:path w="3632200" h="3083560">
                <a:moveTo>
                  <a:pt x="794258" y="3070479"/>
                </a:moveTo>
                <a:lnTo>
                  <a:pt x="756158" y="3070479"/>
                </a:lnTo>
                <a:lnTo>
                  <a:pt x="756158" y="3083179"/>
                </a:lnTo>
                <a:lnTo>
                  <a:pt x="794258" y="3083179"/>
                </a:lnTo>
                <a:lnTo>
                  <a:pt x="794258" y="3070479"/>
                </a:lnTo>
                <a:close/>
              </a:path>
              <a:path w="3632200" h="3083560">
                <a:moveTo>
                  <a:pt x="796290" y="1695831"/>
                </a:moveTo>
                <a:lnTo>
                  <a:pt x="758190" y="1695831"/>
                </a:lnTo>
                <a:lnTo>
                  <a:pt x="758190" y="1708531"/>
                </a:lnTo>
                <a:lnTo>
                  <a:pt x="796290" y="1708531"/>
                </a:lnTo>
                <a:lnTo>
                  <a:pt x="796290" y="1695831"/>
                </a:lnTo>
                <a:close/>
              </a:path>
              <a:path w="3632200" h="3083560">
                <a:moveTo>
                  <a:pt x="845058" y="3070479"/>
                </a:moveTo>
                <a:lnTo>
                  <a:pt x="806958" y="3070479"/>
                </a:lnTo>
                <a:lnTo>
                  <a:pt x="806958" y="3083179"/>
                </a:lnTo>
                <a:lnTo>
                  <a:pt x="845058" y="3083179"/>
                </a:lnTo>
                <a:lnTo>
                  <a:pt x="845058" y="3070479"/>
                </a:lnTo>
                <a:close/>
              </a:path>
              <a:path w="3632200" h="3083560">
                <a:moveTo>
                  <a:pt x="847090" y="1695831"/>
                </a:moveTo>
                <a:lnTo>
                  <a:pt x="808990" y="1695831"/>
                </a:lnTo>
                <a:lnTo>
                  <a:pt x="808990" y="1708531"/>
                </a:lnTo>
                <a:lnTo>
                  <a:pt x="847090" y="1708531"/>
                </a:lnTo>
                <a:lnTo>
                  <a:pt x="847090" y="1695831"/>
                </a:lnTo>
                <a:close/>
              </a:path>
              <a:path w="3632200" h="3083560">
                <a:moveTo>
                  <a:pt x="895858" y="3070479"/>
                </a:moveTo>
                <a:lnTo>
                  <a:pt x="857758" y="3070479"/>
                </a:lnTo>
                <a:lnTo>
                  <a:pt x="857758" y="3083179"/>
                </a:lnTo>
                <a:lnTo>
                  <a:pt x="895858" y="3083179"/>
                </a:lnTo>
                <a:lnTo>
                  <a:pt x="895858" y="3070479"/>
                </a:lnTo>
                <a:close/>
              </a:path>
              <a:path w="3632200" h="3083560">
                <a:moveTo>
                  <a:pt x="897890" y="1695831"/>
                </a:moveTo>
                <a:lnTo>
                  <a:pt x="859790" y="1695831"/>
                </a:lnTo>
                <a:lnTo>
                  <a:pt x="859790" y="1708531"/>
                </a:lnTo>
                <a:lnTo>
                  <a:pt x="897890" y="1708531"/>
                </a:lnTo>
                <a:lnTo>
                  <a:pt x="897890" y="1695831"/>
                </a:lnTo>
                <a:close/>
              </a:path>
              <a:path w="3632200" h="3083560">
                <a:moveTo>
                  <a:pt x="942200" y="1702193"/>
                </a:moveTo>
                <a:lnTo>
                  <a:pt x="931316" y="1695831"/>
                </a:lnTo>
                <a:lnTo>
                  <a:pt x="853567" y="1650492"/>
                </a:lnTo>
                <a:lnTo>
                  <a:pt x="849757" y="1651508"/>
                </a:lnTo>
                <a:lnTo>
                  <a:pt x="846201" y="1657604"/>
                </a:lnTo>
                <a:lnTo>
                  <a:pt x="847217" y="1661414"/>
                </a:lnTo>
                <a:lnTo>
                  <a:pt x="910590" y="1698383"/>
                </a:lnTo>
                <a:lnTo>
                  <a:pt x="910590" y="1705991"/>
                </a:lnTo>
                <a:lnTo>
                  <a:pt x="847217" y="1742948"/>
                </a:lnTo>
                <a:lnTo>
                  <a:pt x="846201" y="1746758"/>
                </a:lnTo>
                <a:lnTo>
                  <a:pt x="849757" y="1752854"/>
                </a:lnTo>
                <a:lnTo>
                  <a:pt x="853567" y="1753870"/>
                </a:lnTo>
                <a:lnTo>
                  <a:pt x="931316" y="1708531"/>
                </a:lnTo>
                <a:lnTo>
                  <a:pt x="942200" y="1702193"/>
                </a:lnTo>
                <a:close/>
              </a:path>
              <a:path w="3632200" h="3083560">
                <a:moveTo>
                  <a:pt x="946658" y="3070479"/>
                </a:moveTo>
                <a:lnTo>
                  <a:pt x="908558" y="3070479"/>
                </a:lnTo>
                <a:lnTo>
                  <a:pt x="908558" y="3083179"/>
                </a:lnTo>
                <a:lnTo>
                  <a:pt x="946658" y="3083179"/>
                </a:lnTo>
                <a:lnTo>
                  <a:pt x="946658" y="3070479"/>
                </a:lnTo>
                <a:close/>
              </a:path>
              <a:path w="3632200" h="3083560">
                <a:moveTo>
                  <a:pt x="997458" y="3070479"/>
                </a:moveTo>
                <a:lnTo>
                  <a:pt x="959358" y="3070479"/>
                </a:lnTo>
                <a:lnTo>
                  <a:pt x="959358" y="3083179"/>
                </a:lnTo>
                <a:lnTo>
                  <a:pt x="997458" y="3083179"/>
                </a:lnTo>
                <a:lnTo>
                  <a:pt x="997458" y="3070479"/>
                </a:lnTo>
                <a:close/>
              </a:path>
              <a:path w="3632200" h="3083560">
                <a:moveTo>
                  <a:pt x="1048258" y="3070479"/>
                </a:moveTo>
                <a:lnTo>
                  <a:pt x="1010158" y="3070479"/>
                </a:lnTo>
                <a:lnTo>
                  <a:pt x="1010158" y="3083179"/>
                </a:lnTo>
                <a:lnTo>
                  <a:pt x="1048258" y="3083179"/>
                </a:lnTo>
                <a:lnTo>
                  <a:pt x="1048258" y="3070479"/>
                </a:lnTo>
                <a:close/>
              </a:path>
              <a:path w="3632200" h="3083560">
                <a:moveTo>
                  <a:pt x="1099058" y="3070479"/>
                </a:moveTo>
                <a:lnTo>
                  <a:pt x="1060958" y="3070479"/>
                </a:lnTo>
                <a:lnTo>
                  <a:pt x="1060958" y="3083179"/>
                </a:lnTo>
                <a:lnTo>
                  <a:pt x="1099058" y="3083179"/>
                </a:lnTo>
                <a:lnTo>
                  <a:pt x="1099058" y="3070479"/>
                </a:lnTo>
                <a:close/>
              </a:path>
              <a:path w="3632200" h="3083560">
                <a:moveTo>
                  <a:pt x="1149858" y="3070479"/>
                </a:moveTo>
                <a:lnTo>
                  <a:pt x="1111758" y="3070479"/>
                </a:lnTo>
                <a:lnTo>
                  <a:pt x="1111758" y="3083179"/>
                </a:lnTo>
                <a:lnTo>
                  <a:pt x="1149858" y="3083179"/>
                </a:lnTo>
                <a:lnTo>
                  <a:pt x="1149858" y="3070479"/>
                </a:lnTo>
                <a:close/>
              </a:path>
              <a:path w="3632200" h="3083560">
                <a:moveTo>
                  <a:pt x="1200658" y="3070479"/>
                </a:moveTo>
                <a:lnTo>
                  <a:pt x="1162558" y="3070479"/>
                </a:lnTo>
                <a:lnTo>
                  <a:pt x="1162558" y="3083179"/>
                </a:lnTo>
                <a:lnTo>
                  <a:pt x="1200658" y="3083179"/>
                </a:lnTo>
                <a:lnTo>
                  <a:pt x="1200658" y="3070479"/>
                </a:lnTo>
                <a:close/>
              </a:path>
              <a:path w="3632200" h="3083560">
                <a:moveTo>
                  <a:pt x="1251458" y="3070479"/>
                </a:moveTo>
                <a:lnTo>
                  <a:pt x="1213358" y="3070479"/>
                </a:lnTo>
                <a:lnTo>
                  <a:pt x="1213358" y="3083179"/>
                </a:lnTo>
                <a:lnTo>
                  <a:pt x="1251458" y="3083179"/>
                </a:lnTo>
                <a:lnTo>
                  <a:pt x="1251458" y="3070479"/>
                </a:lnTo>
                <a:close/>
              </a:path>
              <a:path w="3632200" h="3083560">
                <a:moveTo>
                  <a:pt x="1302258" y="3070479"/>
                </a:moveTo>
                <a:lnTo>
                  <a:pt x="1264158" y="3070479"/>
                </a:lnTo>
                <a:lnTo>
                  <a:pt x="1264158" y="3083179"/>
                </a:lnTo>
                <a:lnTo>
                  <a:pt x="1302258" y="3083179"/>
                </a:lnTo>
                <a:lnTo>
                  <a:pt x="1302258" y="3070479"/>
                </a:lnTo>
                <a:close/>
              </a:path>
              <a:path w="3632200" h="3083560">
                <a:moveTo>
                  <a:pt x="1353058" y="3070479"/>
                </a:moveTo>
                <a:lnTo>
                  <a:pt x="1314958" y="3070479"/>
                </a:lnTo>
                <a:lnTo>
                  <a:pt x="1314958" y="3083179"/>
                </a:lnTo>
                <a:lnTo>
                  <a:pt x="1353058" y="3083179"/>
                </a:lnTo>
                <a:lnTo>
                  <a:pt x="1353058" y="3070479"/>
                </a:lnTo>
                <a:close/>
              </a:path>
              <a:path w="3632200" h="3083560">
                <a:moveTo>
                  <a:pt x="1403858" y="3070479"/>
                </a:moveTo>
                <a:lnTo>
                  <a:pt x="1365758" y="3070479"/>
                </a:lnTo>
                <a:lnTo>
                  <a:pt x="1365758" y="3083179"/>
                </a:lnTo>
                <a:lnTo>
                  <a:pt x="1403858" y="3083179"/>
                </a:lnTo>
                <a:lnTo>
                  <a:pt x="1403858" y="3070479"/>
                </a:lnTo>
                <a:close/>
              </a:path>
              <a:path w="3632200" h="3083560">
                <a:moveTo>
                  <a:pt x="1454658" y="3070479"/>
                </a:moveTo>
                <a:lnTo>
                  <a:pt x="1416558" y="3070479"/>
                </a:lnTo>
                <a:lnTo>
                  <a:pt x="1416558" y="3083179"/>
                </a:lnTo>
                <a:lnTo>
                  <a:pt x="1454658" y="3083179"/>
                </a:lnTo>
                <a:lnTo>
                  <a:pt x="1454658" y="3070479"/>
                </a:lnTo>
                <a:close/>
              </a:path>
              <a:path w="3632200" h="3083560">
                <a:moveTo>
                  <a:pt x="1505458" y="3070479"/>
                </a:moveTo>
                <a:lnTo>
                  <a:pt x="1467358" y="3070479"/>
                </a:lnTo>
                <a:lnTo>
                  <a:pt x="1467358" y="3083179"/>
                </a:lnTo>
                <a:lnTo>
                  <a:pt x="1505458" y="3083179"/>
                </a:lnTo>
                <a:lnTo>
                  <a:pt x="1505458" y="3070479"/>
                </a:lnTo>
                <a:close/>
              </a:path>
              <a:path w="3632200" h="3083560">
                <a:moveTo>
                  <a:pt x="1556258" y="3070479"/>
                </a:moveTo>
                <a:lnTo>
                  <a:pt x="1518158" y="3070479"/>
                </a:lnTo>
                <a:lnTo>
                  <a:pt x="1518158" y="3083179"/>
                </a:lnTo>
                <a:lnTo>
                  <a:pt x="1556258" y="3083179"/>
                </a:lnTo>
                <a:lnTo>
                  <a:pt x="1556258" y="3070479"/>
                </a:lnTo>
                <a:close/>
              </a:path>
              <a:path w="3632200" h="3083560">
                <a:moveTo>
                  <a:pt x="1607058" y="3070479"/>
                </a:moveTo>
                <a:lnTo>
                  <a:pt x="1568958" y="3070479"/>
                </a:lnTo>
                <a:lnTo>
                  <a:pt x="1568958" y="3083179"/>
                </a:lnTo>
                <a:lnTo>
                  <a:pt x="1607058" y="3083179"/>
                </a:lnTo>
                <a:lnTo>
                  <a:pt x="1607058" y="3070479"/>
                </a:lnTo>
                <a:close/>
              </a:path>
              <a:path w="3632200" h="3083560">
                <a:moveTo>
                  <a:pt x="1629029" y="1409192"/>
                </a:moveTo>
                <a:lnTo>
                  <a:pt x="1597279" y="1409192"/>
                </a:lnTo>
                <a:lnTo>
                  <a:pt x="1597279" y="1092581"/>
                </a:lnTo>
                <a:lnTo>
                  <a:pt x="1584579" y="1092581"/>
                </a:lnTo>
                <a:lnTo>
                  <a:pt x="1584579" y="1409192"/>
                </a:lnTo>
                <a:lnTo>
                  <a:pt x="1552829" y="1409192"/>
                </a:lnTo>
                <a:lnTo>
                  <a:pt x="1590929" y="1485392"/>
                </a:lnTo>
                <a:lnTo>
                  <a:pt x="1622679" y="1421892"/>
                </a:lnTo>
                <a:lnTo>
                  <a:pt x="1629029" y="1409192"/>
                </a:lnTo>
                <a:close/>
              </a:path>
              <a:path w="3632200" h="3083560">
                <a:moveTo>
                  <a:pt x="1629029" y="584708"/>
                </a:moveTo>
                <a:lnTo>
                  <a:pt x="1597279" y="584708"/>
                </a:lnTo>
                <a:lnTo>
                  <a:pt x="1597279" y="268097"/>
                </a:lnTo>
                <a:lnTo>
                  <a:pt x="1584579" y="268097"/>
                </a:lnTo>
                <a:lnTo>
                  <a:pt x="1584579" y="584708"/>
                </a:lnTo>
                <a:lnTo>
                  <a:pt x="1552829" y="584708"/>
                </a:lnTo>
                <a:lnTo>
                  <a:pt x="1590929" y="660908"/>
                </a:lnTo>
                <a:lnTo>
                  <a:pt x="1622679" y="597408"/>
                </a:lnTo>
                <a:lnTo>
                  <a:pt x="1629029" y="584708"/>
                </a:lnTo>
                <a:close/>
              </a:path>
              <a:path w="3632200" h="3083560">
                <a:moveTo>
                  <a:pt x="1657858" y="3070479"/>
                </a:moveTo>
                <a:lnTo>
                  <a:pt x="1619758" y="3070479"/>
                </a:lnTo>
                <a:lnTo>
                  <a:pt x="1619758" y="3083179"/>
                </a:lnTo>
                <a:lnTo>
                  <a:pt x="1657858" y="3083179"/>
                </a:lnTo>
                <a:lnTo>
                  <a:pt x="1657858" y="3070479"/>
                </a:lnTo>
                <a:close/>
              </a:path>
              <a:path w="3632200" h="3083560">
                <a:moveTo>
                  <a:pt x="1708658" y="3070479"/>
                </a:moveTo>
                <a:lnTo>
                  <a:pt x="1670558" y="3070479"/>
                </a:lnTo>
                <a:lnTo>
                  <a:pt x="1670558" y="3083179"/>
                </a:lnTo>
                <a:lnTo>
                  <a:pt x="1708658" y="3083179"/>
                </a:lnTo>
                <a:lnTo>
                  <a:pt x="1708658" y="3070479"/>
                </a:lnTo>
                <a:close/>
              </a:path>
              <a:path w="3632200" h="3083560">
                <a:moveTo>
                  <a:pt x="1759458" y="3070479"/>
                </a:moveTo>
                <a:lnTo>
                  <a:pt x="1721358" y="3070479"/>
                </a:lnTo>
                <a:lnTo>
                  <a:pt x="1721358" y="3083179"/>
                </a:lnTo>
                <a:lnTo>
                  <a:pt x="1759458" y="3083179"/>
                </a:lnTo>
                <a:lnTo>
                  <a:pt x="1759458" y="3070479"/>
                </a:lnTo>
                <a:close/>
              </a:path>
              <a:path w="3632200" h="3083560">
                <a:moveTo>
                  <a:pt x="1810258" y="3070479"/>
                </a:moveTo>
                <a:lnTo>
                  <a:pt x="1772158" y="3070479"/>
                </a:lnTo>
                <a:lnTo>
                  <a:pt x="1772158" y="3083179"/>
                </a:lnTo>
                <a:lnTo>
                  <a:pt x="1810258" y="3083179"/>
                </a:lnTo>
                <a:lnTo>
                  <a:pt x="1810258" y="3070479"/>
                </a:lnTo>
                <a:close/>
              </a:path>
              <a:path w="3632200" h="3083560">
                <a:moveTo>
                  <a:pt x="1861058" y="3070479"/>
                </a:moveTo>
                <a:lnTo>
                  <a:pt x="1822958" y="3070479"/>
                </a:lnTo>
                <a:lnTo>
                  <a:pt x="1822958" y="3083179"/>
                </a:lnTo>
                <a:lnTo>
                  <a:pt x="1861058" y="3083179"/>
                </a:lnTo>
                <a:lnTo>
                  <a:pt x="1861058" y="3070479"/>
                </a:lnTo>
                <a:close/>
              </a:path>
              <a:path w="3632200" h="3083560">
                <a:moveTo>
                  <a:pt x="1911858" y="3070479"/>
                </a:moveTo>
                <a:lnTo>
                  <a:pt x="1873758" y="3070479"/>
                </a:lnTo>
                <a:lnTo>
                  <a:pt x="1873758" y="3083179"/>
                </a:lnTo>
                <a:lnTo>
                  <a:pt x="1911858" y="3083179"/>
                </a:lnTo>
                <a:lnTo>
                  <a:pt x="1911858" y="3070479"/>
                </a:lnTo>
                <a:close/>
              </a:path>
              <a:path w="3632200" h="3083560">
                <a:moveTo>
                  <a:pt x="1962658" y="3070479"/>
                </a:moveTo>
                <a:lnTo>
                  <a:pt x="1924558" y="3070479"/>
                </a:lnTo>
                <a:lnTo>
                  <a:pt x="1924558" y="3083179"/>
                </a:lnTo>
                <a:lnTo>
                  <a:pt x="1962658" y="3083179"/>
                </a:lnTo>
                <a:lnTo>
                  <a:pt x="1962658" y="3070479"/>
                </a:lnTo>
                <a:close/>
              </a:path>
              <a:path w="3632200" h="3083560">
                <a:moveTo>
                  <a:pt x="2013458" y="3070479"/>
                </a:moveTo>
                <a:lnTo>
                  <a:pt x="1975358" y="3070479"/>
                </a:lnTo>
                <a:lnTo>
                  <a:pt x="1975358" y="3083179"/>
                </a:lnTo>
                <a:lnTo>
                  <a:pt x="2013458" y="3083179"/>
                </a:lnTo>
                <a:lnTo>
                  <a:pt x="2013458" y="3070479"/>
                </a:lnTo>
                <a:close/>
              </a:path>
              <a:path w="3632200" h="3083560">
                <a:moveTo>
                  <a:pt x="2064258" y="3070479"/>
                </a:moveTo>
                <a:lnTo>
                  <a:pt x="2026158" y="3070479"/>
                </a:lnTo>
                <a:lnTo>
                  <a:pt x="2026158" y="3083179"/>
                </a:lnTo>
                <a:lnTo>
                  <a:pt x="2064258" y="3083179"/>
                </a:lnTo>
                <a:lnTo>
                  <a:pt x="2064258" y="3070479"/>
                </a:lnTo>
                <a:close/>
              </a:path>
              <a:path w="3632200" h="3083560">
                <a:moveTo>
                  <a:pt x="2115058" y="3070479"/>
                </a:moveTo>
                <a:lnTo>
                  <a:pt x="2076958" y="3070479"/>
                </a:lnTo>
                <a:lnTo>
                  <a:pt x="2076958" y="3083179"/>
                </a:lnTo>
                <a:lnTo>
                  <a:pt x="2115058" y="3083179"/>
                </a:lnTo>
                <a:lnTo>
                  <a:pt x="2115058" y="3070479"/>
                </a:lnTo>
                <a:close/>
              </a:path>
              <a:path w="3632200" h="3083560">
                <a:moveTo>
                  <a:pt x="2165858" y="3070479"/>
                </a:moveTo>
                <a:lnTo>
                  <a:pt x="2127758" y="3070479"/>
                </a:lnTo>
                <a:lnTo>
                  <a:pt x="2127758" y="3083179"/>
                </a:lnTo>
                <a:lnTo>
                  <a:pt x="2165858" y="3083179"/>
                </a:lnTo>
                <a:lnTo>
                  <a:pt x="2165858" y="3070479"/>
                </a:lnTo>
                <a:close/>
              </a:path>
              <a:path w="3632200" h="3083560">
                <a:moveTo>
                  <a:pt x="2216658" y="3070479"/>
                </a:moveTo>
                <a:lnTo>
                  <a:pt x="2178558" y="3070479"/>
                </a:lnTo>
                <a:lnTo>
                  <a:pt x="2178558" y="3083179"/>
                </a:lnTo>
                <a:lnTo>
                  <a:pt x="2216658" y="3083179"/>
                </a:lnTo>
                <a:lnTo>
                  <a:pt x="2216658" y="3070479"/>
                </a:lnTo>
                <a:close/>
              </a:path>
              <a:path w="3632200" h="3083560">
                <a:moveTo>
                  <a:pt x="2267458" y="3070479"/>
                </a:moveTo>
                <a:lnTo>
                  <a:pt x="2229358" y="3070479"/>
                </a:lnTo>
                <a:lnTo>
                  <a:pt x="2229358" y="3083179"/>
                </a:lnTo>
                <a:lnTo>
                  <a:pt x="2267458" y="3083179"/>
                </a:lnTo>
                <a:lnTo>
                  <a:pt x="2267458" y="3070479"/>
                </a:lnTo>
                <a:close/>
              </a:path>
              <a:path w="3632200" h="3083560">
                <a:moveTo>
                  <a:pt x="2318258" y="3070479"/>
                </a:moveTo>
                <a:lnTo>
                  <a:pt x="2280158" y="3070479"/>
                </a:lnTo>
                <a:lnTo>
                  <a:pt x="2280158" y="3083179"/>
                </a:lnTo>
                <a:lnTo>
                  <a:pt x="2318258" y="3083179"/>
                </a:lnTo>
                <a:lnTo>
                  <a:pt x="2318258" y="3070479"/>
                </a:lnTo>
                <a:close/>
              </a:path>
              <a:path w="3632200" h="3083560">
                <a:moveTo>
                  <a:pt x="2334641" y="1729232"/>
                </a:moveTo>
                <a:lnTo>
                  <a:pt x="2331085" y="1723136"/>
                </a:lnTo>
                <a:lnTo>
                  <a:pt x="2327275" y="1722120"/>
                </a:lnTo>
                <a:lnTo>
                  <a:pt x="2238629" y="1773809"/>
                </a:lnTo>
                <a:lnTo>
                  <a:pt x="2327275" y="1825498"/>
                </a:lnTo>
                <a:lnTo>
                  <a:pt x="2331085" y="1824482"/>
                </a:lnTo>
                <a:lnTo>
                  <a:pt x="2334641" y="1818386"/>
                </a:lnTo>
                <a:lnTo>
                  <a:pt x="2333625" y="1814576"/>
                </a:lnTo>
                <a:lnTo>
                  <a:pt x="2274620" y="1780159"/>
                </a:lnTo>
                <a:lnTo>
                  <a:pt x="2297811" y="1780159"/>
                </a:lnTo>
                <a:lnTo>
                  <a:pt x="2297811" y="1767459"/>
                </a:lnTo>
                <a:lnTo>
                  <a:pt x="2274620" y="1767459"/>
                </a:lnTo>
                <a:lnTo>
                  <a:pt x="2333625" y="1733042"/>
                </a:lnTo>
                <a:lnTo>
                  <a:pt x="2334641" y="1729232"/>
                </a:lnTo>
                <a:close/>
              </a:path>
              <a:path w="3632200" h="3083560">
                <a:moveTo>
                  <a:pt x="2334641" y="721868"/>
                </a:moveTo>
                <a:lnTo>
                  <a:pt x="2331085" y="715772"/>
                </a:lnTo>
                <a:lnTo>
                  <a:pt x="2327275" y="714756"/>
                </a:lnTo>
                <a:lnTo>
                  <a:pt x="2238629" y="766445"/>
                </a:lnTo>
                <a:lnTo>
                  <a:pt x="2327275" y="818134"/>
                </a:lnTo>
                <a:lnTo>
                  <a:pt x="2331085" y="817118"/>
                </a:lnTo>
                <a:lnTo>
                  <a:pt x="2334641" y="811022"/>
                </a:lnTo>
                <a:lnTo>
                  <a:pt x="2333625" y="807212"/>
                </a:lnTo>
                <a:lnTo>
                  <a:pt x="2274620" y="772795"/>
                </a:lnTo>
                <a:lnTo>
                  <a:pt x="2289302" y="772795"/>
                </a:lnTo>
                <a:lnTo>
                  <a:pt x="2289302" y="760095"/>
                </a:lnTo>
                <a:lnTo>
                  <a:pt x="2274620" y="760095"/>
                </a:lnTo>
                <a:lnTo>
                  <a:pt x="2333625" y="725678"/>
                </a:lnTo>
                <a:lnTo>
                  <a:pt x="2334641" y="721868"/>
                </a:lnTo>
                <a:close/>
              </a:path>
              <a:path w="3632200" h="3083560">
                <a:moveTo>
                  <a:pt x="2334641" y="7112"/>
                </a:moveTo>
                <a:lnTo>
                  <a:pt x="2331085" y="1016"/>
                </a:lnTo>
                <a:lnTo>
                  <a:pt x="2327275" y="0"/>
                </a:lnTo>
                <a:lnTo>
                  <a:pt x="2238629" y="51689"/>
                </a:lnTo>
                <a:lnTo>
                  <a:pt x="2327275" y="103378"/>
                </a:lnTo>
                <a:lnTo>
                  <a:pt x="2331085" y="102362"/>
                </a:lnTo>
                <a:lnTo>
                  <a:pt x="2334641" y="96266"/>
                </a:lnTo>
                <a:lnTo>
                  <a:pt x="2333625" y="92456"/>
                </a:lnTo>
                <a:lnTo>
                  <a:pt x="2274620" y="58039"/>
                </a:lnTo>
                <a:lnTo>
                  <a:pt x="2289302" y="58039"/>
                </a:lnTo>
                <a:lnTo>
                  <a:pt x="2289302" y="45339"/>
                </a:lnTo>
                <a:lnTo>
                  <a:pt x="2274620" y="45339"/>
                </a:lnTo>
                <a:lnTo>
                  <a:pt x="2333625" y="10922"/>
                </a:lnTo>
                <a:lnTo>
                  <a:pt x="2334641" y="7112"/>
                </a:lnTo>
                <a:close/>
              </a:path>
              <a:path w="3632200" h="3083560">
                <a:moveTo>
                  <a:pt x="2340102" y="760095"/>
                </a:moveTo>
                <a:lnTo>
                  <a:pt x="2302002" y="760095"/>
                </a:lnTo>
                <a:lnTo>
                  <a:pt x="2302002" y="772795"/>
                </a:lnTo>
                <a:lnTo>
                  <a:pt x="2340102" y="772795"/>
                </a:lnTo>
                <a:lnTo>
                  <a:pt x="2340102" y="760095"/>
                </a:lnTo>
                <a:close/>
              </a:path>
              <a:path w="3632200" h="3083560">
                <a:moveTo>
                  <a:pt x="2340102" y="45339"/>
                </a:moveTo>
                <a:lnTo>
                  <a:pt x="2302002" y="45339"/>
                </a:lnTo>
                <a:lnTo>
                  <a:pt x="2302002" y="58039"/>
                </a:lnTo>
                <a:lnTo>
                  <a:pt x="2340102" y="58039"/>
                </a:lnTo>
                <a:lnTo>
                  <a:pt x="2340102" y="45339"/>
                </a:lnTo>
                <a:close/>
              </a:path>
              <a:path w="3632200" h="3083560">
                <a:moveTo>
                  <a:pt x="2347341" y="1546733"/>
                </a:moveTo>
                <a:lnTo>
                  <a:pt x="2343785" y="1540637"/>
                </a:lnTo>
                <a:lnTo>
                  <a:pt x="2339975" y="1539621"/>
                </a:lnTo>
                <a:lnTo>
                  <a:pt x="2251329" y="1591310"/>
                </a:lnTo>
                <a:lnTo>
                  <a:pt x="2339975" y="1642999"/>
                </a:lnTo>
                <a:lnTo>
                  <a:pt x="2343785" y="1641983"/>
                </a:lnTo>
                <a:lnTo>
                  <a:pt x="2347341" y="1635887"/>
                </a:lnTo>
                <a:lnTo>
                  <a:pt x="2346325" y="1632077"/>
                </a:lnTo>
                <a:lnTo>
                  <a:pt x="2287320" y="1597660"/>
                </a:lnTo>
                <a:lnTo>
                  <a:pt x="2298827" y="1597660"/>
                </a:lnTo>
                <a:lnTo>
                  <a:pt x="2298827" y="1584960"/>
                </a:lnTo>
                <a:lnTo>
                  <a:pt x="2287320" y="1584960"/>
                </a:lnTo>
                <a:lnTo>
                  <a:pt x="2346325" y="1550543"/>
                </a:lnTo>
                <a:lnTo>
                  <a:pt x="2347341" y="1546733"/>
                </a:lnTo>
                <a:close/>
              </a:path>
              <a:path w="3632200" h="3083560">
                <a:moveTo>
                  <a:pt x="2348611" y="1767459"/>
                </a:moveTo>
                <a:lnTo>
                  <a:pt x="2310511" y="1767459"/>
                </a:lnTo>
                <a:lnTo>
                  <a:pt x="2310511" y="1780159"/>
                </a:lnTo>
                <a:lnTo>
                  <a:pt x="2348611" y="1780159"/>
                </a:lnTo>
                <a:lnTo>
                  <a:pt x="2348611" y="1767459"/>
                </a:lnTo>
                <a:close/>
              </a:path>
              <a:path w="3632200" h="3083560">
                <a:moveTo>
                  <a:pt x="2349627" y="1584960"/>
                </a:moveTo>
                <a:lnTo>
                  <a:pt x="2311527" y="1584960"/>
                </a:lnTo>
                <a:lnTo>
                  <a:pt x="2311527" y="1597660"/>
                </a:lnTo>
                <a:lnTo>
                  <a:pt x="2349627" y="1597660"/>
                </a:lnTo>
                <a:lnTo>
                  <a:pt x="2349627" y="1584960"/>
                </a:lnTo>
                <a:close/>
              </a:path>
              <a:path w="3632200" h="3083560">
                <a:moveTo>
                  <a:pt x="2369058" y="3070479"/>
                </a:moveTo>
                <a:lnTo>
                  <a:pt x="2330958" y="3070479"/>
                </a:lnTo>
                <a:lnTo>
                  <a:pt x="2330958" y="3083179"/>
                </a:lnTo>
                <a:lnTo>
                  <a:pt x="2369058" y="3083179"/>
                </a:lnTo>
                <a:lnTo>
                  <a:pt x="2369058" y="3070479"/>
                </a:lnTo>
                <a:close/>
              </a:path>
              <a:path w="3632200" h="3083560">
                <a:moveTo>
                  <a:pt x="2390902" y="760095"/>
                </a:moveTo>
                <a:lnTo>
                  <a:pt x="2352802" y="760095"/>
                </a:lnTo>
                <a:lnTo>
                  <a:pt x="2352802" y="772795"/>
                </a:lnTo>
                <a:lnTo>
                  <a:pt x="2390902" y="772795"/>
                </a:lnTo>
                <a:lnTo>
                  <a:pt x="2390902" y="760095"/>
                </a:lnTo>
                <a:close/>
              </a:path>
              <a:path w="3632200" h="3083560">
                <a:moveTo>
                  <a:pt x="2390902" y="45339"/>
                </a:moveTo>
                <a:lnTo>
                  <a:pt x="2352802" y="45339"/>
                </a:lnTo>
                <a:lnTo>
                  <a:pt x="2352802" y="58039"/>
                </a:lnTo>
                <a:lnTo>
                  <a:pt x="2390902" y="58039"/>
                </a:lnTo>
                <a:lnTo>
                  <a:pt x="2390902" y="45339"/>
                </a:lnTo>
                <a:close/>
              </a:path>
              <a:path w="3632200" h="3083560">
                <a:moveTo>
                  <a:pt x="2399411" y="1767459"/>
                </a:moveTo>
                <a:lnTo>
                  <a:pt x="2361311" y="1767459"/>
                </a:lnTo>
                <a:lnTo>
                  <a:pt x="2361311" y="1780159"/>
                </a:lnTo>
                <a:lnTo>
                  <a:pt x="2399411" y="1780159"/>
                </a:lnTo>
                <a:lnTo>
                  <a:pt x="2399411" y="1767459"/>
                </a:lnTo>
                <a:close/>
              </a:path>
              <a:path w="3632200" h="3083560">
                <a:moveTo>
                  <a:pt x="2400427" y="1584960"/>
                </a:moveTo>
                <a:lnTo>
                  <a:pt x="2362327" y="1584960"/>
                </a:lnTo>
                <a:lnTo>
                  <a:pt x="2362327" y="1597660"/>
                </a:lnTo>
                <a:lnTo>
                  <a:pt x="2400427" y="1597660"/>
                </a:lnTo>
                <a:lnTo>
                  <a:pt x="2400427" y="1584960"/>
                </a:lnTo>
                <a:close/>
              </a:path>
              <a:path w="3632200" h="3083560">
                <a:moveTo>
                  <a:pt x="2419858" y="3070479"/>
                </a:moveTo>
                <a:lnTo>
                  <a:pt x="2381758" y="3070479"/>
                </a:lnTo>
                <a:lnTo>
                  <a:pt x="2381758" y="3083179"/>
                </a:lnTo>
                <a:lnTo>
                  <a:pt x="2419858" y="3083179"/>
                </a:lnTo>
                <a:lnTo>
                  <a:pt x="2419858" y="3070479"/>
                </a:lnTo>
                <a:close/>
              </a:path>
              <a:path w="3632200" h="3083560">
                <a:moveTo>
                  <a:pt x="2441702" y="760095"/>
                </a:moveTo>
                <a:lnTo>
                  <a:pt x="2403602" y="760095"/>
                </a:lnTo>
                <a:lnTo>
                  <a:pt x="2403602" y="772795"/>
                </a:lnTo>
                <a:lnTo>
                  <a:pt x="2441702" y="772795"/>
                </a:lnTo>
                <a:lnTo>
                  <a:pt x="2441702" y="760095"/>
                </a:lnTo>
                <a:close/>
              </a:path>
              <a:path w="3632200" h="3083560">
                <a:moveTo>
                  <a:pt x="2441702" y="45339"/>
                </a:moveTo>
                <a:lnTo>
                  <a:pt x="2403602" y="45339"/>
                </a:lnTo>
                <a:lnTo>
                  <a:pt x="2403602" y="58039"/>
                </a:lnTo>
                <a:lnTo>
                  <a:pt x="2441702" y="58039"/>
                </a:lnTo>
                <a:lnTo>
                  <a:pt x="2441702" y="45339"/>
                </a:lnTo>
                <a:close/>
              </a:path>
              <a:path w="3632200" h="3083560">
                <a:moveTo>
                  <a:pt x="2450211" y="1767459"/>
                </a:moveTo>
                <a:lnTo>
                  <a:pt x="2412111" y="1767459"/>
                </a:lnTo>
                <a:lnTo>
                  <a:pt x="2412111" y="1780159"/>
                </a:lnTo>
                <a:lnTo>
                  <a:pt x="2450211" y="1780159"/>
                </a:lnTo>
                <a:lnTo>
                  <a:pt x="2450211" y="1767459"/>
                </a:lnTo>
                <a:close/>
              </a:path>
              <a:path w="3632200" h="3083560">
                <a:moveTo>
                  <a:pt x="2451227" y="1584960"/>
                </a:moveTo>
                <a:lnTo>
                  <a:pt x="2413127" y="1584960"/>
                </a:lnTo>
                <a:lnTo>
                  <a:pt x="2413127" y="1597660"/>
                </a:lnTo>
                <a:lnTo>
                  <a:pt x="2451227" y="1597660"/>
                </a:lnTo>
                <a:lnTo>
                  <a:pt x="2451227" y="1584960"/>
                </a:lnTo>
                <a:close/>
              </a:path>
              <a:path w="3632200" h="3083560">
                <a:moveTo>
                  <a:pt x="2470658" y="3070479"/>
                </a:moveTo>
                <a:lnTo>
                  <a:pt x="2432558" y="3070479"/>
                </a:lnTo>
                <a:lnTo>
                  <a:pt x="2432558" y="3083179"/>
                </a:lnTo>
                <a:lnTo>
                  <a:pt x="2470658" y="3083179"/>
                </a:lnTo>
                <a:lnTo>
                  <a:pt x="2470658" y="3070479"/>
                </a:lnTo>
                <a:close/>
              </a:path>
              <a:path w="3632200" h="3083560">
                <a:moveTo>
                  <a:pt x="2492502" y="760095"/>
                </a:moveTo>
                <a:lnTo>
                  <a:pt x="2454402" y="760095"/>
                </a:lnTo>
                <a:lnTo>
                  <a:pt x="2454402" y="772795"/>
                </a:lnTo>
                <a:lnTo>
                  <a:pt x="2492502" y="772795"/>
                </a:lnTo>
                <a:lnTo>
                  <a:pt x="2492502" y="760095"/>
                </a:lnTo>
                <a:close/>
              </a:path>
              <a:path w="3632200" h="3083560">
                <a:moveTo>
                  <a:pt x="2492502" y="45339"/>
                </a:moveTo>
                <a:lnTo>
                  <a:pt x="2454402" y="45339"/>
                </a:lnTo>
                <a:lnTo>
                  <a:pt x="2454402" y="58039"/>
                </a:lnTo>
                <a:lnTo>
                  <a:pt x="2492502" y="58039"/>
                </a:lnTo>
                <a:lnTo>
                  <a:pt x="2492502" y="45339"/>
                </a:lnTo>
                <a:close/>
              </a:path>
              <a:path w="3632200" h="3083560">
                <a:moveTo>
                  <a:pt x="2501011" y="1767459"/>
                </a:moveTo>
                <a:lnTo>
                  <a:pt x="2462911" y="1767459"/>
                </a:lnTo>
                <a:lnTo>
                  <a:pt x="2462911" y="1780159"/>
                </a:lnTo>
                <a:lnTo>
                  <a:pt x="2501011" y="1780159"/>
                </a:lnTo>
                <a:lnTo>
                  <a:pt x="2501011" y="1767459"/>
                </a:lnTo>
                <a:close/>
              </a:path>
              <a:path w="3632200" h="3083560">
                <a:moveTo>
                  <a:pt x="2502027" y="1584960"/>
                </a:moveTo>
                <a:lnTo>
                  <a:pt x="2463927" y="1584960"/>
                </a:lnTo>
                <a:lnTo>
                  <a:pt x="2463927" y="1597660"/>
                </a:lnTo>
                <a:lnTo>
                  <a:pt x="2502027" y="1597660"/>
                </a:lnTo>
                <a:lnTo>
                  <a:pt x="2502027" y="1584960"/>
                </a:lnTo>
                <a:close/>
              </a:path>
              <a:path w="3632200" h="3083560">
                <a:moveTo>
                  <a:pt x="2521458" y="3070479"/>
                </a:moveTo>
                <a:lnTo>
                  <a:pt x="2483358" y="3070479"/>
                </a:lnTo>
                <a:lnTo>
                  <a:pt x="2483358" y="3083179"/>
                </a:lnTo>
                <a:lnTo>
                  <a:pt x="2521458" y="3083179"/>
                </a:lnTo>
                <a:lnTo>
                  <a:pt x="2521458" y="3070479"/>
                </a:lnTo>
                <a:close/>
              </a:path>
              <a:path w="3632200" h="3083560">
                <a:moveTo>
                  <a:pt x="2543302" y="760095"/>
                </a:moveTo>
                <a:lnTo>
                  <a:pt x="2505202" y="760095"/>
                </a:lnTo>
                <a:lnTo>
                  <a:pt x="2505202" y="772795"/>
                </a:lnTo>
                <a:lnTo>
                  <a:pt x="2543302" y="772795"/>
                </a:lnTo>
                <a:lnTo>
                  <a:pt x="2543302" y="760095"/>
                </a:lnTo>
                <a:close/>
              </a:path>
              <a:path w="3632200" h="3083560">
                <a:moveTo>
                  <a:pt x="2543302" y="45339"/>
                </a:moveTo>
                <a:lnTo>
                  <a:pt x="2505202" y="45339"/>
                </a:lnTo>
                <a:lnTo>
                  <a:pt x="2505202" y="58039"/>
                </a:lnTo>
                <a:lnTo>
                  <a:pt x="2543302" y="58039"/>
                </a:lnTo>
                <a:lnTo>
                  <a:pt x="2543302" y="45339"/>
                </a:lnTo>
                <a:close/>
              </a:path>
              <a:path w="3632200" h="3083560">
                <a:moveTo>
                  <a:pt x="2551811" y="1767459"/>
                </a:moveTo>
                <a:lnTo>
                  <a:pt x="2513711" y="1767459"/>
                </a:lnTo>
                <a:lnTo>
                  <a:pt x="2513711" y="1780159"/>
                </a:lnTo>
                <a:lnTo>
                  <a:pt x="2551811" y="1780159"/>
                </a:lnTo>
                <a:lnTo>
                  <a:pt x="2551811" y="1767459"/>
                </a:lnTo>
                <a:close/>
              </a:path>
              <a:path w="3632200" h="3083560">
                <a:moveTo>
                  <a:pt x="2552827" y="1584960"/>
                </a:moveTo>
                <a:lnTo>
                  <a:pt x="2514727" y="1584960"/>
                </a:lnTo>
                <a:lnTo>
                  <a:pt x="2514727" y="1597660"/>
                </a:lnTo>
                <a:lnTo>
                  <a:pt x="2552827" y="1597660"/>
                </a:lnTo>
                <a:lnTo>
                  <a:pt x="2552827" y="1584960"/>
                </a:lnTo>
                <a:close/>
              </a:path>
              <a:path w="3632200" h="3083560">
                <a:moveTo>
                  <a:pt x="2572258" y="3070479"/>
                </a:moveTo>
                <a:lnTo>
                  <a:pt x="2534158" y="3070479"/>
                </a:lnTo>
                <a:lnTo>
                  <a:pt x="2534158" y="3083179"/>
                </a:lnTo>
                <a:lnTo>
                  <a:pt x="2572258" y="3083179"/>
                </a:lnTo>
                <a:lnTo>
                  <a:pt x="2572258" y="3070479"/>
                </a:lnTo>
                <a:close/>
              </a:path>
              <a:path w="3632200" h="3083560">
                <a:moveTo>
                  <a:pt x="2594102" y="760095"/>
                </a:moveTo>
                <a:lnTo>
                  <a:pt x="2556002" y="760095"/>
                </a:lnTo>
                <a:lnTo>
                  <a:pt x="2556002" y="772795"/>
                </a:lnTo>
                <a:lnTo>
                  <a:pt x="2594102" y="772795"/>
                </a:lnTo>
                <a:lnTo>
                  <a:pt x="2594102" y="760095"/>
                </a:lnTo>
                <a:close/>
              </a:path>
              <a:path w="3632200" h="3083560">
                <a:moveTo>
                  <a:pt x="2594102" y="45339"/>
                </a:moveTo>
                <a:lnTo>
                  <a:pt x="2556002" y="45339"/>
                </a:lnTo>
                <a:lnTo>
                  <a:pt x="2556002" y="58039"/>
                </a:lnTo>
                <a:lnTo>
                  <a:pt x="2594102" y="58039"/>
                </a:lnTo>
                <a:lnTo>
                  <a:pt x="2594102" y="45339"/>
                </a:lnTo>
                <a:close/>
              </a:path>
              <a:path w="3632200" h="3083560">
                <a:moveTo>
                  <a:pt x="2602611" y="1767459"/>
                </a:moveTo>
                <a:lnTo>
                  <a:pt x="2564511" y="1767459"/>
                </a:lnTo>
                <a:lnTo>
                  <a:pt x="2564511" y="1780159"/>
                </a:lnTo>
                <a:lnTo>
                  <a:pt x="2602611" y="1780159"/>
                </a:lnTo>
                <a:lnTo>
                  <a:pt x="2602611" y="1767459"/>
                </a:lnTo>
                <a:close/>
              </a:path>
              <a:path w="3632200" h="3083560">
                <a:moveTo>
                  <a:pt x="2603627" y="1584960"/>
                </a:moveTo>
                <a:lnTo>
                  <a:pt x="2565527" y="1584960"/>
                </a:lnTo>
                <a:lnTo>
                  <a:pt x="2565527" y="1597660"/>
                </a:lnTo>
                <a:lnTo>
                  <a:pt x="2603627" y="1597660"/>
                </a:lnTo>
                <a:lnTo>
                  <a:pt x="2603627" y="1584960"/>
                </a:lnTo>
                <a:close/>
              </a:path>
              <a:path w="3632200" h="3083560">
                <a:moveTo>
                  <a:pt x="2623058" y="3070479"/>
                </a:moveTo>
                <a:lnTo>
                  <a:pt x="2584958" y="3070479"/>
                </a:lnTo>
                <a:lnTo>
                  <a:pt x="2584958" y="3083179"/>
                </a:lnTo>
                <a:lnTo>
                  <a:pt x="2623058" y="3083179"/>
                </a:lnTo>
                <a:lnTo>
                  <a:pt x="2623058" y="3070479"/>
                </a:lnTo>
                <a:close/>
              </a:path>
              <a:path w="3632200" h="3083560">
                <a:moveTo>
                  <a:pt x="2644902" y="760095"/>
                </a:moveTo>
                <a:lnTo>
                  <a:pt x="2606802" y="760095"/>
                </a:lnTo>
                <a:lnTo>
                  <a:pt x="2606802" y="772795"/>
                </a:lnTo>
                <a:lnTo>
                  <a:pt x="2644902" y="772795"/>
                </a:lnTo>
                <a:lnTo>
                  <a:pt x="2644902" y="760095"/>
                </a:lnTo>
                <a:close/>
              </a:path>
              <a:path w="3632200" h="3083560">
                <a:moveTo>
                  <a:pt x="2644902" y="45339"/>
                </a:moveTo>
                <a:lnTo>
                  <a:pt x="2606802" y="45339"/>
                </a:lnTo>
                <a:lnTo>
                  <a:pt x="2606802" y="58039"/>
                </a:lnTo>
                <a:lnTo>
                  <a:pt x="2644902" y="58039"/>
                </a:lnTo>
                <a:lnTo>
                  <a:pt x="2644902" y="45339"/>
                </a:lnTo>
                <a:close/>
              </a:path>
              <a:path w="3632200" h="3083560">
                <a:moveTo>
                  <a:pt x="2653411" y="1767459"/>
                </a:moveTo>
                <a:lnTo>
                  <a:pt x="2615311" y="1767459"/>
                </a:lnTo>
                <a:lnTo>
                  <a:pt x="2615311" y="1780159"/>
                </a:lnTo>
                <a:lnTo>
                  <a:pt x="2653411" y="1780159"/>
                </a:lnTo>
                <a:lnTo>
                  <a:pt x="2653411" y="1767459"/>
                </a:lnTo>
                <a:close/>
              </a:path>
              <a:path w="3632200" h="3083560">
                <a:moveTo>
                  <a:pt x="2654427" y="1584960"/>
                </a:moveTo>
                <a:lnTo>
                  <a:pt x="2616327" y="1584960"/>
                </a:lnTo>
                <a:lnTo>
                  <a:pt x="2616327" y="1597660"/>
                </a:lnTo>
                <a:lnTo>
                  <a:pt x="2654427" y="1597660"/>
                </a:lnTo>
                <a:lnTo>
                  <a:pt x="2654427" y="1584960"/>
                </a:lnTo>
                <a:close/>
              </a:path>
              <a:path w="3632200" h="3083560">
                <a:moveTo>
                  <a:pt x="2673858" y="3070479"/>
                </a:moveTo>
                <a:lnTo>
                  <a:pt x="2635758" y="3070479"/>
                </a:lnTo>
                <a:lnTo>
                  <a:pt x="2635758" y="3083179"/>
                </a:lnTo>
                <a:lnTo>
                  <a:pt x="2673858" y="3083179"/>
                </a:lnTo>
                <a:lnTo>
                  <a:pt x="2673858" y="3070479"/>
                </a:lnTo>
                <a:close/>
              </a:path>
              <a:path w="3632200" h="3083560">
                <a:moveTo>
                  <a:pt x="2695702" y="760095"/>
                </a:moveTo>
                <a:lnTo>
                  <a:pt x="2657602" y="760095"/>
                </a:lnTo>
                <a:lnTo>
                  <a:pt x="2657602" y="772795"/>
                </a:lnTo>
                <a:lnTo>
                  <a:pt x="2695702" y="772795"/>
                </a:lnTo>
                <a:lnTo>
                  <a:pt x="2695702" y="760095"/>
                </a:lnTo>
                <a:close/>
              </a:path>
              <a:path w="3632200" h="3083560">
                <a:moveTo>
                  <a:pt x="2695702" y="45339"/>
                </a:moveTo>
                <a:lnTo>
                  <a:pt x="2657602" y="45339"/>
                </a:lnTo>
                <a:lnTo>
                  <a:pt x="2657602" y="58039"/>
                </a:lnTo>
                <a:lnTo>
                  <a:pt x="2695702" y="58039"/>
                </a:lnTo>
                <a:lnTo>
                  <a:pt x="2695702" y="45339"/>
                </a:lnTo>
                <a:close/>
              </a:path>
              <a:path w="3632200" h="3083560">
                <a:moveTo>
                  <a:pt x="2704211" y="1767459"/>
                </a:moveTo>
                <a:lnTo>
                  <a:pt x="2666111" y="1767459"/>
                </a:lnTo>
                <a:lnTo>
                  <a:pt x="2666111" y="1780159"/>
                </a:lnTo>
                <a:lnTo>
                  <a:pt x="2704211" y="1780159"/>
                </a:lnTo>
                <a:lnTo>
                  <a:pt x="2704211" y="1767459"/>
                </a:lnTo>
                <a:close/>
              </a:path>
              <a:path w="3632200" h="3083560">
                <a:moveTo>
                  <a:pt x="2705227" y="1584960"/>
                </a:moveTo>
                <a:lnTo>
                  <a:pt x="2667127" y="1584960"/>
                </a:lnTo>
                <a:lnTo>
                  <a:pt x="2667127" y="1597660"/>
                </a:lnTo>
                <a:lnTo>
                  <a:pt x="2705227" y="1597660"/>
                </a:lnTo>
                <a:lnTo>
                  <a:pt x="2705227" y="1584960"/>
                </a:lnTo>
                <a:close/>
              </a:path>
              <a:path w="3632200" h="3083560">
                <a:moveTo>
                  <a:pt x="2724658" y="3070479"/>
                </a:moveTo>
                <a:lnTo>
                  <a:pt x="2686558" y="3070479"/>
                </a:lnTo>
                <a:lnTo>
                  <a:pt x="2686558" y="3083179"/>
                </a:lnTo>
                <a:lnTo>
                  <a:pt x="2724658" y="3083179"/>
                </a:lnTo>
                <a:lnTo>
                  <a:pt x="2724658" y="3070479"/>
                </a:lnTo>
                <a:close/>
              </a:path>
              <a:path w="3632200" h="3083560">
                <a:moveTo>
                  <a:pt x="2746502" y="760095"/>
                </a:moveTo>
                <a:lnTo>
                  <a:pt x="2708402" y="760095"/>
                </a:lnTo>
                <a:lnTo>
                  <a:pt x="2708402" y="772795"/>
                </a:lnTo>
                <a:lnTo>
                  <a:pt x="2746502" y="772795"/>
                </a:lnTo>
                <a:lnTo>
                  <a:pt x="2746502" y="760095"/>
                </a:lnTo>
                <a:close/>
              </a:path>
              <a:path w="3632200" h="3083560">
                <a:moveTo>
                  <a:pt x="2746502" y="45339"/>
                </a:moveTo>
                <a:lnTo>
                  <a:pt x="2708402" y="45339"/>
                </a:lnTo>
                <a:lnTo>
                  <a:pt x="2708402" y="58039"/>
                </a:lnTo>
                <a:lnTo>
                  <a:pt x="2746502" y="58039"/>
                </a:lnTo>
                <a:lnTo>
                  <a:pt x="2746502" y="45339"/>
                </a:lnTo>
                <a:close/>
              </a:path>
              <a:path w="3632200" h="3083560">
                <a:moveTo>
                  <a:pt x="2755011" y="1767459"/>
                </a:moveTo>
                <a:lnTo>
                  <a:pt x="2716911" y="1767459"/>
                </a:lnTo>
                <a:lnTo>
                  <a:pt x="2716911" y="1780159"/>
                </a:lnTo>
                <a:lnTo>
                  <a:pt x="2755011" y="1780159"/>
                </a:lnTo>
                <a:lnTo>
                  <a:pt x="2755011" y="1767459"/>
                </a:lnTo>
                <a:close/>
              </a:path>
              <a:path w="3632200" h="3083560">
                <a:moveTo>
                  <a:pt x="2756027" y="1584960"/>
                </a:moveTo>
                <a:lnTo>
                  <a:pt x="2717927" y="1584960"/>
                </a:lnTo>
                <a:lnTo>
                  <a:pt x="2717927" y="1597660"/>
                </a:lnTo>
                <a:lnTo>
                  <a:pt x="2756027" y="1597660"/>
                </a:lnTo>
                <a:lnTo>
                  <a:pt x="2756027" y="1584960"/>
                </a:lnTo>
                <a:close/>
              </a:path>
              <a:path w="3632200" h="3083560">
                <a:moveTo>
                  <a:pt x="2775458" y="3070479"/>
                </a:moveTo>
                <a:lnTo>
                  <a:pt x="2737358" y="3070479"/>
                </a:lnTo>
                <a:lnTo>
                  <a:pt x="2737358" y="3083179"/>
                </a:lnTo>
                <a:lnTo>
                  <a:pt x="2775458" y="3083179"/>
                </a:lnTo>
                <a:lnTo>
                  <a:pt x="2775458" y="3070479"/>
                </a:lnTo>
                <a:close/>
              </a:path>
              <a:path w="3632200" h="3083560">
                <a:moveTo>
                  <a:pt x="2797302" y="760095"/>
                </a:moveTo>
                <a:lnTo>
                  <a:pt x="2759202" y="760095"/>
                </a:lnTo>
                <a:lnTo>
                  <a:pt x="2759202" y="772795"/>
                </a:lnTo>
                <a:lnTo>
                  <a:pt x="2797302" y="772795"/>
                </a:lnTo>
                <a:lnTo>
                  <a:pt x="2797302" y="760095"/>
                </a:lnTo>
                <a:close/>
              </a:path>
              <a:path w="3632200" h="3083560">
                <a:moveTo>
                  <a:pt x="2797302" y="45339"/>
                </a:moveTo>
                <a:lnTo>
                  <a:pt x="2759202" y="45339"/>
                </a:lnTo>
                <a:lnTo>
                  <a:pt x="2759202" y="58039"/>
                </a:lnTo>
                <a:lnTo>
                  <a:pt x="2797302" y="58039"/>
                </a:lnTo>
                <a:lnTo>
                  <a:pt x="2797302" y="45339"/>
                </a:lnTo>
                <a:close/>
              </a:path>
              <a:path w="3632200" h="3083560">
                <a:moveTo>
                  <a:pt x="2805811" y="1767459"/>
                </a:moveTo>
                <a:lnTo>
                  <a:pt x="2767711" y="1767459"/>
                </a:lnTo>
                <a:lnTo>
                  <a:pt x="2767711" y="1780159"/>
                </a:lnTo>
                <a:lnTo>
                  <a:pt x="2805811" y="1780159"/>
                </a:lnTo>
                <a:lnTo>
                  <a:pt x="2805811" y="1767459"/>
                </a:lnTo>
                <a:close/>
              </a:path>
              <a:path w="3632200" h="3083560">
                <a:moveTo>
                  <a:pt x="2806827" y="1584960"/>
                </a:moveTo>
                <a:lnTo>
                  <a:pt x="2768727" y="1584960"/>
                </a:lnTo>
                <a:lnTo>
                  <a:pt x="2768727" y="1597660"/>
                </a:lnTo>
                <a:lnTo>
                  <a:pt x="2806827" y="1597660"/>
                </a:lnTo>
                <a:lnTo>
                  <a:pt x="2806827" y="1584960"/>
                </a:lnTo>
                <a:close/>
              </a:path>
              <a:path w="3632200" h="3083560">
                <a:moveTo>
                  <a:pt x="2826258" y="3070479"/>
                </a:moveTo>
                <a:lnTo>
                  <a:pt x="2788158" y="3070479"/>
                </a:lnTo>
                <a:lnTo>
                  <a:pt x="2788158" y="3083179"/>
                </a:lnTo>
                <a:lnTo>
                  <a:pt x="2826258" y="3083179"/>
                </a:lnTo>
                <a:lnTo>
                  <a:pt x="2826258" y="3070479"/>
                </a:lnTo>
                <a:close/>
              </a:path>
              <a:path w="3632200" h="3083560">
                <a:moveTo>
                  <a:pt x="2848102" y="760095"/>
                </a:moveTo>
                <a:lnTo>
                  <a:pt x="2810002" y="760095"/>
                </a:lnTo>
                <a:lnTo>
                  <a:pt x="2810002" y="772795"/>
                </a:lnTo>
                <a:lnTo>
                  <a:pt x="2848102" y="772795"/>
                </a:lnTo>
                <a:lnTo>
                  <a:pt x="2848102" y="760095"/>
                </a:lnTo>
                <a:close/>
              </a:path>
              <a:path w="3632200" h="3083560">
                <a:moveTo>
                  <a:pt x="2848102" y="45339"/>
                </a:moveTo>
                <a:lnTo>
                  <a:pt x="2810002" y="45339"/>
                </a:lnTo>
                <a:lnTo>
                  <a:pt x="2810002" y="58039"/>
                </a:lnTo>
                <a:lnTo>
                  <a:pt x="2848102" y="58039"/>
                </a:lnTo>
                <a:lnTo>
                  <a:pt x="2848102" y="45339"/>
                </a:lnTo>
                <a:close/>
              </a:path>
              <a:path w="3632200" h="3083560">
                <a:moveTo>
                  <a:pt x="2856611" y="1767459"/>
                </a:moveTo>
                <a:lnTo>
                  <a:pt x="2818511" y="1767459"/>
                </a:lnTo>
                <a:lnTo>
                  <a:pt x="2818511" y="1780159"/>
                </a:lnTo>
                <a:lnTo>
                  <a:pt x="2856611" y="1780159"/>
                </a:lnTo>
                <a:lnTo>
                  <a:pt x="2856611" y="1767459"/>
                </a:lnTo>
                <a:close/>
              </a:path>
              <a:path w="3632200" h="3083560">
                <a:moveTo>
                  <a:pt x="2857627" y="1584960"/>
                </a:moveTo>
                <a:lnTo>
                  <a:pt x="2819527" y="1584960"/>
                </a:lnTo>
                <a:lnTo>
                  <a:pt x="2819527" y="1597660"/>
                </a:lnTo>
                <a:lnTo>
                  <a:pt x="2857627" y="1597660"/>
                </a:lnTo>
                <a:lnTo>
                  <a:pt x="2857627" y="1584960"/>
                </a:lnTo>
                <a:close/>
              </a:path>
              <a:path w="3632200" h="3083560">
                <a:moveTo>
                  <a:pt x="2877058" y="3070479"/>
                </a:moveTo>
                <a:lnTo>
                  <a:pt x="2838958" y="3070479"/>
                </a:lnTo>
                <a:lnTo>
                  <a:pt x="2838958" y="3083179"/>
                </a:lnTo>
                <a:lnTo>
                  <a:pt x="2877058" y="3083179"/>
                </a:lnTo>
                <a:lnTo>
                  <a:pt x="2877058" y="3070479"/>
                </a:lnTo>
                <a:close/>
              </a:path>
              <a:path w="3632200" h="3083560">
                <a:moveTo>
                  <a:pt x="2898902" y="760095"/>
                </a:moveTo>
                <a:lnTo>
                  <a:pt x="2860802" y="760095"/>
                </a:lnTo>
                <a:lnTo>
                  <a:pt x="2860802" y="772795"/>
                </a:lnTo>
                <a:lnTo>
                  <a:pt x="2898902" y="772795"/>
                </a:lnTo>
                <a:lnTo>
                  <a:pt x="2898902" y="760095"/>
                </a:lnTo>
                <a:close/>
              </a:path>
              <a:path w="3632200" h="3083560">
                <a:moveTo>
                  <a:pt x="2898902" y="45339"/>
                </a:moveTo>
                <a:lnTo>
                  <a:pt x="2860802" y="45339"/>
                </a:lnTo>
                <a:lnTo>
                  <a:pt x="2860802" y="58039"/>
                </a:lnTo>
                <a:lnTo>
                  <a:pt x="2898902" y="58039"/>
                </a:lnTo>
                <a:lnTo>
                  <a:pt x="2898902" y="45339"/>
                </a:lnTo>
                <a:close/>
              </a:path>
              <a:path w="3632200" h="3083560">
                <a:moveTo>
                  <a:pt x="2907411" y="1767459"/>
                </a:moveTo>
                <a:lnTo>
                  <a:pt x="2869311" y="1767459"/>
                </a:lnTo>
                <a:lnTo>
                  <a:pt x="2869311" y="1780159"/>
                </a:lnTo>
                <a:lnTo>
                  <a:pt x="2907411" y="1780159"/>
                </a:lnTo>
                <a:lnTo>
                  <a:pt x="2907411" y="1767459"/>
                </a:lnTo>
                <a:close/>
              </a:path>
              <a:path w="3632200" h="3083560">
                <a:moveTo>
                  <a:pt x="2908427" y="1584960"/>
                </a:moveTo>
                <a:lnTo>
                  <a:pt x="2870327" y="1584960"/>
                </a:lnTo>
                <a:lnTo>
                  <a:pt x="2870327" y="1597660"/>
                </a:lnTo>
                <a:lnTo>
                  <a:pt x="2908427" y="1597660"/>
                </a:lnTo>
                <a:lnTo>
                  <a:pt x="2908427" y="1584960"/>
                </a:lnTo>
                <a:close/>
              </a:path>
              <a:path w="3632200" h="3083560">
                <a:moveTo>
                  <a:pt x="2927858" y="3070479"/>
                </a:moveTo>
                <a:lnTo>
                  <a:pt x="2889758" y="3070479"/>
                </a:lnTo>
                <a:lnTo>
                  <a:pt x="2889758" y="3083179"/>
                </a:lnTo>
                <a:lnTo>
                  <a:pt x="2927858" y="3083179"/>
                </a:lnTo>
                <a:lnTo>
                  <a:pt x="2927858" y="3070479"/>
                </a:lnTo>
                <a:close/>
              </a:path>
              <a:path w="3632200" h="3083560">
                <a:moveTo>
                  <a:pt x="2949702" y="760095"/>
                </a:moveTo>
                <a:lnTo>
                  <a:pt x="2911602" y="760095"/>
                </a:lnTo>
                <a:lnTo>
                  <a:pt x="2911602" y="772795"/>
                </a:lnTo>
                <a:lnTo>
                  <a:pt x="2949702" y="772795"/>
                </a:lnTo>
                <a:lnTo>
                  <a:pt x="2949702" y="760095"/>
                </a:lnTo>
                <a:close/>
              </a:path>
              <a:path w="3632200" h="3083560">
                <a:moveTo>
                  <a:pt x="2949702" y="45339"/>
                </a:moveTo>
                <a:lnTo>
                  <a:pt x="2911602" y="45339"/>
                </a:lnTo>
                <a:lnTo>
                  <a:pt x="2911602" y="58039"/>
                </a:lnTo>
                <a:lnTo>
                  <a:pt x="2949702" y="58039"/>
                </a:lnTo>
                <a:lnTo>
                  <a:pt x="2949702" y="45339"/>
                </a:lnTo>
                <a:close/>
              </a:path>
              <a:path w="3632200" h="3083560">
                <a:moveTo>
                  <a:pt x="2958211" y="1767459"/>
                </a:moveTo>
                <a:lnTo>
                  <a:pt x="2920111" y="1767459"/>
                </a:lnTo>
                <a:lnTo>
                  <a:pt x="2920111" y="1780159"/>
                </a:lnTo>
                <a:lnTo>
                  <a:pt x="2958211" y="1780159"/>
                </a:lnTo>
                <a:lnTo>
                  <a:pt x="2958211" y="1767459"/>
                </a:lnTo>
                <a:close/>
              </a:path>
              <a:path w="3632200" h="3083560">
                <a:moveTo>
                  <a:pt x="2959227" y="1584960"/>
                </a:moveTo>
                <a:lnTo>
                  <a:pt x="2921127" y="1584960"/>
                </a:lnTo>
                <a:lnTo>
                  <a:pt x="2921127" y="1597660"/>
                </a:lnTo>
                <a:lnTo>
                  <a:pt x="2959227" y="1597660"/>
                </a:lnTo>
                <a:lnTo>
                  <a:pt x="2959227" y="1584960"/>
                </a:lnTo>
                <a:close/>
              </a:path>
              <a:path w="3632200" h="3083560">
                <a:moveTo>
                  <a:pt x="2978658" y="3070479"/>
                </a:moveTo>
                <a:lnTo>
                  <a:pt x="2940558" y="3070479"/>
                </a:lnTo>
                <a:lnTo>
                  <a:pt x="2940558" y="3083179"/>
                </a:lnTo>
                <a:lnTo>
                  <a:pt x="2978658" y="3083179"/>
                </a:lnTo>
                <a:lnTo>
                  <a:pt x="2978658" y="3070479"/>
                </a:lnTo>
                <a:close/>
              </a:path>
              <a:path w="3632200" h="3083560">
                <a:moveTo>
                  <a:pt x="3000502" y="760095"/>
                </a:moveTo>
                <a:lnTo>
                  <a:pt x="2962402" y="760095"/>
                </a:lnTo>
                <a:lnTo>
                  <a:pt x="2962402" y="772795"/>
                </a:lnTo>
                <a:lnTo>
                  <a:pt x="3000502" y="772795"/>
                </a:lnTo>
                <a:lnTo>
                  <a:pt x="3000502" y="760095"/>
                </a:lnTo>
                <a:close/>
              </a:path>
              <a:path w="3632200" h="3083560">
                <a:moveTo>
                  <a:pt x="3000502" y="45339"/>
                </a:moveTo>
                <a:lnTo>
                  <a:pt x="2962402" y="45339"/>
                </a:lnTo>
                <a:lnTo>
                  <a:pt x="2962402" y="58039"/>
                </a:lnTo>
                <a:lnTo>
                  <a:pt x="3000502" y="58039"/>
                </a:lnTo>
                <a:lnTo>
                  <a:pt x="3000502" y="45339"/>
                </a:lnTo>
                <a:close/>
              </a:path>
              <a:path w="3632200" h="3083560">
                <a:moveTo>
                  <a:pt x="3009011" y="1767459"/>
                </a:moveTo>
                <a:lnTo>
                  <a:pt x="2970911" y="1767459"/>
                </a:lnTo>
                <a:lnTo>
                  <a:pt x="2970911" y="1780159"/>
                </a:lnTo>
                <a:lnTo>
                  <a:pt x="3009011" y="1780159"/>
                </a:lnTo>
                <a:lnTo>
                  <a:pt x="3009011" y="1767459"/>
                </a:lnTo>
                <a:close/>
              </a:path>
              <a:path w="3632200" h="3083560">
                <a:moveTo>
                  <a:pt x="3010027" y="1584960"/>
                </a:moveTo>
                <a:lnTo>
                  <a:pt x="2971927" y="1584960"/>
                </a:lnTo>
                <a:lnTo>
                  <a:pt x="2971927" y="1597660"/>
                </a:lnTo>
                <a:lnTo>
                  <a:pt x="3010027" y="1597660"/>
                </a:lnTo>
                <a:lnTo>
                  <a:pt x="3010027" y="1584960"/>
                </a:lnTo>
                <a:close/>
              </a:path>
              <a:path w="3632200" h="3083560">
                <a:moveTo>
                  <a:pt x="3029458" y="3070479"/>
                </a:moveTo>
                <a:lnTo>
                  <a:pt x="2991358" y="3070479"/>
                </a:lnTo>
                <a:lnTo>
                  <a:pt x="2991358" y="3083179"/>
                </a:lnTo>
                <a:lnTo>
                  <a:pt x="3029458" y="3083179"/>
                </a:lnTo>
                <a:lnTo>
                  <a:pt x="3029458" y="3070479"/>
                </a:lnTo>
                <a:close/>
              </a:path>
              <a:path w="3632200" h="3083560">
                <a:moveTo>
                  <a:pt x="3051302" y="760095"/>
                </a:moveTo>
                <a:lnTo>
                  <a:pt x="3013202" y="760095"/>
                </a:lnTo>
                <a:lnTo>
                  <a:pt x="3013202" y="772795"/>
                </a:lnTo>
                <a:lnTo>
                  <a:pt x="3051302" y="772795"/>
                </a:lnTo>
                <a:lnTo>
                  <a:pt x="3051302" y="760095"/>
                </a:lnTo>
                <a:close/>
              </a:path>
              <a:path w="3632200" h="3083560">
                <a:moveTo>
                  <a:pt x="3051302" y="45339"/>
                </a:moveTo>
                <a:lnTo>
                  <a:pt x="3013202" y="45339"/>
                </a:lnTo>
                <a:lnTo>
                  <a:pt x="3013202" y="58039"/>
                </a:lnTo>
                <a:lnTo>
                  <a:pt x="3051302" y="58039"/>
                </a:lnTo>
                <a:lnTo>
                  <a:pt x="3051302" y="45339"/>
                </a:lnTo>
                <a:close/>
              </a:path>
              <a:path w="3632200" h="3083560">
                <a:moveTo>
                  <a:pt x="3059811" y="1767459"/>
                </a:moveTo>
                <a:lnTo>
                  <a:pt x="3021711" y="1767459"/>
                </a:lnTo>
                <a:lnTo>
                  <a:pt x="3021711" y="1780159"/>
                </a:lnTo>
                <a:lnTo>
                  <a:pt x="3059811" y="1780159"/>
                </a:lnTo>
                <a:lnTo>
                  <a:pt x="3059811" y="1767459"/>
                </a:lnTo>
                <a:close/>
              </a:path>
              <a:path w="3632200" h="3083560">
                <a:moveTo>
                  <a:pt x="3062732" y="1586865"/>
                </a:moveTo>
                <a:lnTo>
                  <a:pt x="3054477" y="1586865"/>
                </a:lnTo>
                <a:lnTo>
                  <a:pt x="3056382" y="1584960"/>
                </a:lnTo>
                <a:lnTo>
                  <a:pt x="3022727" y="1584960"/>
                </a:lnTo>
                <a:lnTo>
                  <a:pt x="3022727" y="1597660"/>
                </a:lnTo>
                <a:lnTo>
                  <a:pt x="3059938" y="1597660"/>
                </a:lnTo>
                <a:lnTo>
                  <a:pt x="3062732" y="1594866"/>
                </a:lnTo>
                <a:lnTo>
                  <a:pt x="3062732" y="1591310"/>
                </a:lnTo>
                <a:lnTo>
                  <a:pt x="3062732" y="1586865"/>
                </a:lnTo>
                <a:close/>
              </a:path>
              <a:path w="3632200" h="3083560">
                <a:moveTo>
                  <a:pt x="3062732" y="1536065"/>
                </a:moveTo>
                <a:lnTo>
                  <a:pt x="3050032" y="1536065"/>
                </a:lnTo>
                <a:lnTo>
                  <a:pt x="3050032" y="1574165"/>
                </a:lnTo>
                <a:lnTo>
                  <a:pt x="3062732" y="1574165"/>
                </a:lnTo>
                <a:lnTo>
                  <a:pt x="3062732" y="1536065"/>
                </a:lnTo>
                <a:close/>
              </a:path>
              <a:path w="3632200" h="3083560">
                <a:moveTo>
                  <a:pt x="3062732" y="1485265"/>
                </a:moveTo>
                <a:lnTo>
                  <a:pt x="3050032" y="1485265"/>
                </a:lnTo>
                <a:lnTo>
                  <a:pt x="3050032" y="1523365"/>
                </a:lnTo>
                <a:lnTo>
                  <a:pt x="3062732" y="1523365"/>
                </a:lnTo>
                <a:lnTo>
                  <a:pt x="3062732" y="1485265"/>
                </a:lnTo>
                <a:close/>
              </a:path>
              <a:path w="3632200" h="3083560">
                <a:moveTo>
                  <a:pt x="3062732" y="1434465"/>
                </a:moveTo>
                <a:lnTo>
                  <a:pt x="3050032" y="1434465"/>
                </a:lnTo>
                <a:lnTo>
                  <a:pt x="3050032" y="1472565"/>
                </a:lnTo>
                <a:lnTo>
                  <a:pt x="3062732" y="1472565"/>
                </a:lnTo>
                <a:lnTo>
                  <a:pt x="3062732" y="1434465"/>
                </a:lnTo>
                <a:close/>
              </a:path>
              <a:path w="3632200" h="3083560">
                <a:moveTo>
                  <a:pt x="3062732" y="1383665"/>
                </a:moveTo>
                <a:lnTo>
                  <a:pt x="3050032" y="1383665"/>
                </a:lnTo>
                <a:lnTo>
                  <a:pt x="3050032" y="1421765"/>
                </a:lnTo>
                <a:lnTo>
                  <a:pt x="3062732" y="1421765"/>
                </a:lnTo>
                <a:lnTo>
                  <a:pt x="3062732" y="1383665"/>
                </a:lnTo>
                <a:close/>
              </a:path>
              <a:path w="3632200" h="3083560">
                <a:moveTo>
                  <a:pt x="3062732" y="1332865"/>
                </a:moveTo>
                <a:lnTo>
                  <a:pt x="3050032" y="1332865"/>
                </a:lnTo>
                <a:lnTo>
                  <a:pt x="3050032" y="1370965"/>
                </a:lnTo>
                <a:lnTo>
                  <a:pt x="3062732" y="1370965"/>
                </a:lnTo>
                <a:lnTo>
                  <a:pt x="3062732" y="1332865"/>
                </a:lnTo>
                <a:close/>
              </a:path>
              <a:path w="3632200" h="3083560">
                <a:moveTo>
                  <a:pt x="3062732" y="1282065"/>
                </a:moveTo>
                <a:lnTo>
                  <a:pt x="3050032" y="1282065"/>
                </a:lnTo>
                <a:lnTo>
                  <a:pt x="3050032" y="1320165"/>
                </a:lnTo>
                <a:lnTo>
                  <a:pt x="3062732" y="1320165"/>
                </a:lnTo>
                <a:lnTo>
                  <a:pt x="3062732" y="1282065"/>
                </a:lnTo>
                <a:close/>
              </a:path>
              <a:path w="3632200" h="3083560">
                <a:moveTo>
                  <a:pt x="3062732" y="1231265"/>
                </a:moveTo>
                <a:lnTo>
                  <a:pt x="3050032" y="1231265"/>
                </a:lnTo>
                <a:lnTo>
                  <a:pt x="3050032" y="1269365"/>
                </a:lnTo>
                <a:lnTo>
                  <a:pt x="3062732" y="1269365"/>
                </a:lnTo>
                <a:lnTo>
                  <a:pt x="3062732" y="1231265"/>
                </a:lnTo>
                <a:close/>
              </a:path>
              <a:path w="3632200" h="3083560">
                <a:moveTo>
                  <a:pt x="3062732" y="1180465"/>
                </a:moveTo>
                <a:lnTo>
                  <a:pt x="3050032" y="1180465"/>
                </a:lnTo>
                <a:lnTo>
                  <a:pt x="3050032" y="1218565"/>
                </a:lnTo>
                <a:lnTo>
                  <a:pt x="3062732" y="1218565"/>
                </a:lnTo>
                <a:lnTo>
                  <a:pt x="3062732" y="1180465"/>
                </a:lnTo>
                <a:close/>
              </a:path>
              <a:path w="3632200" h="3083560">
                <a:moveTo>
                  <a:pt x="3062732" y="1129665"/>
                </a:moveTo>
                <a:lnTo>
                  <a:pt x="3050032" y="1129665"/>
                </a:lnTo>
                <a:lnTo>
                  <a:pt x="3050032" y="1167765"/>
                </a:lnTo>
                <a:lnTo>
                  <a:pt x="3062732" y="1167765"/>
                </a:lnTo>
                <a:lnTo>
                  <a:pt x="3062732" y="1129665"/>
                </a:lnTo>
                <a:close/>
              </a:path>
              <a:path w="3632200" h="3083560">
                <a:moveTo>
                  <a:pt x="3062732" y="1078865"/>
                </a:moveTo>
                <a:lnTo>
                  <a:pt x="3050032" y="1078865"/>
                </a:lnTo>
                <a:lnTo>
                  <a:pt x="3050032" y="1116965"/>
                </a:lnTo>
                <a:lnTo>
                  <a:pt x="3062732" y="1116965"/>
                </a:lnTo>
                <a:lnTo>
                  <a:pt x="3062732" y="1078865"/>
                </a:lnTo>
                <a:close/>
              </a:path>
              <a:path w="3632200" h="3083560">
                <a:moveTo>
                  <a:pt x="3062732" y="1028065"/>
                </a:moveTo>
                <a:lnTo>
                  <a:pt x="3050032" y="1028065"/>
                </a:lnTo>
                <a:lnTo>
                  <a:pt x="3050032" y="1066165"/>
                </a:lnTo>
                <a:lnTo>
                  <a:pt x="3062732" y="1066165"/>
                </a:lnTo>
                <a:lnTo>
                  <a:pt x="3062732" y="1028065"/>
                </a:lnTo>
                <a:close/>
              </a:path>
              <a:path w="3632200" h="3083560">
                <a:moveTo>
                  <a:pt x="3062732" y="977265"/>
                </a:moveTo>
                <a:lnTo>
                  <a:pt x="3050032" y="977265"/>
                </a:lnTo>
                <a:lnTo>
                  <a:pt x="3050032" y="1015365"/>
                </a:lnTo>
                <a:lnTo>
                  <a:pt x="3062732" y="1015365"/>
                </a:lnTo>
                <a:lnTo>
                  <a:pt x="3062732" y="977265"/>
                </a:lnTo>
                <a:close/>
              </a:path>
              <a:path w="3632200" h="3083560">
                <a:moveTo>
                  <a:pt x="3062732" y="926465"/>
                </a:moveTo>
                <a:lnTo>
                  <a:pt x="3050032" y="926465"/>
                </a:lnTo>
                <a:lnTo>
                  <a:pt x="3050032" y="964565"/>
                </a:lnTo>
                <a:lnTo>
                  <a:pt x="3062732" y="964565"/>
                </a:lnTo>
                <a:lnTo>
                  <a:pt x="3062732" y="926465"/>
                </a:lnTo>
                <a:close/>
              </a:path>
              <a:path w="3632200" h="3083560">
                <a:moveTo>
                  <a:pt x="3062732" y="875665"/>
                </a:moveTo>
                <a:lnTo>
                  <a:pt x="3050032" y="875665"/>
                </a:lnTo>
                <a:lnTo>
                  <a:pt x="3050032" y="913765"/>
                </a:lnTo>
                <a:lnTo>
                  <a:pt x="3062732" y="913765"/>
                </a:lnTo>
                <a:lnTo>
                  <a:pt x="3062732" y="875665"/>
                </a:lnTo>
                <a:close/>
              </a:path>
              <a:path w="3632200" h="3083560">
                <a:moveTo>
                  <a:pt x="3062732" y="824865"/>
                </a:moveTo>
                <a:lnTo>
                  <a:pt x="3050032" y="824865"/>
                </a:lnTo>
                <a:lnTo>
                  <a:pt x="3050032" y="862965"/>
                </a:lnTo>
                <a:lnTo>
                  <a:pt x="3062732" y="862965"/>
                </a:lnTo>
                <a:lnTo>
                  <a:pt x="3062732" y="824865"/>
                </a:lnTo>
                <a:close/>
              </a:path>
              <a:path w="3632200" h="3083560">
                <a:moveTo>
                  <a:pt x="3062732" y="774065"/>
                </a:moveTo>
                <a:lnTo>
                  <a:pt x="3050032" y="774065"/>
                </a:lnTo>
                <a:lnTo>
                  <a:pt x="3050032" y="812165"/>
                </a:lnTo>
                <a:lnTo>
                  <a:pt x="3062732" y="812165"/>
                </a:lnTo>
                <a:lnTo>
                  <a:pt x="3062732" y="774065"/>
                </a:lnTo>
                <a:close/>
              </a:path>
              <a:path w="3632200" h="3083560">
                <a:moveTo>
                  <a:pt x="3080258" y="3070479"/>
                </a:moveTo>
                <a:lnTo>
                  <a:pt x="3042158" y="3070479"/>
                </a:lnTo>
                <a:lnTo>
                  <a:pt x="3042158" y="3083179"/>
                </a:lnTo>
                <a:lnTo>
                  <a:pt x="3080258" y="3083179"/>
                </a:lnTo>
                <a:lnTo>
                  <a:pt x="3080258" y="3070479"/>
                </a:lnTo>
                <a:close/>
              </a:path>
              <a:path w="3632200" h="3083560">
                <a:moveTo>
                  <a:pt x="3082671" y="2176399"/>
                </a:moveTo>
                <a:lnTo>
                  <a:pt x="3069971" y="2176399"/>
                </a:lnTo>
                <a:lnTo>
                  <a:pt x="3069971" y="2214499"/>
                </a:lnTo>
                <a:lnTo>
                  <a:pt x="3082671" y="2214499"/>
                </a:lnTo>
                <a:lnTo>
                  <a:pt x="3082671" y="2176399"/>
                </a:lnTo>
                <a:close/>
              </a:path>
              <a:path w="3632200" h="3083560">
                <a:moveTo>
                  <a:pt x="3082671" y="2125599"/>
                </a:moveTo>
                <a:lnTo>
                  <a:pt x="3069971" y="2125599"/>
                </a:lnTo>
                <a:lnTo>
                  <a:pt x="3069971" y="2163699"/>
                </a:lnTo>
                <a:lnTo>
                  <a:pt x="3082671" y="2163699"/>
                </a:lnTo>
                <a:lnTo>
                  <a:pt x="3082671" y="2125599"/>
                </a:lnTo>
                <a:close/>
              </a:path>
              <a:path w="3632200" h="3083560">
                <a:moveTo>
                  <a:pt x="3082671" y="2074799"/>
                </a:moveTo>
                <a:lnTo>
                  <a:pt x="3069971" y="2074799"/>
                </a:lnTo>
                <a:lnTo>
                  <a:pt x="3069971" y="2112899"/>
                </a:lnTo>
                <a:lnTo>
                  <a:pt x="3082671" y="2112899"/>
                </a:lnTo>
                <a:lnTo>
                  <a:pt x="3082671" y="2074799"/>
                </a:lnTo>
                <a:close/>
              </a:path>
              <a:path w="3632200" h="3083560">
                <a:moveTo>
                  <a:pt x="3082671" y="2023999"/>
                </a:moveTo>
                <a:lnTo>
                  <a:pt x="3069971" y="2023999"/>
                </a:lnTo>
                <a:lnTo>
                  <a:pt x="3069971" y="2062099"/>
                </a:lnTo>
                <a:lnTo>
                  <a:pt x="3082671" y="2062099"/>
                </a:lnTo>
                <a:lnTo>
                  <a:pt x="3082671" y="2023999"/>
                </a:lnTo>
                <a:close/>
              </a:path>
              <a:path w="3632200" h="3083560">
                <a:moveTo>
                  <a:pt x="3082671" y="1973199"/>
                </a:moveTo>
                <a:lnTo>
                  <a:pt x="3069971" y="1973199"/>
                </a:lnTo>
                <a:lnTo>
                  <a:pt x="3069971" y="2011299"/>
                </a:lnTo>
                <a:lnTo>
                  <a:pt x="3082671" y="2011299"/>
                </a:lnTo>
                <a:lnTo>
                  <a:pt x="3082671" y="1973199"/>
                </a:lnTo>
                <a:close/>
              </a:path>
              <a:path w="3632200" h="3083560">
                <a:moveTo>
                  <a:pt x="3082671" y="1922399"/>
                </a:moveTo>
                <a:lnTo>
                  <a:pt x="3069971" y="1922399"/>
                </a:lnTo>
                <a:lnTo>
                  <a:pt x="3069971" y="1960499"/>
                </a:lnTo>
                <a:lnTo>
                  <a:pt x="3082671" y="1960499"/>
                </a:lnTo>
                <a:lnTo>
                  <a:pt x="3082671" y="1922399"/>
                </a:lnTo>
                <a:close/>
              </a:path>
              <a:path w="3632200" h="3083560">
                <a:moveTo>
                  <a:pt x="3082671" y="1871599"/>
                </a:moveTo>
                <a:lnTo>
                  <a:pt x="3069971" y="1871599"/>
                </a:lnTo>
                <a:lnTo>
                  <a:pt x="3069971" y="1909699"/>
                </a:lnTo>
                <a:lnTo>
                  <a:pt x="3082671" y="1909699"/>
                </a:lnTo>
                <a:lnTo>
                  <a:pt x="3082671" y="1871599"/>
                </a:lnTo>
                <a:close/>
              </a:path>
              <a:path w="3632200" h="3083560">
                <a:moveTo>
                  <a:pt x="3082671" y="1820799"/>
                </a:moveTo>
                <a:lnTo>
                  <a:pt x="3069971" y="1820799"/>
                </a:lnTo>
                <a:lnTo>
                  <a:pt x="3069971" y="1858899"/>
                </a:lnTo>
                <a:lnTo>
                  <a:pt x="3082671" y="1858899"/>
                </a:lnTo>
                <a:lnTo>
                  <a:pt x="3082671" y="1820799"/>
                </a:lnTo>
                <a:close/>
              </a:path>
              <a:path w="3632200" h="3083560">
                <a:moveTo>
                  <a:pt x="3082671" y="1770253"/>
                </a:moveTo>
                <a:lnTo>
                  <a:pt x="3079750" y="1767459"/>
                </a:lnTo>
                <a:lnTo>
                  <a:pt x="3072511" y="1767459"/>
                </a:lnTo>
                <a:lnTo>
                  <a:pt x="3072511" y="1776349"/>
                </a:lnTo>
                <a:lnTo>
                  <a:pt x="3069971" y="1773809"/>
                </a:lnTo>
                <a:lnTo>
                  <a:pt x="3069971" y="1808099"/>
                </a:lnTo>
                <a:lnTo>
                  <a:pt x="3082671" y="1808099"/>
                </a:lnTo>
                <a:lnTo>
                  <a:pt x="3082671" y="1780159"/>
                </a:lnTo>
                <a:lnTo>
                  <a:pt x="3082671" y="1770253"/>
                </a:lnTo>
                <a:close/>
              </a:path>
              <a:path w="3632200" h="3083560">
                <a:moveTo>
                  <a:pt x="3088513" y="3027883"/>
                </a:moveTo>
                <a:lnTo>
                  <a:pt x="3075813" y="3027883"/>
                </a:lnTo>
                <a:lnTo>
                  <a:pt x="3075813" y="3065983"/>
                </a:lnTo>
                <a:lnTo>
                  <a:pt x="3088513" y="3065983"/>
                </a:lnTo>
                <a:lnTo>
                  <a:pt x="3088513" y="3027883"/>
                </a:lnTo>
                <a:close/>
              </a:path>
              <a:path w="3632200" h="3083560">
                <a:moveTo>
                  <a:pt x="3088513" y="2977083"/>
                </a:moveTo>
                <a:lnTo>
                  <a:pt x="3075813" y="2977083"/>
                </a:lnTo>
                <a:lnTo>
                  <a:pt x="3075813" y="3015183"/>
                </a:lnTo>
                <a:lnTo>
                  <a:pt x="3088513" y="3015183"/>
                </a:lnTo>
                <a:lnTo>
                  <a:pt x="3088513" y="2977083"/>
                </a:lnTo>
                <a:close/>
              </a:path>
              <a:path w="3632200" h="3083560">
                <a:moveTo>
                  <a:pt x="3088513" y="2926283"/>
                </a:moveTo>
                <a:lnTo>
                  <a:pt x="3075813" y="2926283"/>
                </a:lnTo>
                <a:lnTo>
                  <a:pt x="3075813" y="2964383"/>
                </a:lnTo>
                <a:lnTo>
                  <a:pt x="3088513" y="2964383"/>
                </a:lnTo>
                <a:lnTo>
                  <a:pt x="3088513" y="2926283"/>
                </a:lnTo>
                <a:close/>
              </a:path>
              <a:path w="3632200" h="3083560">
                <a:moveTo>
                  <a:pt x="3102102" y="45339"/>
                </a:moveTo>
                <a:lnTo>
                  <a:pt x="3064002" y="45339"/>
                </a:lnTo>
                <a:lnTo>
                  <a:pt x="3064002" y="58039"/>
                </a:lnTo>
                <a:lnTo>
                  <a:pt x="3102102" y="58039"/>
                </a:lnTo>
                <a:lnTo>
                  <a:pt x="3102102" y="45339"/>
                </a:lnTo>
                <a:close/>
              </a:path>
              <a:path w="3632200" h="3083560">
                <a:moveTo>
                  <a:pt x="3128010" y="2189226"/>
                </a:moveTo>
                <a:lnTo>
                  <a:pt x="3126994" y="2185416"/>
                </a:lnTo>
                <a:lnTo>
                  <a:pt x="3120898" y="2181860"/>
                </a:lnTo>
                <a:lnTo>
                  <a:pt x="3117088" y="2182876"/>
                </a:lnTo>
                <a:lnTo>
                  <a:pt x="3082671" y="2241880"/>
                </a:lnTo>
                <a:lnTo>
                  <a:pt x="3082671" y="2227199"/>
                </a:lnTo>
                <a:lnTo>
                  <a:pt x="3069971" y="2227199"/>
                </a:lnTo>
                <a:lnTo>
                  <a:pt x="3069971" y="2241880"/>
                </a:lnTo>
                <a:lnTo>
                  <a:pt x="3035554" y="2182876"/>
                </a:lnTo>
                <a:lnTo>
                  <a:pt x="3031617" y="2181860"/>
                </a:lnTo>
                <a:lnTo>
                  <a:pt x="3028696" y="2183638"/>
                </a:lnTo>
                <a:lnTo>
                  <a:pt x="3025648" y="2185416"/>
                </a:lnTo>
                <a:lnTo>
                  <a:pt x="3024632" y="2189226"/>
                </a:lnTo>
                <a:lnTo>
                  <a:pt x="3076321" y="2277872"/>
                </a:lnTo>
                <a:lnTo>
                  <a:pt x="3083649" y="2265299"/>
                </a:lnTo>
                <a:lnTo>
                  <a:pt x="3128010" y="2189226"/>
                </a:lnTo>
                <a:close/>
              </a:path>
              <a:path w="3632200" h="3083560">
                <a:moveTo>
                  <a:pt x="3133852" y="2949537"/>
                </a:moveTo>
                <a:lnTo>
                  <a:pt x="3090659" y="2875483"/>
                </a:lnTo>
                <a:lnTo>
                  <a:pt x="3082163" y="2860903"/>
                </a:lnTo>
                <a:lnTo>
                  <a:pt x="3032125" y="2946501"/>
                </a:lnTo>
                <a:lnTo>
                  <a:pt x="3030474" y="2949537"/>
                </a:lnTo>
                <a:lnTo>
                  <a:pt x="3031490" y="2953423"/>
                </a:lnTo>
                <a:lnTo>
                  <a:pt x="3034411" y="2955188"/>
                </a:lnTo>
                <a:lnTo>
                  <a:pt x="3037459" y="2956953"/>
                </a:lnTo>
                <a:lnTo>
                  <a:pt x="3041396" y="2955925"/>
                </a:lnTo>
                <a:lnTo>
                  <a:pt x="3075686" y="2897162"/>
                </a:lnTo>
                <a:lnTo>
                  <a:pt x="3075813" y="2875483"/>
                </a:lnTo>
                <a:lnTo>
                  <a:pt x="3075813" y="2896946"/>
                </a:lnTo>
                <a:lnTo>
                  <a:pt x="3075813" y="2913583"/>
                </a:lnTo>
                <a:lnTo>
                  <a:pt x="3088513" y="2913583"/>
                </a:lnTo>
                <a:lnTo>
                  <a:pt x="3088386" y="2896946"/>
                </a:lnTo>
                <a:lnTo>
                  <a:pt x="3088513" y="2876702"/>
                </a:lnTo>
                <a:lnTo>
                  <a:pt x="3088513" y="2897162"/>
                </a:lnTo>
                <a:lnTo>
                  <a:pt x="3122803" y="2955925"/>
                </a:lnTo>
                <a:lnTo>
                  <a:pt x="3126740" y="2956953"/>
                </a:lnTo>
                <a:lnTo>
                  <a:pt x="3132836" y="2953423"/>
                </a:lnTo>
                <a:lnTo>
                  <a:pt x="3133852" y="2949537"/>
                </a:lnTo>
                <a:close/>
              </a:path>
              <a:path w="3632200" h="3083560">
                <a:moveTo>
                  <a:pt x="3152902" y="45339"/>
                </a:moveTo>
                <a:lnTo>
                  <a:pt x="3114802" y="45339"/>
                </a:lnTo>
                <a:lnTo>
                  <a:pt x="3114802" y="58039"/>
                </a:lnTo>
                <a:lnTo>
                  <a:pt x="3152902" y="58039"/>
                </a:lnTo>
                <a:lnTo>
                  <a:pt x="3152902" y="45339"/>
                </a:lnTo>
                <a:close/>
              </a:path>
              <a:path w="3632200" h="3083560">
                <a:moveTo>
                  <a:pt x="3203702" y="45339"/>
                </a:moveTo>
                <a:lnTo>
                  <a:pt x="3165602" y="45339"/>
                </a:lnTo>
                <a:lnTo>
                  <a:pt x="3165602" y="58039"/>
                </a:lnTo>
                <a:lnTo>
                  <a:pt x="3203702" y="58039"/>
                </a:lnTo>
                <a:lnTo>
                  <a:pt x="3203702" y="45339"/>
                </a:lnTo>
                <a:close/>
              </a:path>
              <a:path w="3632200" h="3083560">
                <a:moveTo>
                  <a:pt x="3254502" y="45339"/>
                </a:moveTo>
                <a:lnTo>
                  <a:pt x="3216402" y="45339"/>
                </a:lnTo>
                <a:lnTo>
                  <a:pt x="3216402" y="58039"/>
                </a:lnTo>
                <a:lnTo>
                  <a:pt x="3254502" y="58039"/>
                </a:lnTo>
                <a:lnTo>
                  <a:pt x="3254502" y="45339"/>
                </a:lnTo>
                <a:close/>
              </a:path>
              <a:path w="3632200" h="3083560">
                <a:moveTo>
                  <a:pt x="3305302" y="45339"/>
                </a:moveTo>
                <a:lnTo>
                  <a:pt x="3267202" y="45339"/>
                </a:lnTo>
                <a:lnTo>
                  <a:pt x="3267202" y="58039"/>
                </a:lnTo>
                <a:lnTo>
                  <a:pt x="3305302" y="58039"/>
                </a:lnTo>
                <a:lnTo>
                  <a:pt x="3305302" y="45339"/>
                </a:lnTo>
                <a:close/>
              </a:path>
              <a:path w="3632200" h="3083560">
                <a:moveTo>
                  <a:pt x="3356102" y="45339"/>
                </a:moveTo>
                <a:lnTo>
                  <a:pt x="3318002" y="45339"/>
                </a:lnTo>
                <a:lnTo>
                  <a:pt x="3318002" y="58039"/>
                </a:lnTo>
                <a:lnTo>
                  <a:pt x="3356102" y="58039"/>
                </a:lnTo>
                <a:lnTo>
                  <a:pt x="3356102" y="45339"/>
                </a:lnTo>
                <a:close/>
              </a:path>
              <a:path w="3632200" h="3083560">
                <a:moveTo>
                  <a:pt x="3406902" y="45339"/>
                </a:moveTo>
                <a:lnTo>
                  <a:pt x="3368802" y="45339"/>
                </a:lnTo>
                <a:lnTo>
                  <a:pt x="3368802" y="58039"/>
                </a:lnTo>
                <a:lnTo>
                  <a:pt x="3406902" y="58039"/>
                </a:lnTo>
                <a:lnTo>
                  <a:pt x="3406902" y="45339"/>
                </a:lnTo>
                <a:close/>
              </a:path>
              <a:path w="3632200" h="3083560">
                <a:moveTo>
                  <a:pt x="3457702" y="45339"/>
                </a:moveTo>
                <a:lnTo>
                  <a:pt x="3419602" y="45339"/>
                </a:lnTo>
                <a:lnTo>
                  <a:pt x="3419602" y="58039"/>
                </a:lnTo>
                <a:lnTo>
                  <a:pt x="3457702" y="58039"/>
                </a:lnTo>
                <a:lnTo>
                  <a:pt x="3457702" y="45339"/>
                </a:lnTo>
                <a:close/>
              </a:path>
              <a:path w="3632200" h="3083560">
                <a:moveTo>
                  <a:pt x="3508502" y="45339"/>
                </a:moveTo>
                <a:lnTo>
                  <a:pt x="3470402" y="45339"/>
                </a:lnTo>
                <a:lnTo>
                  <a:pt x="3470402" y="58039"/>
                </a:lnTo>
                <a:lnTo>
                  <a:pt x="3508502" y="58039"/>
                </a:lnTo>
                <a:lnTo>
                  <a:pt x="3508502" y="45339"/>
                </a:lnTo>
                <a:close/>
              </a:path>
              <a:path w="3632200" h="3083560">
                <a:moveTo>
                  <a:pt x="3559302" y="45339"/>
                </a:moveTo>
                <a:lnTo>
                  <a:pt x="3521202" y="45339"/>
                </a:lnTo>
                <a:lnTo>
                  <a:pt x="3521202" y="58039"/>
                </a:lnTo>
                <a:lnTo>
                  <a:pt x="3559302" y="58039"/>
                </a:lnTo>
                <a:lnTo>
                  <a:pt x="3559302" y="45339"/>
                </a:lnTo>
                <a:close/>
              </a:path>
              <a:path w="3632200" h="3083560">
                <a:moveTo>
                  <a:pt x="3586734" y="2176907"/>
                </a:moveTo>
                <a:lnTo>
                  <a:pt x="3574034" y="2176907"/>
                </a:lnTo>
                <a:lnTo>
                  <a:pt x="3574034" y="2215007"/>
                </a:lnTo>
                <a:lnTo>
                  <a:pt x="3586734" y="2215007"/>
                </a:lnTo>
                <a:lnTo>
                  <a:pt x="3586734" y="2176907"/>
                </a:lnTo>
                <a:close/>
              </a:path>
              <a:path w="3632200" h="3083560">
                <a:moveTo>
                  <a:pt x="3586734" y="2126107"/>
                </a:moveTo>
                <a:lnTo>
                  <a:pt x="3574034" y="2126107"/>
                </a:lnTo>
                <a:lnTo>
                  <a:pt x="3574034" y="2164207"/>
                </a:lnTo>
                <a:lnTo>
                  <a:pt x="3586734" y="2164207"/>
                </a:lnTo>
                <a:lnTo>
                  <a:pt x="3586734" y="2126107"/>
                </a:lnTo>
                <a:close/>
              </a:path>
              <a:path w="3632200" h="3083560">
                <a:moveTo>
                  <a:pt x="3586734" y="2075307"/>
                </a:moveTo>
                <a:lnTo>
                  <a:pt x="3574034" y="2075307"/>
                </a:lnTo>
                <a:lnTo>
                  <a:pt x="3574034" y="2113407"/>
                </a:lnTo>
                <a:lnTo>
                  <a:pt x="3586734" y="2113407"/>
                </a:lnTo>
                <a:lnTo>
                  <a:pt x="3586734" y="2075307"/>
                </a:lnTo>
                <a:close/>
              </a:path>
              <a:path w="3632200" h="3083560">
                <a:moveTo>
                  <a:pt x="3586734" y="2024507"/>
                </a:moveTo>
                <a:lnTo>
                  <a:pt x="3574034" y="2024507"/>
                </a:lnTo>
                <a:lnTo>
                  <a:pt x="3574034" y="2062619"/>
                </a:lnTo>
                <a:lnTo>
                  <a:pt x="3586734" y="2062619"/>
                </a:lnTo>
                <a:lnTo>
                  <a:pt x="3586734" y="2024507"/>
                </a:lnTo>
                <a:close/>
              </a:path>
              <a:path w="3632200" h="3083560">
                <a:moveTo>
                  <a:pt x="3586734" y="1973707"/>
                </a:moveTo>
                <a:lnTo>
                  <a:pt x="3574034" y="1973707"/>
                </a:lnTo>
                <a:lnTo>
                  <a:pt x="3574034" y="2011807"/>
                </a:lnTo>
                <a:lnTo>
                  <a:pt x="3586734" y="2011807"/>
                </a:lnTo>
                <a:lnTo>
                  <a:pt x="3586734" y="1973707"/>
                </a:lnTo>
                <a:close/>
              </a:path>
              <a:path w="3632200" h="3083560">
                <a:moveTo>
                  <a:pt x="3586734" y="1922907"/>
                </a:moveTo>
                <a:lnTo>
                  <a:pt x="3574034" y="1922907"/>
                </a:lnTo>
                <a:lnTo>
                  <a:pt x="3574034" y="1961007"/>
                </a:lnTo>
                <a:lnTo>
                  <a:pt x="3586734" y="1961007"/>
                </a:lnTo>
                <a:lnTo>
                  <a:pt x="3586734" y="1922907"/>
                </a:lnTo>
                <a:close/>
              </a:path>
              <a:path w="3632200" h="3083560">
                <a:moveTo>
                  <a:pt x="3586734" y="1872107"/>
                </a:moveTo>
                <a:lnTo>
                  <a:pt x="3574034" y="1872107"/>
                </a:lnTo>
                <a:lnTo>
                  <a:pt x="3574034" y="1910207"/>
                </a:lnTo>
                <a:lnTo>
                  <a:pt x="3586734" y="1910207"/>
                </a:lnTo>
                <a:lnTo>
                  <a:pt x="3586734" y="1872107"/>
                </a:lnTo>
                <a:close/>
              </a:path>
              <a:path w="3632200" h="3083560">
                <a:moveTo>
                  <a:pt x="3586734" y="1821307"/>
                </a:moveTo>
                <a:lnTo>
                  <a:pt x="3574034" y="1821307"/>
                </a:lnTo>
                <a:lnTo>
                  <a:pt x="3574034" y="1859407"/>
                </a:lnTo>
                <a:lnTo>
                  <a:pt x="3586734" y="1859407"/>
                </a:lnTo>
                <a:lnTo>
                  <a:pt x="3586734" y="1821307"/>
                </a:lnTo>
                <a:close/>
              </a:path>
              <a:path w="3632200" h="3083560">
                <a:moveTo>
                  <a:pt x="3586734" y="1770507"/>
                </a:moveTo>
                <a:lnTo>
                  <a:pt x="3574034" y="1770507"/>
                </a:lnTo>
                <a:lnTo>
                  <a:pt x="3574034" y="1808607"/>
                </a:lnTo>
                <a:lnTo>
                  <a:pt x="3586734" y="1808607"/>
                </a:lnTo>
                <a:lnTo>
                  <a:pt x="3586734" y="1770507"/>
                </a:lnTo>
                <a:close/>
              </a:path>
              <a:path w="3632200" h="3083560">
                <a:moveTo>
                  <a:pt x="3586734" y="1719707"/>
                </a:moveTo>
                <a:lnTo>
                  <a:pt x="3574034" y="1719707"/>
                </a:lnTo>
                <a:lnTo>
                  <a:pt x="3574034" y="1757807"/>
                </a:lnTo>
                <a:lnTo>
                  <a:pt x="3586734" y="1757807"/>
                </a:lnTo>
                <a:lnTo>
                  <a:pt x="3586734" y="1719707"/>
                </a:lnTo>
                <a:close/>
              </a:path>
              <a:path w="3632200" h="3083560">
                <a:moveTo>
                  <a:pt x="3586734" y="1668907"/>
                </a:moveTo>
                <a:lnTo>
                  <a:pt x="3574034" y="1668907"/>
                </a:lnTo>
                <a:lnTo>
                  <a:pt x="3574034" y="1707007"/>
                </a:lnTo>
                <a:lnTo>
                  <a:pt x="3586734" y="1707007"/>
                </a:lnTo>
                <a:lnTo>
                  <a:pt x="3586734" y="1668907"/>
                </a:lnTo>
                <a:close/>
              </a:path>
              <a:path w="3632200" h="3083560">
                <a:moveTo>
                  <a:pt x="3586734" y="1618107"/>
                </a:moveTo>
                <a:lnTo>
                  <a:pt x="3574034" y="1618107"/>
                </a:lnTo>
                <a:lnTo>
                  <a:pt x="3574034" y="1656207"/>
                </a:lnTo>
                <a:lnTo>
                  <a:pt x="3586734" y="1656207"/>
                </a:lnTo>
                <a:lnTo>
                  <a:pt x="3586734" y="1618107"/>
                </a:lnTo>
                <a:close/>
              </a:path>
              <a:path w="3632200" h="3083560">
                <a:moveTo>
                  <a:pt x="3586734" y="1567307"/>
                </a:moveTo>
                <a:lnTo>
                  <a:pt x="3574034" y="1567307"/>
                </a:lnTo>
                <a:lnTo>
                  <a:pt x="3574034" y="1605407"/>
                </a:lnTo>
                <a:lnTo>
                  <a:pt x="3586734" y="1605407"/>
                </a:lnTo>
                <a:lnTo>
                  <a:pt x="3586734" y="1567307"/>
                </a:lnTo>
                <a:close/>
              </a:path>
              <a:path w="3632200" h="3083560">
                <a:moveTo>
                  <a:pt x="3586734" y="1516507"/>
                </a:moveTo>
                <a:lnTo>
                  <a:pt x="3574034" y="1516507"/>
                </a:lnTo>
                <a:lnTo>
                  <a:pt x="3574034" y="1554607"/>
                </a:lnTo>
                <a:lnTo>
                  <a:pt x="3586734" y="1554607"/>
                </a:lnTo>
                <a:lnTo>
                  <a:pt x="3586734" y="1516507"/>
                </a:lnTo>
                <a:close/>
              </a:path>
              <a:path w="3632200" h="3083560">
                <a:moveTo>
                  <a:pt x="3586734" y="1465707"/>
                </a:moveTo>
                <a:lnTo>
                  <a:pt x="3574034" y="1465707"/>
                </a:lnTo>
                <a:lnTo>
                  <a:pt x="3574034" y="1503807"/>
                </a:lnTo>
                <a:lnTo>
                  <a:pt x="3586734" y="1503807"/>
                </a:lnTo>
                <a:lnTo>
                  <a:pt x="3586734" y="1465707"/>
                </a:lnTo>
                <a:close/>
              </a:path>
              <a:path w="3632200" h="3083560">
                <a:moveTo>
                  <a:pt x="3586734" y="1414907"/>
                </a:moveTo>
                <a:lnTo>
                  <a:pt x="3574034" y="1414907"/>
                </a:lnTo>
                <a:lnTo>
                  <a:pt x="3574034" y="1453007"/>
                </a:lnTo>
                <a:lnTo>
                  <a:pt x="3586734" y="1453007"/>
                </a:lnTo>
                <a:lnTo>
                  <a:pt x="3586734" y="1414907"/>
                </a:lnTo>
                <a:close/>
              </a:path>
              <a:path w="3632200" h="3083560">
                <a:moveTo>
                  <a:pt x="3586734" y="1364107"/>
                </a:moveTo>
                <a:lnTo>
                  <a:pt x="3574034" y="1364107"/>
                </a:lnTo>
                <a:lnTo>
                  <a:pt x="3574034" y="1402207"/>
                </a:lnTo>
                <a:lnTo>
                  <a:pt x="3586734" y="1402207"/>
                </a:lnTo>
                <a:lnTo>
                  <a:pt x="3586734" y="1364107"/>
                </a:lnTo>
                <a:close/>
              </a:path>
              <a:path w="3632200" h="3083560">
                <a:moveTo>
                  <a:pt x="3586734" y="1313307"/>
                </a:moveTo>
                <a:lnTo>
                  <a:pt x="3574034" y="1313307"/>
                </a:lnTo>
                <a:lnTo>
                  <a:pt x="3574034" y="1351407"/>
                </a:lnTo>
                <a:lnTo>
                  <a:pt x="3586734" y="1351407"/>
                </a:lnTo>
                <a:lnTo>
                  <a:pt x="3586734" y="1313307"/>
                </a:lnTo>
                <a:close/>
              </a:path>
              <a:path w="3632200" h="3083560">
                <a:moveTo>
                  <a:pt x="3586734" y="1262507"/>
                </a:moveTo>
                <a:lnTo>
                  <a:pt x="3574034" y="1262507"/>
                </a:lnTo>
                <a:lnTo>
                  <a:pt x="3574034" y="1300607"/>
                </a:lnTo>
                <a:lnTo>
                  <a:pt x="3586734" y="1300607"/>
                </a:lnTo>
                <a:lnTo>
                  <a:pt x="3586734" y="1262507"/>
                </a:lnTo>
                <a:close/>
              </a:path>
              <a:path w="3632200" h="3083560">
                <a:moveTo>
                  <a:pt x="3586734" y="1211707"/>
                </a:moveTo>
                <a:lnTo>
                  <a:pt x="3574034" y="1211707"/>
                </a:lnTo>
                <a:lnTo>
                  <a:pt x="3574034" y="1249807"/>
                </a:lnTo>
                <a:lnTo>
                  <a:pt x="3586734" y="1249807"/>
                </a:lnTo>
                <a:lnTo>
                  <a:pt x="3586734" y="1211707"/>
                </a:lnTo>
                <a:close/>
              </a:path>
              <a:path w="3632200" h="3083560">
                <a:moveTo>
                  <a:pt x="3586734" y="1160907"/>
                </a:moveTo>
                <a:lnTo>
                  <a:pt x="3574034" y="1160907"/>
                </a:lnTo>
                <a:lnTo>
                  <a:pt x="3574034" y="1199007"/>
                </a:lnTo>
                <a:lnTo>
                  <a:pt x="3586734" y="1199007"/>
                </a:lnTo>
                <a:lnTo>
                  <a:pt x="3586734" y="1160907"/>
                </a:lnTo>
                <a:close/>
              </a:path>
              <a:path w="3632200" h="3083560">
                <a:moveTo>
                  <a:pt x="3586734" y="1110107"/>
                </a:moveTo>
                <a:lnTo>
                  <a:pt x="3574034" y="1110107"/>
                </a:lnTo>
                <a:lnTo>
                  <a:pt x="3574034" y="1148207"/>
                </a:lnTo>
                <a:lnTo>
                  <a:pt x="3586734" y="1148207"/>
                </a:lnTo>
                <a:lnTo>
                  <a:pt x="3586734" y="1110107"/>
                </a:lnTo>
                <a:close/>
              </a:path>
              <a:path w="3632200" h="3083560">
                <a:moveTo>
                  <a:pt x="3586734" y="1059307"/>
                </a:moveTo>
                <a:lnTo>
                  <a:pt x="3574034" y="1059307"/>
                </a:lnTo>
                <a:lnTo>
                  <a:pt x="3574034" y="1097407"/>
                </a:lnTo>
                <a:lnTo>
                  <a:pt x="3586734" y="1097407"/>
                </a:lnTo>
                <a:lnTo>
                  <a:pt x="3586734" y="1059307"/>
                </a:lnTo>
                <a:close/>
              </a:path>
              <a:path w="3632200" h="3083560">
                <a:moveTo>
                  <a:pt x="3586734" y="1008507"/>
                </a:moveTo>
                <a:lnTo>
                  <a:pt x="3574034" y="1008507"/>
                </a:lnTo>
                <a:lnTo>
                  <a:pt x="3574034" y="1046607"/>
                </a:lnTo>
                <a:lnTo>
                  <a:pt x="3586734" y="1046607"/>
                </a:lnTo>
                <a:lnTo>
                  <a:pt x="3586734" y="1008507"/>
                </a:lnTo>
                <a:close/>
              </a:path>
              <a:path w="3632200" h="3083560">
                <a:moveTo>
                  <a:pt x="3586734" y="957707"/>
                </a:moveTo>
                <a:lnTo>
                  <a:pt x="3574034" y="957707"/>
                </a:lnTo>
                <a:lnTo>
                  <a:pt x="3574034" y="995807"/>
                </a:lnTo>
                <a:lnTo>
                  <a:pt x="3586734" y="995807"/>
                </a:lnTo>
                <a:lnTo>
                  <a:pt x="3586734" y="957707"/>
                </a:lnTo>
                <a:close/>
              </a:path>
              <a:path w="3632200" h="3083560">
                <a:moveTo>
                  <a:pt x="3586734" y="906907"/>
                </a:moveTo>
                <a:lnTo>
                  <a:pt x="3574034" y="906907"/>
                </a:lnTo>
                <a:lnTo>
                  <a:pt x="3574034" y="945007"/>
                </a:lnTo>
                <a:lnTo>
                  <a:pt x="3586734" y="945007"/>
                </a:lnTo>
                <a:lnTo>
                  <a:pt x="3586734" y="906907"/>
                </a:lnTo>
                <a:close/>
              </a:path>
              <a:path w="3632200" h="3083560">
                <a:moveTo>
                  <a:pt x="3586734" y="856107"/>
                </a:moveTo>
                <a:lnTo>
                  <a:pt x="3574034" y="856107"/>
                </a:lnTo>
                <a:lnTo>
                  <a:pt x="3574034" y="894207"/>
                </a:lnTo>
                <a:lnTo>
                  <a:pt x="3586734" y="894207"/>
                </a:lnTo>
                <a:lnTo>
                  <a:pt x="3586734" y="856107"/>
                </a:lnTo>
                <a:close/>
              </a:path>
              <a:path w="3632200" h="3083560">
                <a:moveTo>
                  <a:pt x="3586734" y="805307"/>
                </a:moveTo>
                <a:lnTo>
                  <a:pt x="3574034" y="805307"/>
                </a:lnTo>
                <a:lnTo>
                  <a:pt x="3574034" y="843407"/>
                </a:lnTo>
                <a:lnTo>
                  <a:pt x="3586734" y="843407"/>
                </a:lnTo>
                <a:lnTo>
                  <a:pt x="3586734" y="805307"/>
                </a:lnTo>
                <a:close/>
              </a:path>
              <a:path w="3632200" h="3083560">
                <a:moveTo>
                  <a:pt x="3586734" y="754507"/>
                </a:moveTo>
                <a:lnTo>
                  <a:pt x="3574034" y="754507"/>
                </a:lnTo>
                <a:lnTo>
                  <a:pt x="3574034" y="792607"/>
                </a:lnTo>
                <a:lnTo>
                  <a:pt x="3586734" y="792607"/>
                </a:lnTo>
                <a:lnTo>
                  <a:pt x="3586734" y="754507"/>
                </a:lnTo>
                <a:close/>
              </a:path>
              <a:path w="3632200" h="3083560">
                <a:moveTo>
                  <a:pt x="3586734" y="703707"/>
                </a:moveTo>
                <a:lnTo>
                  <a:pt x="3574034" y="703707"/>
                </a:lnTo>
                <a:lnTo>
                  <a:pt x="3574034" y="741807"/>
                </a:lnTo>
                <a:lnTo>
                  <a:pt x="3586734" y="741807"/>
                </a:lnTo>
                <a:lnTo>
                  <a:pt x="3586734" y="703707"/>
                </a:lnTo>
                <a:close/>
              </a:path>
              <a:path w="3632200" h="3083560">
                <a:moveTo>
                  <a:pt x="3586734" y="652907"/>
                </a:moveTo>
                <a:lnTo>
                  <a:pt x="3574034" y="652907"/>
                </a:lnTo>
                <a:lnTo>
                  <a:pt x="3574034" y="691007"/>
                </a:lnTo>
                <a:lnTo>
                  <a:pt x="3586734" y="691007"/>
                </a:lnTo>
                <a:lnTo>
                  <a:pt x="3586734" y="652907"/>
                </a:lnTo>
                <a:close/>
              </a:path>
              <a:path w="3632200" h="3083560">
                <a:moveTo>
                  <a:pt x="3586734" y="602107"/>
                </a:moveTo>
                <a:lnTo>
                  <a:pt x="3574034" y="602107"/>
                </a:lnTo>
                <a:lnTo>
                  <a:pt x="3574034" y="640207"/>
                </a:lnTo>
                <a:lnTo>
                  <a:pt x="3586734" y="640207"/>
                </a:lnTo>
                <a:lnTo>
                  <a:pt x="3586734" y="602107"/>
                </a:lnTo>
                <a:close/>
              </a:path>
              <a:path w="3632200" h="3083560">
                <a:moveTo>
                  <a:pt x="3586734" y="551307"/>
                </a:moveTo>
                <a:lnTo>
                  <a:pt x="3574034" y="551307"/>
                </a:lnTo>
                <a:lnTo>
                  <a:pt x="3574034" y="589407"/>
                </a:lnTo>
                <a:lnTo>
                  <a:pt x="3586734" y="589407"/>
                </a:lnTo>
                <a:lnTo>
                  <a:pt x="3586734" y="551307"/>
                </a:lnTo>
                <a:close/>
              </a:path>
              <a:path w="3632200" h="3083560">
                <a:moveTo>
                  <a:pt x="3586734" y="500507"/>
                </a:moveTo>
                <a:lnTo>
                  <a:pt x="3574034" y="500507"/>
                </a:lnTo>
                <a:lnTo>
                  <a:pt x="3574034" y="538607"/>
                </a:lnTo>
                <a:lnTo>
                  <a:pt x="3586734" y="538607"/>
                </a:lnTo>
                <a:lnTo>
                  <a:pt x="3586734" y="500507"/>
                </a:lnTo>
                <a:close/>
              </a:path>
              <a:path w="3632200" h="3083560">
                <a:moveTo>
                  <a:pt x="3586734" y="449707"/>
                </a:moveTo>
                <a:lnTo>
                  <a:pt x="3574034" y="449707"/>
                </a:lnTo>
                <a:lnTo>
                  <a:pt x="3574034" y="487807"/>
                </a:lnTo>
                <a:lnTo>
                  <a:pt x="3586734" y="487807"/>
                </a:lnTo>
                <a:lnTo>
                  <a:pt x="3586734" y="449707"/>
                </a:lnTo>
                <a:close/>
              </a:path>
              <a:path w="3632200" h="3083560">
                <a:moveTo>
                  <a:pt x="3586734" y="398907"/>
                </a:moveTo>
                <a:lnTo>
                  <a:pt x="3574034" y="398907"/>
                </a:lnTo>
                <a:lnTo>
                  <a:pt x="3574034" y="437007"/>
                </a:lnTo>
                <a:lnTo>
                  <a:pt x="3586734" y="437007"/>
                </a:lnTo>
                <a:lnTo>
                  <a:pt x="3586734" y="398907"/>
                </a:lnTo>
                <a:close/>
              </a:path>
              <a:path w="3632200" h="3083560">
                <a:moveTo>
                  <a:pt x="3586734" y="348107"/>
                </a:moveTo>
                <a:lnTo>
                  <a:pt x="3574034" y="348107"/>
                </a:lnTo>
                <a:lnTo>
                  <a:pt x="3574034" y="386207"/>
                </a:lnTo>
                <a:lnTo>
                  <a:pt x="3586734" y="386207"/>
                </a:lnTo>
                <a:lnTo>
                  <a:pt x="3586734" y="348107"/>
                </a:lnTo>
                <a:close/>
              </a:path>
              <a:path w="3632200" h="3083560">
                <a:moveTo>
                  <a:pt x="3586734" y="297307"/>
                </a:moveTo>
                <a:lnTo>
                  <a:pt x="3574034" y="297307"/>
                </a:lnTo>
                <a:lnTo>
                  <a:pt x="3574034" y="335407"/>
                </a:lnTo>
                <a:lnTo>
                  <a:pt x="3586734" y="335407"/>
                </a:lnTo>
                <a:lnTo>
                  <a:pt x="3586734" y="297307"/>
                </a:lnTo>
                <a:close/>
              </a:path>
              <a:path w="3632200" h="3083560">
                <a:moveTo>
                  <a:pt x="3586734" y="246507"/>
                </a:moveTo>
                <a:lnTo>
                  <a:pt x="3574034" y="246507"/>
                </a:lnTo>
                <a:lnTo>
                  <a:pt x="3574034" y="284607"/>
                </a:lnTo>
                <a:lnTo>
                  <a:pt x="3586734" y="284607"/>
                </a:lnTo>
                <a:lnTo>
                  <a:pt x="3586734" y="246507"/>
                </a:lnTo>
                <a:close/>
              </a:path>
              <a:path w="3632200" h="3083560">
                <a:moveTo>
                  <a:pt x="3586734" y="195707"/>
                </a:moveTo>
                <a:lnTo>
                  <a:pt x="3574034" y="195707"/>
                </a:lnTo>
                <a:lnTo>
                  <a:pt x="3574034" y="233807"/>
                </a:lnTo>
                <a:lnTo>
                  <a:pt x="3586734" y="233807"/>
                </a:lnTo>
                <a:lnTo>
                  <a:pt x="3586734" y="195707"/>
                </a:lnTo>
                <a:close/>
              </a:path>
              <a:path w="3632200" h="3083560">
                <a:moveTo>
                  <a:pt x="3586734" y="144907"/>
                </a:moveTo>
                <a:lnTo>
                  <a:pt x="3574034" y="144907"/>
                </a:lnTo>
                <a:lnTo>
                  <a:pt x="3574034" y="183007"/>
                </a:lnTo>
                <a:lnTo>
                  <a:pt x="3586734" y="183007"/>
                </a:lnTo>
                <a:lnTo>
                  <a:pt x="3586734" y="144907"/>
                </a:lnTo>
                <a:close/>
              </a:path>
              <a:path w="3632200" h="3083560">
                <a:moveTo>
                  <a:pt x="3586734" y="94107"/>
                </a:moveTo>
                <a:lnTo>
                  <a:pt x="3574034" y="94107"/>
                </a:lnTo>
                <a:lnTo>
                  <a:pt x="3574034" y="132207"/>
                </a:lnTo>
                <a:lnTo>
                  <a:pt x="3586734" y="132207"/>
                </a:lnTo>
                <a:lnTo>
                  <a:pt x="3586734" y="94107"/>
                </a:lnTo>
                <a:close/>
              </a:path>
              <a:path w="3632200" h="3083560">
                <a:moveTo>
                  <a:pt x="3586734" y="48133"/>
                </a:moveTo>
                <a:lnTo>
                  <a:pt x="3583813" y="45339"/>
                </a:lnTo>
                <a:lnTo>
                  <a:pt x="3572002" y="45339"/>
                </a:lnTo>
                <a:lnTo>
                  <a:pt x="3572002" y="58039"/>
                </a:lnTo>
                <a:lnTo>
                  <a:pt x="3574034" y="58039"/>
                </a:lnTo>
                <a:lnTo>
                  <a:pt x="3574034" y="81407"/>
                </a:lnTo>
                <a:lnTo>
                  <a:pt x="3586734" y="81407"/>
                </a:lnTo>
                <a:lnTo>
                  <a:pt x="3586734" y="58039"/>
                </a:lnTo>
                <a:lnTo>
                  <a:pt x="3586734" y="51689"/>
                </a:lnTo>
                <a:lnTo>
                  <a:pt x="3586734" y="48133"/>
                </a:lnTo>
                <a:close/>
              </a:path>
              <a:path w="3632200" h="3083560">
                <a:moveTo>
                  <a:pt x="3632073" y="2188972"/>
                </a:moveTo>
                <a:lnTo>
                  <a:pt x="3631057" y="2185035"/>
                </a:lnTo>
                <a:lnTo>
                  <a:pt x="3624961" y="2181479"/>
                </a:lnTo>
                <a:lnTo>
                  <a:pt x="3621024" y="2182495"/>
                </a:lnTo>
                <a:lnTo>
                  <a:pt x="3619373" y="2185543"/>
                </a:lnTo>
                <a:lnTo>
                  <a:pt x="3586734" y="2241499"/>
                </a:lnTo>
                <a:lnTo>
                  <a:pt x="3586734" y="2227707"/>
                </a:lnTo>
                <a:lnTo>
                  <a:pt x="3574034" y="2227707"/>
                </a:lnTo>
                <a:lnTo>
                  <a:pt x="3574034" y="2241499"/>
                </a:lnTo>
                <a:lnTo>
                  <a:pt x="3539617" y="2182495"/>
                </a:lnTo>
                <a:lnTo>
                  <a:pt x="3535680" y="2181479"/>
                </a:lnTo>
                <a:lnTo>
                  <a:pt x="3532759" y="2183257"/>
                </a:lnTo>
                <a:lnTo>
                  <a:pt x="3529711" y="2185035"/>
                </a:lnTo>
                <a:lnTo>
                  <a:pt x="3528695" y="2188972"/>
                </a:lnTo>
                <a:lnTo>
                  <a:pt x="3530473" y="2191893"/>
                </a:lnTo>
                <a:lnTo>
                  <a:pt x="3580384" y="2277491"/>
                </a:lnTo>
                <a:lnTo>
                  <a:pt x="3587712" y="2264918"/>
                </a:lnTo>
                <a:lnTo>
                  <a:pt x="3630295" y="2191893"/>
                </a:lnTo>
                <a:lnTo>
                  <a:pt x="3632073" y="21889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458072" cy="254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79654" y="614526"/>
            <a:ext cx="4831080" cy="7645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Define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technical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and/or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operational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controls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control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: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measure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modifying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risk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50263" y="1908048"/>
            <a:ext cx="576580" cy="360045"/>
          </a:xfrm>
          <a:prstGeom prst="rect">
            <a:avLst/>
          </a:prstGeom>
          <a:solidFill>
            <a:srgbClr val="FF0000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18659" y="1908048"/>
            <a:ext cx="576580" cy="360045"/>
          </a:xfrm>
          <a:prstGeom prst="rect">
            <a:avLst/>
          </a:prstGeom>
          <a:solidFill>
            <a:srgbClr val="00AF50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18641" y="1683765"/>
            <a:ext cx="669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Risk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value</a:t>
            </a:r>
            <a:r>
              <a:rPr dirty="0" sz="1200" spc="-50">
                <a:latin typeface="Arial MT"/>
                <a:cs typeface="Arial MT"/>
              </a:rPr>
              <a:t> 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87417" y="1683765"/>
            <a:ext cx="669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Risk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value</a:t>
            </a:r>
            <a:r>
              <a:rPr dirty="0" sz="1200" spc="-50">
                <a:latin typeface="Arial MT"/>
                <a:cs typeface="Arial MT"/>
              </a:rPr>
              <a:t> 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926335" y="2049779"/>
            <a:ext cx="2592705" cy="76200"/>
          </a:xfrm>
          <a:custGeom>
            <a:avLst/>
            <a:gdLst/>
            <a:ahLst/>
            <a:cxnLst/>
            <a:rect l="l" t="t" r="r" b="b"/>
            <a:pathLst>
              <a:path w="2592704" h="76200">
                <a:moveTo>
                  <a:pt x="2516124" y="0"/>
                </a:moveTo>
                <a:lnTo>
                  <a:pt x="2516124" y="76200"/>
                </a:lnTo>
                <a:lnTo>
                  <a:pt x="2579624" y="44450"/>
                </a:lnTo>
                <a:lnTo>
                  <a:pt x="2528824" y="44450"/>
                </a:lnTo>
                <a:lnTo>
                  <a:pt x="2528824" y="31750"/>
                </a:lnTo>
                <a:lnTo>
                  <a:pt x="2579624" y="31750"/>
                </a:lnTo>
                <a:lnTo>
                  <a:pt x="2516124" y="0"/>
                </a:lnTo>
                <a:close/>
              </a:path>
              <a:path w="2592704" h="76200">
                <a:moveTo>
                  <a:pt x="251612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516124" y="44450"/>
                </a:lnTo>
                <a:lnTo>
                  <a:pt x="2516124" y="31750"/>
                </a:lnTo>
                <a:close/>
              </a:path>
              <a:path w="2592704" h="76200">
                <a:moveTo>
                  <a:pt x="2579624" y="31750"/>
                </a:moveTo>
                <a:lnTo>
                  <a:pt x="2528824" y="31750"/>
                </a:lnTo>
                <a:lnTo>
                  <a:pt x="2528824" y="44450"/>
                </a:lnTo>
                <a:lnTo>
                  <a:pt x="2579624" y="44450"/>
                </a:lnTo>
                <a:lnTo>
                  <a:pt x="2592324" y="38100"/>
                </a:lnTo>
                <a:lnTo>
                  <a:pt x="2579624" y="3175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645157" y="2318384"/>
            <a:ext cx="3222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35">
                <a:latin typeface="Arial MT"/>
                <a:cs typeface="Arial MT"/>
              </a:rPr>
              <a:t>By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applying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control,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risk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value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decreased.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9654" y="3190138"/>
            <a:ext cx="5995035" cy="260794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Derive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from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goals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5">
                <a:latin typeface="Arial MT"/>
                <a:cs typeface="Arial MT"/>
              </a:rPr>
              <a:t>What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specified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functionality?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00">
                <a:latin typeface="Arial MT"/>
                <a:cs typeface="Arial MT"/>
              </a:rPr>
              <a:t>How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interactions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between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specified?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00">
                <a:latin typeface="Arial MT"/>
                <a:cs typeface="Arial MT"/>
              </a:rPr>
              <a:t>How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verified?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Are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there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external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dependencies,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e.g.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other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items?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0">
                <a:latin typeface="Arial MT"/>
                <a:cs typeface="Arial MT"/>
              </a:rPr>
              <a:t>Allocate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item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components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Plan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show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95">
                <a:latin typeface="Arial MT"/>
                <a:cs typeface="Arial MT"/>
              </a:rPr>
              <a:t>achieved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536435" y="3723132"/>
            <a:ext cx="1297305" cy="433070"/>
          </a:xfrm>
          <a:custGeom>
            <a:avLst/>
            <a:gdLst/>
            <a:ahLst/>
            <a:cxnLst/>
            <a:rect l="l" t="t" r="r" b="b"/>
            <a:pathLst>
              <a:path w="1297304" h="433070">
                <a:moveTo>
                  <a:pt x="0" y="72136"/>
                </a:moveTo>
                <a:lnTo>
                  <a:pt x="5663" y="44041"/>
                </a:lnTo>
                <a:lnTo>
                  <a:pt x="21113" y="21113"/>
                </a:lnTo>
                <a:lnTo>
                  <a:pt x="44041" y="5663"/>
                </a:lnTo>
                <a:lnTo>
                  <a:pt x="72136" y="0"/>
                </a:lnTo>
                <a:lnTo>
                  <a:pt x="1224788" y="0"/>
                </a:lnTo>
                <a:lnTo>
                  <a:pt x="1252882" y="5663"/>
                </a:lnTo>
                <a:lnTo>
                  <a:pt x="1275810" y="21113"/>
                </a:lnTo>
                <a:lnTo>
                  <a:pt x="1291260" y="44041"/>
                </a:lnTo>
                <a:lnTo>
                  <a:pt x="1296924" y="72136"/>
                </a:lnTo>
                <a:lnTo>
                  <a:pt x="1296924" y="360680"/>
                </a:lnTo>
                <a:lnTo>
                  <a:pt x="1291260" y="388774"/>
                </a:lnTo>
                <a:lnTo>
                  <a:pt x="1275810" y="411702"/>
                </a:lnTo>
                <a:lnTo>
                  <a:pt x="1252882" y="427152"/>
                </a:lnTo>
                <a:lnTo>
                  <a:pt x="1224788" y="432816"/>
                </a:lnTo>
                <a:lnTo>
                  <a:pt x="72136" y="432816"/>
                </a:lnTo>
                <a:lnTo>
                  <a:pt x="44041" y="427152"/>
                </a:lnTo>
                <a:lnTo>
                  <a:pt x="21113" y="411702"/>
                </a:lnTo>
                <a:lnTo>
                  <a:pt x="5663" y="388774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791070" y="3741801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10">
                <a:latin typeface="Arial MT"/>
                <a:cs typeface="Arial MT"/>
              </a:rPr>
              <a:t>goals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531673" y="4542853"/>
            <a:ext cx="1306830" cy="1266825"/>
            <a:chOff x="6531673" y="4542853"/>
            <a:chExt cx="1306830" cy="1266825"/>
          </a:xfrm>
        </p:grpSpPr>
        <p:sp>
          <p:nvSpPr>
            <p:cNvPr id="19" name="object 19" descr=""/>
            <p:cNvSpPr/>
            <p:nvPr/>
          </p:nvSpPr>
          <p:spPr>
            <a:xfrm>
              <a:off x="6536435" y="4547615"/>
              <a:ext cx="1297305" cy="1257300"/>
            </a:xfrm>
            <a:custGeom>
              <a:avLst/>
              <a:gdLst/>
              <a:ahLst/>
              <a:cxnLst/>
              <a:rect l="l" t="t" r="r" b="b"/>
              <a:pathLst>
                <a:path w="1297304" h="1257300">
                  <a:moveTo>
                    <a:pt x="0" y="72135"/>
                  </a:moveTo>
                  <a:lnTo>
                    <a:pt x="5663" y="44041"/>
                  </a:lnTo>
                  <a:lnTo>
                    <a:pt x="21113" y="21113"/>
                  </a:lnTo>
                  <a:lnTo>
                    <a:pt x="44041" y="5663"/>
                  </a:lnTo>
                  <a:lnTo>
                    <a:pt x="72136" y="0"/>
                  </a:lnTo>
                  <a:lnTo>
                    <a:pt x="1224788" y="0"/>
                  </a:lnTo>
                  <a:lnTo>
                    <a:pt x="1252882" y="5663"/>
                  </a:lnTo>
                  <a:lnTo>
                    <a:pt x="1275810" y="21113"/>
                  </a:lnTo>
                  <a:lnTo>
                    <a:pt x="1291260" y="44041"/>
                  </a:lnTo>
                  <a:lnTo>
                    <a:pt x="1296924" y="72135"/>
                  </a:lnTo>
                  <a:lnTo>
                    <a:pt x="1296924" y="360679"/>
                  </a:lnTo>
                  <a:lnTo>
                    <a:pt x="1291260" y="388774"/>
                  </a:lnTo>
                  <a:lnTo>
                    <a:pt x="1275810" y="411702"/>
                  </a:lnTo>
                  <a:lnTo>
                    <a:pt x="1252882" y="427152"/>
                  </a:lnTo>
                  <a:lnTo>
                    <a:pt x="1224788" y="432815"/>
                  </a:lnTo>
                  <a:lnTo>
                    <a:pt x="72136" y="432815"/>
                  </a:lnTo>
                  <a:lnTo>
                    <a:pt x="44041" y="427152"/>
                  </a:lnTo>
                  <a:lnTo>
                    <a:pt x="21113" y="411702"/>
                  </a:lnTo>
                  <a:lnTo>
                    <a:pt x="5663" y="388774"/>
                  </a:lnTo>
                  <a:lnTo>
                    <a:pt x="0" y="360679"/>
                  </a:lnTo>
                  <a:lnTo>
                    <a:pt x="0" y="72135"/>
                  </a:lnTo>
                  <a:close/>
                </a:path>
                <a:path w="1297304" h="1257300">
                  <a:moveTo>
                    <a:pt x="0" y="897889"/>
                  </a:moveTo>
                  <a:lnTo>
                    <a:pt x="5641" y="869888"/>
                  </a:lnTo>
                  <a:lnTo>
                    <a:pt x="21034" y="847042"/>
                  </a:lnTo>
                  <a:lnTo>
                    <a:pt x="43880" y="831649"/>
                  </a:lnTo>
                  <a:lnTo>
                    <a:pt x="71882" y="826007"/>
                  </a:lnTo>
                  <a:lnTo>
                    <a:pt x="1225042" y="826007"/>
                  </a:lnTo>
                  <a:lnTo>
                    <a:pt x="1253043" y="831649"/>
                  </a:lnTo>
                  <a:lnTo>
                    <a:pt x="1275889" y="847042"/>
                  </a:lnTo>
                  <a:lnTo>
                    <a:pt x="1291282" y="869888"/>
                  </a:lnTo>
                  <a:lnTo>
                    <a:pt x="1296924" y="897889"/>
                  </a:lnTo>
                  <a:lnTo>
                    <a:pt x="1296924" y="1185417"/>
                  </a:lnTo>
                  <a:lnTo>
                    <a:pt x="1291282" y="1213398"/>
                  </a:lnTo>
                  <a:lnTo>
                    <a:pt x="1275889" y="1236246"/>
                  </a:lnTo>
                  <a:lnTo>
                    <a:pt x="1253043" y="1251651"/>
                  </a:lnTo>
                  <a:lnTo>
                    <a:pt x="1225042" y="1257299"/>
                  </a:lnTo>
                  <a:lnTo>
                    <a:pt x="71882" y="1257299"/>
                  </a:lnTo>
                  <a:lnTo>
                    <a:pt x="43880" y="1251651"/>
                  </a:lnTo>
                  <a:lnTo>
                    <a:pt x="21034" y="1236246"/>
                  </a:lnTo>
                  <a:lnTo>
                    <a:pt x="5641" y="1213398"/>
                  </a:lnTo>
                  <a:lnTo>
                    <a:pt x="0" y="1185417"/>
                  </a:lnTo>
                  <a:lnTo>
                    <a:pt x="0" y="897889"/>
                  </a:lnTo>
                  <a:close/>
                </a:path>
              </a:pathLst>
            </a:custGeom>
            <a:ln w="9144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47559" y="4980431"/>
              <a:ext cx="76200" cy="393065"/>
            </a:xfrm>
            <a:custGeom>
              <a:avLst/>
              <a:gdLst/>
              <a:ahLst/>
              <a:cxnLst/>
              <a:rect l="l" t="t" r="r" b="b"/>
              <a:pathLst>
                <a:path w="76200" h="393064">
                  <a:moveTo>
                    <a:pt x="31750" y="316611"/>
                  </a:moveTo>
                  <a:lnTo>
                    <a:pt x="0" y="316611"/>
                  </a:lnTo>
                  <a:lnTo>
                    <a:pt x="38100" y="392811"/>
                  </a:lnTo>
                  <a:lnTo>
                    <a:pt x="69850" y="329311"/>
                  </a:lnTo>
                  <a:lnTo>
                    <a:pt x="31750" y="329311"/>
                  </a:lnTo>
                  <a:lnTo>
                    <a:pt x="31750" y="316611"/>
                  </a:lnTo>
                  <a:close/>
                </a:path>
                <a:path w="76200" h="393064">
                  <a:moveTo>
                    <a:pt x="44450" y="0"/>
                  </a:moveTo>
                  <a:lnTo>
                    <a:pt x="31750" y="0"/>
                  </a:lnTo>
                  <a:lnTo>
                    <a:pt x="31750" y="329311"/>
                  </a:lnTo>
                  <a:lnTo>
                    <a:pt x="44450" y="329311"/>
                  </a:lnTo>
                  <a:lnTo>
                    <a:pt x="44450" y="0"/>
                  </a:lnTo>
                  <a:close/>
                </a:path>
                <a:path w="76200" h="393064">
                  <a:moveTo>
                    <a:pt x="76200" y="316611"/>
                  </a:moveTo>
                  <a:lnTo>
                    <a:pt x="44450" y="316611"/>
                  </a:lnTo>
                  <a:lnTo>
                    <a:pt x="44450" y="329311"/>
                  </a:lnTo>
                  <a:lnTo>
                    <a:pt x="69850" y="329311"/>
                  </a:lnTo>
                  <a:lnTo>
                    <a:pt x="76200" y="3166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653530" y="4198111"/>
            <a:ext cx="927735" cy="7600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200" spc="-10">
                <a:latin typeface="Arial MT"/>
                <a:cs typeface="Arial MT"/>
              </a:rPr>
              <a:t>Derive</a:t>
            </a:r>
            <a:endParaRPr sz="1200">
              <a:latin typeface="Arial MT"/>
              <a:cs typeface="Arial MT"/>
            </a:endParaRPr>
          </a:p>
          <a:p>
            <a:pPr marL="166370" marR="5080" indent="-17145">
              <a:lnSpc>
                <a:spcPct val="100000"/>
              </a:lnSpc>
              <a:spcBef>
                <a:spcPts val="735"/>
              </a:spcBef>
            </a:pPr>
            <a:r>
              <a:rPr dirty="0" sz="1200" spc="-110">
                <a:latin typeface="Arial MT"/>
                <a:cs typeface="Arial MT"/>
              </a:rPr>
              <a:t>Cybersecurity </a:t>
            </a:r>
            <a:r>
              <a:rPr dirty="0" sz="1200" spc="-100">
                <a:latin typeface="Arial MT"/>
                <a:cs typeface="Arial MT"/>
              </a:rPr>
              <a:t>requirements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688963" y="5045836"/>
            <a:ext cx="857250" cy="73787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200" spc="-10">
                <a:latin typeface="Arial MT"/>
                <a:cs typeface="Arial MT"/>
              </a:rPr>
              <a:t>Allocate</a:t>
            </a:r>
            <a:endParaRPr sz="1200">
              <a:latin typeface="Arial MT"/>
              <a:cs typeface="Arial MT"/>
            </a:endParaRPr>
          </a:p>
          <a:p>
            <a:pPr marL="242570" marR="5080" indent="-94615">
              <a:lnSpc>
                <a:spcPct val="100000"/>
              </a:lnSpc>
              <a:spcBef>
                <a:spcPts val="645"/>
              </a:spcBef>
            </a:pPr>
            <a:r>
              <a:rPr dirty="0" sz="1200" spc="-100">
                <a:latin typeface="Arial MT"/>
                <a:cs typeface="Arial MT"/>
              </a:rPr>
              <a:t>Architectural </a:t>
            </a:r>
            <a:r>
              <a:rPr dirty="0" sz="1200" spc="-25">
                <a:latin typeface="Arial MT"/>
                <a:cs typeface="Arial MT"/>
              </a:rPr>
              <a:t>elements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7147560" y="3933570"/>
            <a:ext cx="1129665" cy="883285"/>
          </a:xfrm>
          <a:custGeom>
            <a:avLst/>
            <a:gdLst/>
            <a:ahLst/>
            <a:cxnLst/>
            <a:rect l="l" t="t" r="r" b="b"/>
            <a:pathLst>
              <a:path w="1129665" h="883285">
                <a:moveTo>
                  <a:pt x="76200" y="538988"/>
                </a:moveTo>
                <a:lnTo>
                  <a:pt x="44450" y="538988"/>
                </a:lnTo>
                <a:lnTo>
                  <a:pt x="44450" y="222377"/>
                </a:lnTo>
                <a:lnTo>
                  <a:pt x="31750" y="222377"/>
                </a:lnTo>
                <a:lnTo>
                  <a:pt x="31750" y="538988"/>
                </a:lnTo>
                <a:lnTo>
                  <a:pt x="0" y="538988"/>
                </a:lnTo>
                <a:lnTo>
                  <a:pt x="38100" y="615188"/>
                </a:lnTo>
                <a:lnTo>
                  <a:pt x="69850" y="551688"/>
                </a:lnTo>
                <a:lnTo>
                  <a:pt x="76200" y="538988"/>
                </a:lnTo>
                <a:close/>
              </a:path>
              <a:path w="1129665" h="883285">
                <a:moveTo>
                  <a:pt x="747014" y="870204"/>
                </a:moveTo>
                <a:lnTo>
                  <a:pt x="708914" y="870204"/>
                </a:lnTo>
                <a:lnTo>
                  <a:pt x="708914" y="882904"/>
                </a:lnTo>
                <a:lnTo>
                  <a:pt x="747014" y="882904"/>
                </a:lnTo>
                <a:lnTo>
                  <a:pt x="747014" y="870204"/>
                </a:lnTo>
                <a:close/>
              </a:path>
              <a:path w="1129665" h="883285">
                <a:moveTo>
                  <a:pt x="781812" y="7112"/>
                </a:moveTo>
                <a:lnTo>
                  <a:pt x="778256" y="1016"/>
                </a:lnTo>
                <a:lnTo>
                  <a:pt x="774446" y="0"/>
                </a:lnTo>
                <a:lnTo>
                  <a:pt x="685800" y="51689"/>
                </a:lnTo>
                <a:lnTo>
                  <a:pt x="774446" y="103378"/>
                </a:lnTo>
                <a:lnTo>
                  <a:pt x="778256" y="102362"/>
                </a:lnTo>
                <a:lnTo>
                  <a:pt x="781812" y="96266"/>
                </a:lnTo>
                <a:lnTo>
                  <a:pt x="780796" y="92456"/>
                </a:lnTo>
                <a:lnTo>
                  <a:pt x="721791" y="58039"/>
                </a:lnTo>
                <a:lnTo>
                  <a:pt x="736473" y="58039"/>
                </a:lnTo>
                <a:lnTo>
                  <a:pt x="736473" y="45339"/>
                </a:lnTo>
                <a:lnTo>
                  <a:pt x="721791" y="45339"/>
                </a:lnTo>
                <a:lnTo>
                  <a:pt x="780796" y="10922"/>
                </a:lnTo>
                <a:lnTo>
                  <a:pt x="781812" y="7112"/>
                </a:lnTo>
                <a:close/>
              </a:path>
              <a:path w="1129665" h="883285">
                <a:moveTo>
                  <a:pt x="787273" y="45339"/>
                </a:moveTo>
                <a:lnTo>
                  <a:pt x="749173" y="45339"/>
                </a:lnTo>
                <a:lnTo>
                  <a:pt x="749173" y="58039"/>
                </a:lnTo>
                <a:lnTo>
                  <a:pt x="787273" y="58039"/>
                </a:lnTo>
                <a:lnTo>
                  <a:pt x="787273" y="45339"/>
                </a:lnTo>
                <a:close/>
              </a:path>
              <a:path w="1129665" h="883285">
                <a:moveTo>
                  <a:pt x="797814" y="870204"/>
                </a:moveTo>
                <a:lnTo>
                  <a:pt x="759714" y="870204"/>
                </a:lnTo>
                <a:lnTo>
                  <a:pt x="759714" y="882904"/>
                </a:lnTo>
                <a:lnTo>
                  <a:pt x="797814" y="882904"/>
                </a:lnTo>
                <a:lnTo>
                  <a:pt x="797814" y="870204"/>
                </a:lnTo>
                <a:close/>
              </a:path>
              <a:path w="1129665" h="883285">
                <a:moveTo>
                  <a:pt x="838073" y="45339"/>
                </a:moveTo>
                <a:lnTo>
                  <a:pt x="799973" y="45339"/>
                </a:lnTo>
                <a:lnTo>
                  <a:pt x="799973" y="58039"/>
                </a:lnTo>
                <a:lnTo>
                  <a:pt x="838073" y="58039"/>
                </a:lnTo>
                <a:lnTo>
                  <a:pt x="838073" y="45339"/>
                </a:lnTo>
                <a:close/>
              </a:path>
              <a:path w="1129665" h="883285">
                <a:moveTo>
                  <a:pt x="848614" y="870204"/>
                </a:moveTo>
                <a:lnTo>
                  <a:pt x="810514" y="870204"/>
                </a:lnTo>
                <a:lnTo>
                  <a:pt x="810514" y="882904"/>
                </a:lnTo>
                <a:lnTo>
                  <a:pt x="848614" y="882904"/>
                </a:lnTo>
                <a:lnTo>
                  <a:pt x="848614" y="870204"/>
                </a:lnTo>
                <a:close/>
              </a:path>
              <a:path w="1129665" h="883285">
                <a:moveTo>
                  <a:pt x="888873" y="45339"/>
                </a:moveTo>
                <a:lnTo>
                  <a:pt x="850773" y="45339"/>
                </a:lnTo>
                <a:lnTo>
                  <a:pt x="850773" y="58039"/>
                </a:lnTo>
                <a:lnTo>
                  <a:pt x="888873" y="58039"/>
                </a:lnTo>
                <a:lnTo>
                  <a:pt x="888873" y="45339"/>
                </a:lnTo>
                <a:close/>
              </a:path>
              <a:path w="1129665" h="883285">
                <a:moveTo>
                  <a:pt x="899414" y="870204"/>
                </a:moveTo>
                <a:lnTo>
                  <a:pt x="861314" y="870204"/>
                </a:lnTo>
                <a:lnTo>
                  <a:pt x="861314" y="882904"/>
                </a:lnTo>
                <a:lnTo>
                  <a:pt x="899414" y="882904"/>
                </a:lnTo>
                <a:lnTo>
                  <a:pt x="899414" y="870204"/>
                </a:lnTo>
                <a:close/>
              </a:path>
              <a:path w="1129665" h="883285">
                <a:moveTo>
                  <a:pt x="939673" y="45339"/>
                </a:moveTo>
                <a:lnTo>
                  <a:pt x="901573" y="45339"/>
                </a:lnTo>
                <a:lnTo>
                  <a:pt x="901573" y="58039"/>
                </a:lnTo>
                <a:lnTo>
                  <a:pt x="939673" y="58039"/>
                </a:lnTo>
                <a:lnTo>
                  <a:pt x="939673" y="45339"/>
                </a:lnTo>
                <a:close/>
              </a:path>
              <a:path w="1129665" h="883285">
                <a:moveTo>
                  <a:pt x="950214" y="870204"/>
                </a:moveTo>
                <a:lnTo>
                  <a:pt x="912114" y="870204"/>
                </a:lnTo>
                <a:lnTo>
                  <a:pt x="912114" y="882904"/>
                </a:lnTo>
                <a:lnTo>
                  <a:pt x="950214" y="882904"/>
                </a:lnTo>
                <a:lnTo>
                  <a:pt x="950214" y="870204"/>
                </a:lnTo>
                <a:close/>
              </a:path>
              <a:path w="1129665" h="883285">
                <a:moveTo>
                  <a:pt x="990473" y="45339"/>
                </a:moveTo>
                <a:lnTo>
                  <a:pt x="952373" y="45339"/>
                </a:lnTo>
                <a:lnTo>
                  <a:pt x="952373" y="58039"/>
                </a:lnTo>
                <a:lnTo>
                  <a:pt x="990473" y="58039"/>
                </a:lnTo>
                <a:lnTo>
                  <a:pt x="990473" y="45339"/>
                </a:lnTo>
                <a:close/>
              </a:path>
              <a:path w="1129665" h="883285">
                <a:moveTo>
                  <a:pt x="1001014" y="870204"/>
                </a:moveTo>
                <a:lnTo>
                  <a:pt x="962914" y="870204"/>
                </a:lnTo>
                <a:lnTo>
                  <a:pt x="962914" y="882904"/>
                </a:lnTo>
                <a:lnTo>
                  <a:pt x="1001014" y="882904"/>
                </a:lnTo>
                <a:lnTo>
                  <a:pt x="1001014" y="870204"/>
                </a:lnTo>
                <a:close/>
              </a:path>
              <a:path w="1129665" h="883285">
                <a:moveTo>
                  <a:pt x="1041273" y="45339"/>
                </a:moveTo>
                <a:lnTo>
                  <a:pt x="1003173" y="45339"/>
                </a:lnTo>
                <a:lnTo>
                  <a:pt x="1003173" y="58039"/>
                </a:lnTo>
                <a:lnTo>
                  <a:pt x="1041273" y="58039"/>
                </a:lnTo>
                <a:lnTo>
                  <a:pt x="1041273" y="45339"/>
                </a:lnTo>
                <a:close/>
              </a:path>
              <a:path w="1129665" h="883285">
                <a:moveTo>
                  <a:pt x="1051814" y="870204"/>
                </a:moveTo>
                <a:lnTo>
                  <a:pt x="1013714" y="870204"/>
                </a:lnTo>
                <a:lnTo>
                  <a:pt x="1013714" y="882904"/>
                </a:lnTo>
                <a:lnTo>
                  <a:pt x="1051814" y="882904"/>
                </a:lnTo>
                <a:lnTo>
                  <a:pt x="1051814" y="870204"/>
                </a:lnTo>
                <a:close/>
              </a:path>
              <a:path w="1129665" h="883285">
                <a:moveTo>
                  <a:pt x="1092073" y="45339"/>
                </a:moveTo>
                <a:lnTo>
                  <a:pt x="1053973" y="45339"/>
                </a:lnTo>
                <a:lnTo>
                  <a:pt x="1053973" y="58039"/>
                </a:lnTo>
                <a:lnTo>
                  <a:pt x="1092073" y="58039"/>
                </a:lnTo>
                <a:lnTo>
                  <a:pt x="1092073" y="45339"/>
                </a:lnTo>
                <a:close/>
              </a:path>
              <a:path w="1129665" h="883285">
                <a:moveTo>
                  <a:pt x="1102614" y="870204"/>
                </a:moveTo>
                <a:lnTo>
                  <a:pt x="1064514" y="870204"/>
                </a:lnTo>
                <a:lnTo>
                  <a:pt x="1064514" y="882904"/>
                </a:lnTo>
                <a:lnTo>
                  <a:pt x="1102614" y="882904"/>
                </a:lnTo>
                <a:lnTo>
                  <a:pt x="1102614" y="870204"/>
                </a:lnTo>
                <a:close/>
              </a:path>
              <a:path w="1129665" h="883285">
                <a:moveTo>
                  <a:pt x="1129411" y="846201"/>
                </a:moveTo>
                <a:lnTo>
                  <a:pt x="1116711" y="846201"/>
                </a:lnTo>
                <a:lnTo>
                  <a:pt x="1116711" y="870204"/>
                </a:lnTo>
                <a:lnTo>
                  <a:pt x="1115314" y="870204"/>
                </a:lnTo>
                <a:lnTo>
                  <a:pt x="1115314" y="882904"/>
                </a:lnTo>
                <a:lnTo>
                  <a:pt x="1126617" y="882904"/>
                </a:lnTo>
                <a:lnTo>
                  <a:pt x="1129411" y="880110"/>
                </a:lnTo>
                <a:lnTo>
                  <a:pt x="1129411" y="876554"/>
                </a:lnTo>
                <a:lnTo>
                  <a:pt x="1129411" y="870204"/>
                </a:lnTo>
                <a:lnTo>
                  <a:pt x="1129411" y="846201"/>
                </a:lnTo>
                <a:close/>
              </a:path>
              <a:path w="1129665" h="883285">
                <a:moveTo>
                  <a:pt x="1129411" y="795401"/>
                </a:moveTo>
                <a:lnTo>
                  <a:pt x="1116711" y="795401"/>
                </a:lnTo>
                <a:lnTo>
                  <a:pt x="1116711" y="833501"/>
                </a:lnTo>
                <a:lnTo>
                  <a:pt x="1129411" y="833501"/>
                </a:lnTo>
                <a:lnTo>
                  <a:pt x="1129411" y="795401"/>
                </a:lnTo>
                <a:close/>
              </a:path>
              <a:path w="1129665" h="883285">
                <a:moveTo>
                  <a:pt x="1129411" y="744601"/>
                </a:moveTo>
                <a:lnTo>
                  <a:pt x="1116711" y="744601"/>
                </a:lnTo>
                <a:lnTo>
                  <a:pt x="1116711" y="782701"/>
                </a:lnTo>
                <a:lnTo>
                  <a:pt x="1129411" y="782701"/>
                </a:lnTo>
                <a:lnTo>
                  <a:pt x="1129411" y="744601"/>
                </a:lnTo>
                <a:close/>
              </a:path>
              <a:path w="1129665" h="883285">
                <a:moveTo>
                  <a:pt x="1129411" y="693801"/>
                </a:moveTo>
                <a:lnTo>
                  <a:pt x="1116711" y="693801"/>
                </a:lnTo>
                <a:lnTo>
                  <a:pt x="1116711" y="731901"/>
                </a:lnTo>
                <a:lnTo>
                  <a:pt x="1129411" y="731901"/>
                </a:lnTo>
                <a:lnTo>
                  <a:pt x="1129411" y="693801"/>
                </a:lnTo>
                <a:close/>
              </a:path>
              <a:path w="1129665" h="883285">
                <a:moveTo>
                  <a:pt x="1129411" y="643001"/>
                </a:moveTo>
                <a:lnTo>
                  <a:pt x="1116711" y="643001"/>
                </a:lnTo>
                <a:lnTo>
                  <a:pt x="1116711" y="681101"/>
                </a:lnTo>
                <a:lnTo>
                  <a:pt x="1129411" y="681101"/>
                </a:lnTo>
                <a:lnTo>
                  <a:pt x="1129411" y="643001"/>
                </a:lnTo>
                <a:close/>
              </a:path>
              <a:path w="1129665" h="883285">
                <a:moveTo>
                  <a:pt x="1129411" y="592201"/>
                </a:moveTo>
                <a:lnTo>
                  <a:pt x="1116711" y="592201"/>
                </a:lnTo>
                <a:lnTo>
                  <a:pt x="1116711" y="630301"/>
                </a:lnTo>
                <a:lnTo>
                  <a:pt x="1129411" y="630301"/>
                </a:lnTo>
                <a:lnTo>
                  <a:pt x="1129411" y="592201"/>
                </a:lnTo>
                <a:close/>
              </a:path>
              <a:path w="1129665" h="883285">
                <a:moveTo>
                  <a:pt x="1129411" y="541401"/>
                </a:moveTo>
                <a:lnTo>
                  <a:pt x="1116711" y="541401"/>
                </a:lnTo>
                <a:lnTo>
                  <a:pt x="1116711" y="579501"/>
                </a:lnTo>
                <a:lnTo>
                  <a:pt x="1129411" y="579501"/>
                </a:lnTo>
                <a:lnTo>
                  <a:pt x="1129411" y="541401"/>
                </a:lnTo>
                <a:close/>
              </a:path>
              <a:path w="1129665" h="883285">
                <a:moveTo>
                  <a:pt x="1129411" y="490601"/>
                </a:moveTo>
                <a:lnTo>
                  <a:pt x="1116711" y="490601"/>
                </a:lnTo>
                <a:lnTo>
                  <a:pt x="1116711" y="528701"/>
                </a:lnTo>
                <a:lnTo>
                  <a:pt x="1129411" y="528701"/>
                </a:lnTo>
                <a:lnTo>
                  <a:pt x="1129411" y="490601"/>
                </a:lnTo>
                <a:close/>
              </a:path>
              <a:path w="1129665" h="883285">
                <a:moveTo>
                  <a:pt x="1129411" y="439801"/>
                </a:moveTo>
                <a:lnTo>
                  <a:pt x="1116711" y="439801"/>
                </a:lnTo>
                <a:lnTo>
                  <a:pt x="1116711" y="477901"/>
                </a:lnTo>
                <a:lnTo>
                  <a:pt x="1129411" y="477901"/>
                </a:lnTo>
                <a:lnTo>
                  <a:pt x="1129411" y="439801"/>
                </a:lnTo>
                <a:close/>
              </a:path>
              <a:path w="1129665" h="883285">
                <a:moveTo>
                  <a:pt x="1129411" y="389001"/>
                </a:moveTo>
                <a:lnTo>
                  <a:pt x="1116711" y="389001"/>
                </a:lnTo>
                <a:lnTo>
                  <a:pt x="1116711" y="427101"/>
                </a:lnTo>
                <a:lnTo>
                  <a:pt x="1129411" y="427101"/>
                </a:lnTo>
                <a:lnTo>
                  <a:pt x="1129411" y="389001"/>
                </a:lnTo>
                <a:close/>
              </a:path>
              <a:path w="1129665" h="883285">
                <a:moveTo>
                  <a:pt x="1129411" y="338201"/>
                </a:moveTo>
                <a:lnTo>
                  <a:pt x="1116711" y="338201"/>
                </a:lnTo>
                <a:lnTo>
                  <a:pt x="1116711" y="376301"/>
                </a:lnTo>
                <a:lnTo>
                  <a:pt x="1129411" y="376301"/>
                </a:lnTo>
                <a:lnTo>
                  <a:pt x="1129411" y="338201"/>
                </a:lnTo>
                <a:close/>
              </a:path>
              <a:path w="1129665" h="883285">
                <a:moveTo>
                  <a:pt x="1129411" y="287401"/>
                </a:moveTo>
                <a:lnTo>
                  <a:pt x="1116711" y="287401"/>
                </a:lnTo>
                <a:lnTo>
                  <a:pt x="1116711" y="325501"/>
                </a:lnTo>
                <a:lnTo>
                  <a:pt x="1129411" y="325501"/>
                </a:lnTo>
                <a:lnTo>
                  <a:pt x="1129411" y="287401"/>
                </a:lnTo>
                <a:close/>
              </a:path>
              <a:path w="1129665" h="883285">
                <a:moveTo>
                  <a:pt x="1129411" y="236601"/>
                </a:moveTo>
                <a:lnTo>
                  <a:pt x="1116711" y="236601"/>
                </a:lnTo>
                <a:lnTo>
                  <a:pt x="1116711" y="274701"/>
                </a:lnTo>
                <a:lnTo>
                  <a:pt x="1129411" y="274701"/>
                </a:lnTo>
                <a:lnTo>
                  <a:pt x="1129411" y="236601"/>
                </a:lnTo>
                <a:close/>
              </a:path>
              <a:path w="1129665" h="883285">
                <a:moveTo>
                  <a:pt x="1129411" y="185801"/>
                </a:moveTo>
                <a:lnTo>
                  <a:pt x="1116711" y="185801"/>
                </a:lnTo>
                <a:lnTo>
                  <a:pt x="1116711" y="223901"/>
                </a:lnTo>
                <a:lnTo>
                  <a:pt x="1129411" y="223901"/>
                </a:lnTo>
                <a:lnTo>
                  <a:pt x="1129411" y="185801"/>
                </a:lnTo>
                <a:close/>
              </a:path>
              <a:path w="1129665" h="883285">
                <a:moveTo>
                  <a:pt x="1129411" y="135001"/>
                </a:moveTo>
                <a:lnTo>
                  <a:pt x="1116711" y="135001"/>
                </a:lnTo>
                <a:lnTo>
                  <a:pt x="1116711" y="173101"/>
                </a:lnTo>
                <a:lnTo>
                  <a:pt x="1129411" y="173101"/>
                </a:lnTo>
                <a:lnTo>
                  <a:pt x="1129411" y="135001"/>
                </a:lnTo>
                <a:close/>
              </a:path>
              <a:path w="1129665" h="883285">
                <a:moveTo>
                  <a:pt x="1129411" y="84201"/>
                </a:moveTo>
                <a:lnTo>
                  <a:pt x="1116711" y="84201"/>
                </a:lnTo>
                <a:lnTo>
                  <a:pt x="1116711" y="122301"/>
                </a:lnTo>
                <a:lnTo>
                  <a:pt x="1129411" y="122301"/>
                </a:lnTo>
                <a:lnTo>
                  <a:pt x="1129411" y="84201"/>
                </a:lnTo>
                <a:close/>
              </a:path>
              <a:path w="1129665" h="883285">
                <a:moveTo>
                  <a:pt x="1129411" y="48133"/>
                </a:moveTo>
                <a:lnTo>
                  <a:pt x="1126617" y="45339"/>
                </a:lnTo>
                <a:lnTo>
                  <a:pt x="1104773" y="45339"/>
                </a:lnTo>
                <a:lnTo>
                  <a:pt x="1104773" y="58039"/>
                </a:lnTo>
                <a:lnTo>
                  <a:pt x="1116711" y="58039"/>
                </a:lnTo>
                <a:lnTo>
                  <a:pt x="1116711" y="71501"/>
                </a:lnTo>
                <a:lnTo>
                  <a:pt x="1129411" y="71501"/>
                </a:lnTo>
                <a:lnTo>
                  <a:pt x="1129411" y="58039"/>
                </a:lnTo>
                <a:lnTo>
                  <a:pt x="1129411" y="51689"/>
                </a:lnTo>
                <a:lnTo>
                  <a:pt x="1129411" y="48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8310118" y="4291076"/>
            <a:ext cx="6388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Verification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62305"/>
              <a:ext cx="2458072" cy="2540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772536" y="262336"/>
              <a:ext cx="74295" cy="23495"/>
            </a:xfrm>
            <a:custGeom>
              <a:avLst/>
              <a:gdLst/>
              <a:ahLst/>
              <a:cxnLst/>
              <a:rect l="l" t="t" r="r" b="b"/>
              <a:pathLst>
                <a:path w="74294" h="23495">
                  <a:moveTo>
                    <a:pt x="73751" y="0"/>
                  </a:moveTo>
                  <a:lnTo>
                    <a:pt x="0" y="0"/>
                  </a:lnTo>
                  <a:lnTo>
                    <a:pt x="0" y="22905"/>
                  </a:lnTo>
                  <a:lnTo>
                    <a:pt x="73751" y="22905"/>
                  </a:lnTo>
                  <a:lnTo>
                    <a:pt x="737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1541" y="162560"/>
              <a:ext cx="1246885" cy="197993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9654" y="614526"/>
            <a:ext cx="4548505" cy="11328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10">
                <a:latin typeface="Arial MT"/>
                <a:cs typeface="Arial MT"/>
              </a:rPr>
              <a:t>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need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verified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show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Consistency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Goals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Consistency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Claims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9654" y="2091080"/>
            <a:ext cx="5239385" cy="76327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verification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summarized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Verification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Report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Verification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concept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supports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case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760720" y="981455"/>
            <a:ext cx="1295400" cy="431800"/>
          </a:xfrm>
          <a:custGeom>
            <a:avLst/>
            <a:gdLst/>
            <a:ahLst/>
            <a:cxnLst/>
            <a:rect l="l" t="t" r="r" b="b"/>
            <a:pathLst>
              <a:path w="1295400" h="431800">
                <a:moveTo>
                  <a:pt x="0" y="71882"/>
                </a:moveTo>
                <a:lnTo>
                  <a:pt x="5641" y="43880"/>
                </a:lnTo>
                <a:lnTo>
                  <a:pt x="21034" y="21034"/>
                </a:lnTo>
                <a:lnTo>
                  <a:pt x="43880" y="5641"/>
                </a:lnTo>
                <a:lnTo>
                  <a:pt x="71881" y="0"/>
                </a:lnTo>
                <a:lnTo>
                  <a:pt x="1223518" y="0"/>
                </a:lnTo>
                <a:lnTo>
                  <a:pt x="1251519" y="5641"/>
                </a:lnTo>
                <a:lnTo>
                  <a:pt x="1274365" y="21034"/>
                </a:lnTo>
                <a:lnTo>
                  <a:pt x="1289758" y="43880"/>
                </a:lnTo>
                <a:lnTo>
                  <a:pt x="1295400" y="71882"/>
                </a:lnTo>
                <a:lnTo>
                  <a:pt x="1295400" y="359410"/>
                </a:lnTo>
                <a:lnTo>
                  <a:pt x="1289758" y="387411"/>
                </a:lnTo>
                <a:lnTo>
                  <a:pt x="1274365" y="410257"/>
                </a:lnTo>
                <a:lnTo>
                  <a:pt x="1251519" y="425650"/>
                </a:lnTo>
                <a:lnTo>
                  <a:pt x="1223518" y="431292"/>
                </a:lnTo>
                <a:lnTo>
                  <a:pt x="71881" y="431292"/>
                </a:lnTo>
                <a:lnTo>
                  <a:pt x="43880" y="425650"/>
                </a:lnTo>
                <a:lnTo>
                  <a:pt x="21034" y="410257"/>
                </a:lnTo>
                <a:lnTo>
                  <a:pt x="5641" y="387411"/>
                </a:lnTo>
                <a:lnTo>
                  <a:pt x="0" y="359410"/>
                </a:lnTo>
                <a:lnTo>
                  <a:pt x="0" y="71882"/>
                </a:lnTo>
                <a:close/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013450" y="998346"/>
            <a:ext cx="78994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Cybersecurity</a:t>
            </a:r>
            <a:endParaRPr sz="12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goals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/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claims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760720" y="2133600"/>
            <a:ext cx="1295400" cy="431800"/>
          </a:xfrm>
          <a:custGeom>
            <a:avLst/>
            <a:gdLst/>
            <a:ahLst/>
            <a:cxnLst/>
            <a:rect l="l" t="t" r="r" b="b"/>
            <a:pathLst>
              <a:path w="1295400" h="431800">
                <a:moveTo>
                  <a:pt x="0" y="71882"/>
                </a:moveTo>
                <a:lnTo>
                  <a:pt x="5641" y="43880"/>
                </a:lnTo>
                <a:lnTo>
                  <a:pt x="21034" y="21034"/>
                </a:lnTo>
                <a:lnTo>
                  <a:pt x="43880" y="5641"/>
                </a:lnTo>
                <a:lnTo>
                  <a:pt x="71881" y="0"/>
                </a:lnTo>
                <a:lnTo>
                  <a:pt x="1223518" y="0"/>
                </a:lnTo>
                <a:lnTo>
                  <a:pt x="1251519" y="5641"/>
                </a:lnTo>
                <a:lnTo>
                  <a:pt x="1274365" y="21034"/>
                </a:lnTo>
                <a:lnTo>
                  <a:pt x="1289758" y="43880"/>
                </a:lnTo>
                <a:lnTo>
                  <a:pt x="1295400" y="71882"/>
                </a:lnTo>
                <a:lnTo>
                  <a:pt x="1295400" y="359410"/>
                </a:lnTo>
                <a:lnTo>
                  <a:pt x="1289758" y="387411"/>
                </a:lnTo>
                <a:lnTo>
                  <a:pt x="1274365" y="410257"/>
                </a:lnTo>
                <a:lnTo>
                  <a:pt x="1251519" y="425650"/>
                </a:lnTo>
                <a:lnTo>
                  <a:pt x="1223518" y="431291"/>
                </a:lnTo>
                <a:lnTo>
                  <a:pt x="71881" y="431291"/>
                </a:lnTo>
                <a:lnTo>
                  <a:pt x="43880" y="425650"/>
                </a:lnTo>
                <a:lnTo>
                  <a:pt x="21034" y="410257"/>
                </a:lnTo>
                <a:lnTo>
                  <a:pt x="5641" y="387411"/>
                </a:lnTo>
                <a:lnTo>
                  <a:pt x="0" y="359410"/>
                </a:lnTo>
                <a:lnTo>
                  <a:pt x="0" y="71882"/>
                </a:lnTo>
                <a:close/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996808" y="1180922"/>
            <a:ext cx="9175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4240" algn="l"/>
              </a:tabLst>
            </a:pPr>
            <a:r>
              <a:rPr dirty="0" u="heavy" sz="1200">
                <a:uFill>
                  <a:solidFill>
                    <a:srgbClr val="21218A"/>
                  </a:solidFill>
                </a:uFill>
                <a:latin typeface="Arial MT"/>
                <a:cs typeface="Arial MT"/>
              </a:rPr>
              <a:t>	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005829" y="2150745"/>
            <a:ext cx="805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62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latin typeface="Arial MT"/>
                <a:cs typeface="Arial MT"/>
              </a:rPr>
              <a:t>Cybersecurity </a:t>
            </a:r>
            <a:r>
              <a:rPr dirty="0" sz="1200" spc="-120">
                <a:latin typeface="Arial MT"/>
                <a:cs typeface="Arial MT"/>
              </a:rPr>
              <a:t>Requirements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33059" y="1598167"/>
            <a:ext cx="386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Derive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936993" y="1670430"/>
            <a:ext cx="339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Verify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370320" y="1158239"/>
            <a:ext cx="2626360" cy="1196975"/>
            <a:chOff x="6370320" y="1158239"/>
            <a:chExt cx="2626360" cy="1196975"/>
          </a:xfrm>
        </p:grpSpPr>
        <p:sp>
          <p:nvSpPr>
            <p:cNvPr id="20" name="object 20" descr=""/>
            <p:cNvSpPr/>
            <p:nvPr/>
          </p:nvSpPr>
          <p:spPr>
            <a:xfrm>
              <a:off x="6370320" y="1158239"/>
              <a:ext cx="920750" cy="1196975"/>
            </a:xfrm>
            <a:custGeom>
              <a:avLst/>
              <a:gdLst/>
              <a:ahLst/>
              <a:cxnLst/>
              <a:rect l="l" t="t" r="r" b="b"/>
              <a:pathLst>
                <a:path w="920750" h="1196975">
                  <a:moveTo>
                    <a:pt x="76200" y="898398"/>
                  </a:moveTo>
                  <a:lnTo>
                    <a:pt x="44450" y="898398"/>
                  </a:lnTo>
                  <a:lnTo>
                    <a:pt x="44450" y="254508"/>
                  </a:lnTo>
                  <a:lnTo>
                    <a:pt x="31750" y="254508"/>
                  </a:lnTo>
                  <a:lnTo>
                    <a:pt x="31750" y="898398"/>
                  </a:lnTo>
                  <a:lnTo>
                    <a:pt x="0" y="898398"/>
                  </a:lnTo>
                  <a:lnTo>
                    <a:pt x="38100" y="974598"/>
                  </a:lnTo>
                  <a:lnTo>
                    <a:pt x="69850" y="911098"/>
                  </a:lnTo>
                  <a:lnTo>
                    <a:pt x="76200" y="898398"/>
                  </a:lnTo>
                  <a:close/>
                </a:path>
                <a:path w="920750" h="1196975">
                  <a:moveTo>
                    <a:pt x="723900" y="1183894"/>
                  </a:moveTo>
                  <a:lnTo>
                    <a:pt x="685800" y="1183894"/>
                  </a:lnTo>
                  <a:lnTo>
                    <a:pt x="685800" y="1196594"/>
                  </a:lnTo>
                  <a:lnTo>
                    <a:pt x="723900" y="1196594"/>
                  </a:lnTo>
                  <a:lnTo>
                    <a:pt x="723900" y="1183894"/>
                  </a:lnTo>
                  <a:close/>
                </a:path>
                <a:path w="920750" h="1196975">
                  <a:moveTo>
                    <a:pt x="774700" y="1183894"/>
                  </a:moveTo>
                  <a:lnTo>
                    <a:pt x="736600" y="1183894"/>
                  </a:lnTo>
                  <a:lnTo>
                    <a:pt x="736600" y="1196594"/>
                  </a:lnTo>
                  <a:lnTo>
                    <a:pt x="774700" y="1196594"/>
                  </a:lnTo>
                  <a:lnTo>
                    <a:pt x="774700" y="1183894"/>
                  </a:lnTo>
                  <a:close/>
                </a:path>
                <a:path w="920750" h="1196975">
                  <a:moveTo>
                    <a:pt x="774700" y="0"/>
                  </a:moveTo>
                  <a:lnTo>
                    <a:pt x="698500" y="38100"/>
                  </a:lnTo>
                  <a:lnTo>
                    <a:pt x="774700" y="76200"/>
                  </a:lnTo>
                  <a:lnTo>
                    <a:pt x="774700" y="44450"/>
                  </a:lnTo>
                  <a:lnTo>
                    <a:pt x="774700" y="31750"/>
                  </a:lnTo>
                  <a:lnTo>
                    <a:pt x="774700" y="0"/>
                  </a:lnTo>
                  <a:close/>
                </a:path>
                <a:path w="920750" h="1196975">
                  <a:moveTo>
                    <a:pt x="821944" y="31750"/>
                  </a:moveTo>
                  <a:lnTo>
                    <a:pt x="783844" y="31750"/>
                  </a:lnTo>
                  <a:lnTo>
                    <a:pt x="783844" y="44450"/>
                  </a:lnTo>
                  <a:lnTo>
                    <a:pt x="821944" y="44450"/>
                  </a:lnTo>
                  <a:lnTo>
                    <a:pt x="821944" y="31750"/>
                  </a:lnTo>
                  <a:close/>
                </a:path>
                <a:path w="920750" h="1196975">
                  <a:moveTo>
                    <a:pt x="825500" y="1183894"/>
                  </a:moveTo>
                  <a:lnTo>
                    <a:pt x="787400" y="1183894"/>
                  </a:lnTo>
                  <a:lnTo>
                    <a:pt x="787400" y="1196594"/>
                  </a:lnTo>
                  <a:lnTo>
                    <a:pt x="825500" y="1196594"/>
                  </a:lnTo>
                  <a:lnTo>
                    <a:pt x="825500" y="1183894"/>
                  </a:lnTo>
                  <a:close/>
                </a:path>
                <a:path w="920750" h="1196975">
                  <a:moveTo>
                    <a:pt x="872744" y="31750"/>
                  </a:moveTo>
                  <a:lnTo>
                    <a:pt x="834644" y="31750"/>
                  </a:lnTo>
                  <a:lnTo>
                    <a:pt x="834644" y="44450"/>
                  </a:lnTo>
                  <a:lnTo>
                    <a:pt x="872744" y="44450"/>
                  </a:lnTo>
                  <a:lnTo>
                    <a:pt x="872744" y="31750"/>
                  </a:lnTo>
                  <a:close/>
                </a:path>
                <a:path w="920750" h="1196975">
                  <a:moveTo>
                    <a:pt x="876300" y="1183894"/>
                  </a:moveTo>
                  <a:lnTo>
                    <a:pt x="838200" y="1183894"/>
                  </a:lnTo>
                  <a:lnTo>
                    <a:pt x="838200" y="1196594"/>
                  </a:lnTo>
                  <a:lnTo>
                    <a:pt x="876300" y="1196594"/>
                  </a:lnTo>
                  <a:lnTo>
                    <a:pt x="876300" y="1183894"/>
                  </a:lnTo>
                  <a:close/>
                </a:path>
                <a:path w="920750" h="1196975">
                  <a:moveTo>
                    <a:pt x="920750" y="1177544"/>
                  </a:moveTo>
                  <a:lnTo>
                    <a:pt x="908050" y="1177544"/>
                  </a:lnTo>
                  <a:lnTo>
                    <a:pt x="908050" y="1183894"/>
                  </a:lnTo>
                  <a:lnTo>
                    <a:pt x="889000" y="1183894"/>
                  </a:lnTo>
                  <a:lnTo>
                    <a:pt x="889000" y="1196594"/>
                  </a:lnTo>
                  <a:lnTo>
                    <a:pt x="917956" y="1196594"/>
                  </a:lnTo>
                  <a:lnTo>
                    <a:pt x="920750" y="1193673"/>
                  </a:lnTo>
                  <a:lnTo>
                    <a:pt x="920750" y="1190244"/>
                  </a:lnTo>
                  <a:lnTo>
                    <a:pt x="920750" y="1183894"/>
                  </a:lnTo>
                  <a:lnTo>
                    <a:pt x="920750" y="1177544"/>
                  </a:lnTo>
                  <a:close/>
                </a:path>
                <a:path w="920750" h="1196975">
                  <a:moveTo>
                    <a:pt x="920750" y="1126744"/>
                  </a:moveTo>
                  <a:lnTo>
                    <a:pt x="908050" y="1126744"/>
                  </a:lnTo>
                  <a:lnTo>
                    <a:pt x="908050" y="1164844"/>
                  </a:lnTo>
                  <a:lnTo>
                    <a:pt x="920750" y="1164844"/>
                  </a:lnTo>
                  <a:lnTo>
                    <a:pt x="920750" y="1126744"/>
                  </a:lnTo>
                  <a:close/>
                </a:path>
                <a:path w="920750" h="1196975">
                  <a:moveTo>
                    <a:pt x="920750" y="1075944"/>
                  </a:moveTo>
                  <a:lnTo>
                    <a:pt x="908050" y="1075944"/>
                  </a:lnTo>
                  <a:lnTo>
                    <a:pt x="908050" y="1114044"/>
                  </a:lnTo>
                  <a:lnTo>
                    <a:pt x="920750" y="1114044"/>
                  </a:lnTo>
                  <a:lnTo>
                    <a:pt x="920750" y="1075944"/>
                  </a:lnTo>
                  <a:close/>
                </a:path>
                <a:path w="920750" h="1196975">
                  <a:moveTo>
                    <a:pt x="920750" y="1025144"/>
                  </a:moveTo>
                  <a:lnTo>
                    <a:pt x="908050" y="1025144"/>
                  </a:lnTo>
                  <a:lnTo>
                    <a:pt x="908050" y="1063244"/>
                  </a:lnTo>
                  <a:lnTo>
                    <a:pt x="920750" y="1063244"/>
                  </a:lnTo>
                  <a:lnTo>
                    <a:pt x="920750" y="1025144"/>
                  </a:lnTo>
                  <a:close/>
                </a:path>
                <a:path w="920750" h="1196975">
                  <a:moveTo>
                    <a:pt x="920750" y="974344"/>
                  </a:moveTo>
                  <a:lnTo>
                    <a:pt x="908050" y="974344"/>
                  </a:lnTo>
                  <a:lnTo>
                    <a:pt x="908050" y="1012444"/>
                  </a:lnTo>
                  <a:lnTo>
                    <a:pt x="920750" y="1012444"/>
                  </a:lnTo>
                  <a:lnTo>
                    <a:pt x="920750" y="974344"/>
                  </a:lnTo>
                  <a:close/>
                </a:path>
                <a:path w="920750" h="1196975">
                  <a:moveTo>
                    <a:pt x="920750" y="923544"/>
                  </a:moveTo>
                  <a:lnTo>
                    <a:pt x="908050" y="923544"/>
                  </a:lnTo>
                  <a:lnTo>
                    <a:pt x="908050" y="961644"/>
                  </a:lnTo>
                  <a:lnTo>
                    <a:pt x="920750" y="961644"/>
                  </a:lnTo>
                  <a:lnTo>
                    <a:pt x="920750" y="923544"/>
                  </a:lnTo>
                  <a:close/>
                </a:path>
                <a:path w="920750" h="1196975">
                  <a:moveTo>
                    <a:pt x="920750" y="872744"/>
                  </a:moveTo>
                  <a:lnTo>
                    <a:pt x="908050" y="872744"/>
                  </a:lnTo>
                  <a:lnTo>
                    <a:pt x="908050" y="910844"/>
                  </a:lnTo>
                  <a:lnTo>
                    <a:pt x="920750" y="910844"/>
                  </a:lnTo>
                  <a:lnTo>
                    <a:pt x="920750" y="872744"/>
                  </a:lnTo>
                  <a:close/>
                </a:path>
                <a:path w="920750" h="1196975">
                  <a:moveTo>
                    <a:pt x="920750" y="821944"/>
                  </a:moveTo>
                  <a:lnTo>
                    <a:pt x="908050" y="821944"/>
                  </a:lnTo>
                  <a:lnTo>
                    <a:pt x="908050" y="860044"/>
                  </a:lnTo>
                  <a:lnTo>
                    <a:pt x="920750" y="860044"/>
                  </a:lnTo>
                  <a:lnTo>
                    <a:pt x="920750" y="821944"/>
                  </a:lnTo>
                  <a:close/>
                </a:path>
                <a:path w="920750" h="1196975">
                  <a:moveTo>
                    <a:pt x="920750" y="771144"/>
                  </a:moveTo>
                  <a:lnTo>
                    <a:pt x="908050" y="771144"/>
                  </a:lnTo>
                  <a:lnTo>
                    <a:pt x="908050" y="809244"/>
                  </a:lnTo>
                  <a:lnTo>
                    <a:pt x="920750" y="809244"/>
                  </a:lnTo>
                  <a:lnTo>
                    <a:pt x="920750" y="771144"/>
                  </a:lnTo>
                  <a:close/>
                </a:path>
                <a:path w="920750" h="1196975">
                  <a:moveTo>
                    <a:pt x="920750" y="720344"/>
                  </a:moveTo>
                  <a:lnTo>
                    <a:pt x="908050" y="720344"/>
                  </a:lnTo>
                  <a:lnTo>
                    <a:pt x="908050" y="758444"/>
                  </a:lnTo>
                  <a:lnTo>
                    <a:pt x="920750" y="758444"/>
                  </a:lnTo>
                  <a:lnTo>
                    <a:pt x="920750" y="720344"/>
                  </a:lnTo>
                  <a:close/>
                </a:path>
                <a:path w="920750" h="1196975">
                  <a:moveTo>
                    <a:pt x="920750" y="669544"/>
                  </a:moveTo>
                  <a:lnTo>
                    <a:pt x="908050" y="669544"/>
                  </a:lnTo>
                  <a:lnTo>
                    <a:pt x="908050" y="707644"/>
                  </a:lnTo>
                  <a:lnTo>
                    <a:pt x="920750" y="707644"/>
                  </a:lnTo>
                  <a:lnTo>
                    <a:pt x="920750" y="669544"/>
                  </a:lnTo>
                  <a:close/>
                </a:path>
                <a:path w="920750" h="1196975">
                  <a:moveTo>
                    <a:pt x="920750" y="618744"/>
                  </a:moveTo>
                  <a:lnTo>
                    <a:pt x="908050" y="618744"/>
                  </a:lnTo>
                  <a:lnTo>
                    <a:pt x="908050" y="656844"/>
                  </a:lnTo>
                  <a:lnTo>
                    <a:pt x="920750" y="656844"/>
                  </a:lnTo>
                  <a:lnTo>
                    <a:pt x="920750" y="618744"/>
                  </a:lnTo>
                  <a:close/>
                </a:path>
                <a:path w="920750" h="1196975">
                  <a:moveTo>
                    <a:pt x="920750" y="567944"/>
                  </a:moveTo>
                  <a:lnTo>
                    <a:pt x="908050" y="567944"/>
                  </a:lnTo>
                  <a:lnTo>
                    <a:pt x="908050" y="606044"/>
                  </a:lnTo>
                  <a:lnTo>
                    <a:pt x="920750" y="606044"/>
                  </a:lnTo>
                  <a:lnTo>
                    <a:pt x="920750" y="567944"/>
                  </a:lnTo>
                  <a:close/>
                </a:path>
                <a:path w="920750" h="1196975">
                  <a:moveTo>
                    <a:pt x="920750" y="517144"/>
                  </a:moveTo>
                  <a:lnTo>
                    <a:pt x="908050" y="517144"/>
                  </a:lnTo>
                  <a:lnTo>
                    <a:pt x="908050" y="555244"/>
                  </a:lnTo>
                  <a:lnTo>
                    <a:pt x="920750" y="555244"/>
                  </a:lnTo>
                  <a:lnTo>
                    <a:pt x="920750" y="517144"/>
                  </a:lnTo>
                  <a:close/>
                </a:path>
                <a:path w="920750" h="1196975">
                  <a:moveTo>
                    <a:pt x="920750" y="466344"/>
                  </a:moveTo>
                  <a:lnTo>
                    <a:pt x="908050" y="466344"/>
                  </a:lnTo>
                  <a:lnTo>
                    <a:pt x="908050" y="504444"/>
                  </a:lnTo>
                  <a:lnTo>
                    <a:pt x="920750" y="504444"/>
                  </a:lnTo>
                  <a:lnTo>
                    <a:pt x="920750" y="466344"/>
                  </a:lnTo>
                  <a:close/>
                </a:path>
                <a:path w="920750" h="1196975">
                  <a:moveTo>
                    <a:pt x="920750" y="415544"/>
                  </a:moveTo>
                  <a:lnTo>
                    <a:pt x="908050" y="415544"/>
                  </a:lnTo>
                  <a:lnTo>
                    <a:pt x="908050" y="453644"/>
                  </a:lnTo>
                  <a:lnTo>
                    <a:pt x="920750" y="453644"/>
                  </a:lnTo>
                  <a:lnTo>
                    <a:pt x="920750" y="415544"/>
                  </a:lnTo>
                  <a:close/>
                </a:path>
                <a:path w="920750" h="1196975">
                  <a:moveTo>
                    <a:pt x="920750" y="364744"/>
                  </a:moveTo>
                  <a:lnTo>
                    <a:pt x="908050" y="364744"/>
                  </a:lnTo>
                  <a:lnTo>
                    <a:pt x="908050" y="402844"/>
                  </a:lnTo>
                  <a:lnTo>
                    <a:pt x="920750" y="402844"/>
                  </a:lnTo>
                  <a:lnTo>
                    <a:pt x="920750" y="364744"/>
                  </a:lnTo>
                  <a:close/>
                </a:path>
                <a:path w="920750" h="1196975">
                  <a:moveTo>
                    <a:pt x="920750" y="313944"/>
                  </a:moveTo>
                  <a:lnTo>
                    <a:pt x="908050" y="313944"/>
                  </a:lnTo>
                  <a:lnTo>
                    <a:pt x="908050" y="352044"/>
                  </a:lnTo>
                  <a:lnTo>
                    <a:pt x="920750" y="352044"/>
                  </a:lnTo>
                  <a:lnTo>
                    <a:pt x="920750" y="313944"/>
                  </a:lnTo>
                  <a:close/>
                </a:path>
                <a:path w="920750" h="1196975">
                  <a:moveTo>
                    <a:pt x="920750" y="263144"/>
                  </a:moveTo>
                  <a:lnTo>
                    <a:pt x="908050" y="263144"/>
                  </a:lnTo>
                  <a:lnTo>
                    <a:pt x="908050" y="301244"/>
                  </a:lnTo>
                  <a:lnTo>
                    <a:pt x="920750" y="301244"/>
                  </a:lnTo>
                  <a:lnTo>
                    <a:pt x="920750" y="263144"/>
                  </a:lnTo>
                  <a:close/>
                </a:path>
                <a:path w="920750" h="1196975">
                  <a:moveTo>
                    <a:pt x="920750" y="212344"/>
                  </a:moveTo>
                  <a:lnTo>
                    <a:pt x="908050" y="212344"/>
                  </a:lnTo>
                  <a:lnTo>
                    <a:pt x="908050" y="250444"/>
                  </a:lnTo>
                  <a:lnTo>
                    <a:pt x="920750" y="250444"/>
                  </a:lnTo>
                  <a:lnTo>
                    <a:pt x="920750" y="212344"/>
                  </a:lnTo>
                  <a:close/>
                </a:path>
                <a:path w="920750" h="1196975">
                  <a:moveTo>
                    <a:pt x="920750" y="161544"/>
                  </a:moveTo>
                  <a:lnTo>
                    <a:pt x="908050" y="161544"/>
                  </a:lnTo>
                  <a:lnTo>
                    <a:pt x="908050" y="199644"/>
                  </a:lnTo>
                  <a:lnTo>
                    <a:pt x="920750" y="199644"/>
                  </a:lnTo>
                  <a:lnTo>
                    <a:pt x="920750" y="161544"/>
                  </a:lnTo>
                  <a:close/>
                </a:path>
                <a:path w="920750" h="1196975">
                  <a:moveTo>
                    <a:pt x="920750" y="110744"/>
                  </a:moveTo>
                  <a:lnTo>
                    <a:pt x="908050" y="110744"/>
                  </a:lnTo>
                  <a:lnTo>
                    <a:pt x="908050" y="148844"/>
                  </a:lnTo>
                  <a:lnTo>
                    <a:pt x="920750" y="148844"/>
                  </a:lnTo>
                  <a:lnTo>
                    <a:pt x="920750" y="110744"/>
                  </a:lnTo>
                  <a:close/>
                </a:path>
                <a:path w="920750" h="1196975">
                  <a:moveTo>
                    <a:pt x="920750" y="59944"/>
                  </a:moveTo>
                  <a:lnTo>
                    <a:pt x="908050" y="59944"/>
                  </a:lnTo>
                  <a:lnTo>
                    <a:pt x="908050" y="98044"/>
                  </a:lnTo>
                  <a:lnTo>
                    <a:pt x="920750" y="98044"/>
                  </a:lnTo>
                  <a:lnTo>
                    <a:pt x="920750" y="59944"/>
                  </a:lnTo>
                  <a:close/>
                </a:path>
                <a:path w="920750" h="1196975">
                  <a:moveTo>
                    <a:pt x="920750" y="34544"/>
                  </a:moveTo>
                  <a:lnTo>
                    <a:pt x="917956" y="31750"/>
                  </a:lnTo>
                  <a:lnTo>
                    <a:pt x="885444" y="31750"/>
                  </a:lnTo>
                  <a:lnTo>
                    <a:pt x="885444" y="44450"/>
                  </a:lnTo>
                  <a:lnTo>
                    <a:pt x="908050" y="44450"/>
                  </a:lnTo>
                  <a:lnTo>
                    <a:pt x="908050" y="47244"/>
                  </a:lnTo>
                  <a:lnTo>
                    <a:pt x="920750" y="47244"/>
                  </a:lnTo>
                  <a:lnTo>
                    <a:pt x="920750" y="44450"/>
                  </a:lnTo>
                  <a:lnTo>
                    <a:pt x="920750" y="38100"/>
                  </a:lnTo>
                  <a:lnTo>
                    <a:pt x="920750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834122" y="1270253"/>
              <a:ext cx="1152525" cy="935990"/>
            </a:xfrm>
            <a:custGeom>
              <a:avLst/>
              <a:gdLst/>
              <a:ahLst/>
              <a:cxnLst/>
              <a:rect l="l" t="t" r="r" b="b"/>
              <a:pathLst>
                <a:path w="1152525" h="935989">
                  <a:moveTo>
                    <a:pt x="116967" y="818769"/>
                  </a:moveTo>
                  <a:lnTo>
                    <a:pt x="116967" y="58420"/>
                  </a:lnTo>
                  <a:lnTo>
                    <a:pt x="121558" y="35683"/>
                  </a:lnTo>
                  <a:lnTo>
                    <a:pt x="134080" y="17113"/>
                  </a:lnTo>
                  <a:lnTo>
                    <a:pt x="152650" y="4591"/>
                  </a:lnTo>
                  <a:lnTo>
                    <a:pt x="175386" y="0"/>
                  </a:lnTo>
                  <a:lnTo>
                    <a:pt x="1093724" y="0"/>
                  </a:lnTo>
                  <a:lnTo>
                    <a:pt x="1116460" y="4591"/>
                  </a:lnTo>
                  <a:lnTo>
                    <a:pt x="1135030" y="17113"/>
                  </a:lnTo>
                  <a:lnTo>
                    <a:pt x="1147552" y="35683"/>
                  </a:lnTo>
                  <a:lnTo>
                    <a:pt x="1152144" y="58420"/>
                  </a:lnTo>
                  <a:lnTo>
                    <a:pt x="1147552" y="81230"/>
                  </a:lnTo>
                  <a:lnTo>
                    <a:pt x="1135030" y="99837"/>
                  </a:lnTo>
                  <a:lnTo>
                    <a:pt x="1116460" y="112373"/>
                  </a:lnTo>
                  <a:lnTo>
                    <a:pt x="1093724" y="116967"/>
                  </a:lnTo>
                  <a:lnTo>
                    <a:pt x="1035176" y="116967"/>
                  </a:lnTo>
                  <a:lnTo>
                    <a:pt x="1035176" y="877316"/>
                  </a:lnTo>
                  <a:lnTo>
                    <a:pt x="1030585" y="900052"/>
                  </a:lnTo>
                  <a:lnTo>
                    <a:pt x="1018063" y="918622"/>
                  </a:lnTo>
                  <a:lnTo>
                    <a:pt x="999493" y="931144"/>
                  </a:lnTo>
                  <a:lnTo>
                    <a:pt x="976756" y="935736"/>
                  </a:lnTo>
                  <a:lnTo>
                    <a:pt x="58420" y="935736"/>
                  </a:lnTo>
                  <a:lnTo>
                    <a:pt x="35683" y="931144"/>
                  </a:lnTo>
                  <a:lnTo>
                    <a:pt x="17113" y="918622"/>
                  </a:lnTo>
                  <a:lnTo>
                    <a:pt x="4591" y="900052"/>
                  </a:lnTo>
                  <a:lnTo>
                    <a:pt x="0" y="877316"/>
                  </a:lnTo>
                  <a:lnTo>
                    <a:pt x="4591" y="854505"/>
                  </a:lnTo>
                  <a:lnTo>
                    <a:pt x="17113" y="835898"/>
                  </a:lnTo>
                  <a:lnTo>
                    <a:pt x="35683" y="823362"/>
                  </a:lnTo>
                  <a:lnTo>
                    <a:pt x="58420" y="818769"/>
                  </a:lnTo>
                  <a:lnTo>
                    <a:pt x="116967" y="818769"/>
                  </a:lnTo>
                  <a:close/>
                </a:path>
              </a:pathLst>
            </a:custGeom>
            <a:ln w="19812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70393" y="1260347"/>
              <a:ext cx="107568" cy="13677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2636" y="2079116"/>
              <a:ext cx="78358" cy="136778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8089772" y="1567941"/>
            <a:ext cx="638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0"/>
              </a:spcBef>
            </a:pPr>
            <a:r>
              <a:rPr dirty="0" u="sng" sz="1200" spc="-1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Verification</a:t>
            </a:r>
            <a:r>
              <a:rPr dirty="0" sz="1200" spc="-100">
                <a:latin typeface="Arial MT"/>
                <a:cs typeface="Arial MT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Report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293864" y="281813"/>
            <a:ext cx="2313940" cy="1509395"/>
            <a:chOff x="7293864" y="281813"/>
            <a:chExt cx="2313940" cy="1509395"/>
          </a:xfrm>
        </p:grpSpPr>
        <p:sp>
          <p:nvSpPr>
            <p:cNvPr id="26" name="object 26" descr=""/>
            <p:cNvSpPr/>
            <p:nvPr/>
          </p:nvSpPr>
          <p:spPr>
            <a:xfrm>
              <a:off x="7293864" y="1714499"/>
              <a:ext cx="648335" cy="76200"/>
            </a:xfrm>
            <a:custGeom>
              <a:avLst/>
              <a:gdLst/>
              <a:ahLst/>
              <a:cxnLst/>
              <a:rect l="l" t="t" r="r" b="b"/>
              <a:pathLst>
                <a:path w="648334" h="76200">
                  <a:moveTo>
                    <a:pt x="381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8100" y="44450"/>
                  </a:lnTo>
                  <a:lnTo>
                    <a:pt x="38100" y="31750"/>
                  </a:lnTo>
                  <a:close/>
                </a:path>
                <a:path w="648334" h="76200">
                  <a:moveTo>
                    <a:pt x="88900" y="31750"/>
                  </a:moveTo>
                  <a:lnTo>
                    <a:pt x="50800" y="31750"/>
                  </a:lnTo>
                  <a:lnTo>
                    <a:pt x="50800" y="44450"/>
                  </a:lnTo>
                  <a:lnTo>
                    <a:pt x="88900" y="44450"/>
                  </a:lnTo>
                  <a:lnTo>
                    <a:pt x="88900" y="31750"/>
                  </a:lnTo>
                  <a:close/>
                </a:path>
                <a:path w="648334" h="76200">
                  <a:moveTo>
                    <a:pt x="139700" y="31750"/>
                  </a:moveTo>
                  <a:lnTo>
                    <a:pt x="101600" y="31750"/>
                  </a:lnTo>
                  <a:lnTo>
                    <a:pt x="101600" y="44450"/>
                  </a:lnTo>
                  <a:lnTo>
                    <a:pt x="139700" y="44450"/>
                  </a:lnTo>
                  <a:lnTo>
                    <a:pt x="139700" y="31750"/>
                  </a:lnTo>
                  <a:close/>
                </a:path>
                <a:path w="648334" h="76200">
                  <a:moveTo>
                    <a:pt x="190500" y="31750"/>
                  </a:moveTo>
                  <a:lnTo>
                    <a:pt x="152400" y="31750"/>
                  </a:lnTo>
                  <a:lnTo>
                    <a:pt x="152400" y="44450"/>
                  </a:lnTo>
                  <a:lnTo>
                    <a:pt x="190500" y="44450"/>
                  </a:lnTo>
                  <a:lnTo>
                    <a:pt x="190500" y="31750"/>
                  </a:lnTo>
                  <a:close/>
                </a:path>
                <a:path w="648334" h="76200">
                  <a:moveTo>
                    <a:pt x="241300" y="31750"/>
                  </a:moveTo>
                  <a:lnTo>
                    <a:pt x="203200" y="31750"/>
                  </a:lnTo>
                  <a:lnTo>
                    <a:pt x="203200" y="44450"/>
                  </a:lnTo>
                  <a:lnTo>
                    <a:pt x="241300" y="44450"/>
                  </a:lnTo>
                  <a:lnTo>
                    <a:pt x="241300" y="31750"/>
                  </a:lnTo>
                  <a:close/>
                </a:path>
                <a:path w="648334" h="76200">
                  <a:moveTo>
                    <a:pt x="292100" y="31750"/>
                  </a:moveTo>
                  <a:lnTo>
                    <a:pt x="254000" y="31750"/>
                  </a:lnTo>
                  <a:lnTo>
                    <a:pt x="254000" y="44450"/>
                  </a:lnTo>
                  <a:lnTo>
                    <a:pt x="292100" y="44450"/>
                  </a:lnTo>
                  <a:lnTo>
                    <a:pt x="292100" y="31750"/>
                  </a:lnTo>
                  <a:close/>
                </a:path>
                <a:path w="648334" h="76200">
                  <a:moveTo>
                    <a:pt x="342900" y="31750"/>
                  </a:moveTo>
                  <a:lnTo>
                    <a:pt x="304800" y="31750"/>
                  </a:lnTo>
                  <a:lnTo>
                    <a:pt x="304800" y="44450"/>
                  </a:lnTo>
                  <a:lnTo>
                    <a:pt x="342900" y="44450"/>
                  </a:lnTo>
                  <a:lnTo>
                    <a:pt x="342900" y="31750"/>
                  </a:lnTo>
                  <a:close/>
                </a:path>
                <a:path w="648334" h="76200">
                  <a:moveTo>
                    <a:pt x="393700" y="31750"/>
                  </a:moveTo>
                  <a:lnTo>
                    <a:pt x="355600" y="31750"/>
                  </a:lnTo>
                  <a:lnTo>
                    <a:pt x="355600" y="44450"/>
                  </a:lnTo>
                  <a:lnTo>
                    <a:pt x="393700" y="44450"/>
                  </a:lnTo>
                  <a:lnTo>
                    <a:pt x="393700" y="31750"/>
                  </a:lnTo>
                  <a:close/>
                </a:path>
                <a:path w="648334" h="76200">
                  <a:moveTo>
                    <a:pt x="444500" y="31750"/>
                  </a:moveTo>
                  <a:lnTo>
                    <a:pt x="406400" y="31750"/>
                  </a:lnTo>
                  <a:lnTo>
                    <a:pt x="406400" y="44450"/>
                  </a:lnTo>
                  <a:lnTo>
                    <a:pt x="444500" y="44450"/>
                  </a:lnTo>
                  <a:lnTo>
                    <a:pt x="444500" y="31750"/>
                  </a:lnTo>
                  <a:close/>
                </a:path>
                <a:path w="648334" h="76200">
                  <a:moveTo>
                    <a:pt x="495300" y="31750"/>
                  </a:moveTo>
                  <a:lnTo>
                    <a:pt x="457200" y="31750"/>
                  </a:lnTo>
                  <a:lnTo>
                    <a:pt x="457200" y="44450"/>
                  </a:lnTo>
                  <a:lnTo>
                    <a:pt x="495300" y="44450"/>
                  </a:lnTo>
                  <a:lnTo>
                    <a:pt x="495300" y="31750"/>
                  </a:lnTo>
                  <a:close/>
                </a:path>
                <a:path w="648334" h="76200">
                  <a:moveTo>
                    <a:pt x="546100" y="31750"/>
                  </a:moveTo>
                  <a:lnTo>
                    <a:pt x="508000" y="31750"/>
                  </a:lnTo>
                  <a:lnTo>
                    <a:pt x="508000" y="44450"/>
                  </a:lnTo>
                  <a:lnTo>
                    <a:pt x="546100" y="44450"/>
                  </a:lnTo>
                  <a:lnTo>
                    <a:pt x="546100" y="31750"/>
                  </a:lnTo>
                  <a:close/>
                </a:path>
                <a:path w="648334" h="76200">
                  <a:moveTo>
                    <a:pt x="571880" y="0"/>
                  </a:moveTo>
                  <a:lnTo>
                    <a:pt x="571880" y="76200"/>
                  </a:lnTo>
                  <a:lnTo>
                    <a:pt x="635380" y="44450"/>
                  </a:lnTo>
                  <a:lnTo>
                    <a:pt x="584580" y="44450"/>
                  </a:lnTo>
                  <a:lnTo>
                    <a:pt x="584580" y="31750"/>
                  </a:lnTo>
                  <a:lnTo>
                    <a:pt x="635380" y="31750"/>
                  </a:lnTo>
                  <a:lnTo>
                    <a:pt x="571880" y="0"/>
                  </a:lnTo>
                  <a:close/>
                </a:path>
                <a:path w="648334" h="76200">
                  <a:moveTo>
                    <a:pt x="571880" y="31750"/>
                  </a:moveTo>
                  <a:lnTo>
                    <a:pt x="558800" y="31750"/>
                  </a:lnTo>
                  <a:lnTo>
                    <a:pt x="558800" y="44450"/>
                  </a:lnTo>
                  <a:lnTo>
                    <a:pt x="571880" y="44450"/>
                  </a:lnTo>
                  <a:lnTo>
                    <a:pt x="571880" y="31750"/>
                  </a:lnTo>
                  <a:close/>
                </a:path>
                <a:path w="648334" h="76200">
                  <a:moveTo>
                    <a:pt x="635380" y="31750"/>
                  </a:moveTo>
                  <a:lnTo>
                    <a:pt x="584580" y="31750"/>
                  </a:lnTo>
                  <a:lnTo>
                    <a:pt x="584580" y="44450"/>
                  </a:lnTo>
                  <a:lnTo>
                    <a:pt x="635380" y="44450"/>
                  </a:lnTo>
                  <a:lnTo>
                    <a:pt x="648080" y="38100"/>
                  </a:lnTo>
                  <a:lnTo>
                    <a:pt x="63538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71078" y="281813"/>
              <a:ext cx="1236726" cy="155701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79654" y="3339377"/>
            <a:ext cx="5260340" cy="275209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57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E.g.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Cybersecurity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concept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(Infotainment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System)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55"/>
              </a:spcBef>
            </a:pPr>
            <a:r>
              <a:rPr dirty="0" sz="1200" spc="-25">
                <a:latin typeface="Arial MT"/>
                <a:cs typeface="Arial MT"/>
              </a:rPr>
              <a:t>[…]</a:t>
            </a:r>
            <a:endParaRPr sz="1200">
              <a:latin typeface="Arial MT"/>
              <a:cs typeface="Arial MT"/>
            </a:endParaRPr>
          </a:p>
          <a:p>
            <a:pPr lvl="1" marL="396875" indent="-224154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396875" algn="l"/>
              </a:tabLst>
            </a:pPr>
            <a:r>
              <a:rPr dirty="0" sz="1200" spc="-114">
                <a:latin typeface="Arial MT"/>
                <a:cs typeface="Arial MT"/>
              </a:rPr>
              <a:t>Cybersecurity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controls</a:t>
            </a:r>
            <a:endParaRPr sz="1200">
              <a:latin typeface="Arial MT"/>
              <a:cs typeface="Arial MT"/>
            </a:endParaRPr>
          </a:p>
          <a:p>
            <a:pPr marL="398145">
              <a:lnSpc>
                <a:spcPct val="100000"/>
              </a:lnSpc>
              <a:spcBef>
                <a:spcPts val="285"/>
              </a:spcBef>
            </a:pPr>
            <a:r>
              <a:rPr dirty="0" sz="1200" spc="-180">
                <a:latin typeface="Arial MT"/>
                <a:cs typeface="Arial MT"/>
              </a:rPr>
              <a:t>RQ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45">
                <a:latin typeface="Arial MT"/>
                <a:cs typeface="Arial MT"/>
              </a:rPr>
              <a:t>4711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Private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data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encrypted</a:t>
            </a:r>
            <a:endParaRPr sz="1200">
              <a:latin typeface="Arial MT"/>
              <a:cs typeface="Arial MT"/>
            </a:endParaRPr>
          </a:p>
          <a:p>
            <a:pPr marL="608330" marR="427990">
              <a:lnSpc>
                <a:spcPct val="120000"/>
              </a:lnSpc>
            </a:pPr>
            <a:r>
              <a:rPr dirty="0" sz="1200" spc="-180">
                <a:latin typeface="Arial MT"/>
                <a:cs typeface="Arial MT"/>
              </a:rPr>
              <a:t>RQ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4711.1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Component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sufficient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resources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handle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encryption </a:t>
            </a:r>
            <a:r>
              <a:rPr dirty="0" sz="1200" spc="-180">
                <a:latin typeface="Arial MT"/>
                <a:cs typeface="Arial MT"/>
              </a:rPr>
              <a:t>RQ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4711.2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Encryption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keys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stored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securely</a:t>
            </a:r>
            <a:endParaRPr sz="1200">
              <a:latin typeface="Arial MT"/>
              <a:cs typeface="Arial MT"/>
            </a:endParaRPr>
          </a:p>
          <a:p>
            <a:pPr lvl="1" marL="396875" indent="-223520">
              <a:lnSpc>
                <a:spcPct val="100000"/>
              </a:lnSpc>
              <a:spcBef>
                <a:spcPts val="290"/>
              </a:spcBef>
              <a:buAutoNum type="arabicPeriod" startAt="2"/>
              <a:tabLst>
                <a:tab pos="396875" algn="l"/>
              </a:tabLst>
            </a:pPr>
            <a:r>
              <a:rPr dirty="0" sz="1200" spc="-114">
                <a:latin typeface="Arial MT"/>
                <a:cs typeface="Arial MT"/>
              </a:rPr>
              <a:t>Cybersecurity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requirements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–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operational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environment</a:t>
            </a:r>
            <a:endParaRPr sz="1200">
              <a:latin typeface="Arial MT"/>
              <a:cs typeface="Arial MT"/>
            </a:endParaRPr>
          </a:p>
          <a:p>
            <a:pPr marL="608330" marR="5080" indent="-210820">
              <a:lnSpc>
                <a:spcPct val="120000"/>
              </a:lnSpc>
            </a:pPr>
            <a:r>
              <a:rPr dirty="0" sz="1200" spc="-180">
                <a:latin typeface="Arial MT"/>
                <a:cs typeface="Arial MT"/>
              </a:rPr>
              <a:t>RQ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4712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Identification/authentication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Bluetooth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connections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prior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data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exchange </a:t>
            </a:r>
            <a:r>
              <a:rPr dirty="0" sz="1200" spc="-180">
                <a:latin typeface="Arial MT"/>
                <a:cs typeface="Arial MT"/>
              </a:rPr>
              <a:t>RQ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4712.1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: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50">
                <a:latin typeface="Arial MT"/>
                <a:cs typeface="Arial MT"/>
              </a:rPr>
              <a:t>Common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Bluetooth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standard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used</a:t>
            </a:r>
            <a:endParaRPr sz="1200">
              <a:latin typeface="Arial MT"/>
              <a:cs typeface="Arial MT"/>
            </a:endParaRPr>
          </a:p>
          <a:p>
            <a:pPr lvl="1" marL="390525" indent="-224154">
              <a:lnSpc>
                <a:spcPct val="100000"/>
              </a:lnSpc>
              <a:spcBef>
                <a:spcPts val="290"/>
              </a:spcBef>
              <a:buAutoNum type="arabicPeriod" startAt="3"/>
              <a:tabLst>
                <a:tab pos="390525" algn="l"/>
              </a:tabLst>
            </a:pPr>
            <a:r>
              <a:rPr dirty="0" sz="1200" spc="-100">
                <a:latin typeface="Arial MT"/>
                <a:cs typeface="Arial MT"/>
              </a:rPr>
              <a:t>Allocation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5">
                <a:latin typeface="Arial MT"/>
                <a:cs typeface="Arial MT"/>
              </a:rPr>
              <a:t>item/components</a:t>
            </a:r>
            <a:endParaRPr sz="1200">
              <a:latin typeface="Arial MT"/>
              <a:cs typeface="Arial MT"/>
            </a:endParaRPr>
          </a:p>
          <a:p>
            <a:pPr marL="398145">
              <a:lnSpc>
                <a:spcPct val="100000"/>
              </a:lnSpc>
              <a:spcBef>
                <a:spcPts val="285"/>
              </a:spcBef>
            </a:pPr>
            <a:r>
              <a:rPr dirty="0" sz="1200" spc="-180">
                <a:latin typeface="Arial MT"/>
                <a:cs typeface="Arial MT"/>
              </a:rPr>
              <a:t>RQ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45">
                <a:latin typeface="Arial MT"/>
                <a:cs typeface="Arial MT"/>
              </a:rPr>
              <a:t>4711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–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supplier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select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appropriate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components</a:t>
            </a:r>
            <a:endParaRPr sz="1200">
              <a:latin typeface="Arial MT"/>
              <a:cs typeface="Arial MT"/>
            </a:endParaRPr>
          </a:p>
          <a:p>
            <a:pPr marL="398145">
              <a:lnSpc>
                <a:spcPct val="100000"/>
              </a:lnSpc>
              <a:spcBef>
                <a:spcPts val="290"/>
              </a:spcBef>
            </a:pPr>
            <a:r>
              <a:rPr dirty="0" sz="1200" spc="-180">
                <a:latin typeface="Arial MT"/>
                <a:cs typeface="Arial MT"/>
              </a:rPr>
              <a:t>RQ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4712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ensured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through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“Bluetooth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communication”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component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120" y="151384"/>
              <a:ext cx="4057002" cy="26492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9654" y="614526"/>
            <a:ext cx="6929755" cy="11328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Level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rigor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provides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confidence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protection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assets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adequately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05">
                <a:latin typeface="Arial MT"/>
                <a:cs typeface="Arial MT"/>
              </a:rPr>
              <a:t>developed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90">
                <a:latin typeface="Arial MT"/>
                <a:cs typeface="Arial MT"/>
              </a:rPr>
              <a:t>CAL</a:t>
            </a:r>
            <a:r>
              <a:rPr dirty="0" sz="1600" spc="-114">
                <a:latin typeface="Arial MT"/>
                <a:cs typeface="Arial MT"/>
              </a:rPr>
              <a:t> is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assigned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inherited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80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Based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assigned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CAL,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rigor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verification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activities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defined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269303" y="2427477"/>
          <a:ext cx="4115435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685800"/>
                <a:gridCol w="685800"/>
                <a:gridCol w="685800"/>
                <a:gridCol w="685800"/>
                <a:gridCol w="685800"/>
              </a:tblGrid>
              <a:tr h="209550"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b="1">
                          <a:latin typeface="Malgun Gothic"/>
                          <a:cs typeface="Malgun Gothic"/>
                        </a:rPr>
                        <a:t>Attack</a:t>
                      </a:r>
                      <a:r>
                        <a:rPr dirty="0" sz="1100" spc="-1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vector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955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Physical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Local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Adjacent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Network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2235" marR="64769" indent="-32384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Malgun Gothic"/>
                          <a:cs typeface="Malgun Gothic"/>
                        </a:rPr>
                        <a:t>Impact rating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severe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4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major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CAL4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moderate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CAL1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CAL2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Malgun Gothic"/>
                          <a:cs typeface="Malgun Gothic"/>
                        </a:rPr>
                        <a:t>CAL3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33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10">
                          <a:latin typeface="Malgun Gothic"/>
                          <a:cs typeface="Malgun Gothic"/>
                        </a:rPr>
                        <a:t>negligible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-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-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-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5"/>
                        </a:lnSpc>
                        <a:spcBef>
                          <a:spcPts val="235"/>
                        </a:spcBef>
                      </a:pPr>
                      <a:r>
                        <a:rPr dirty="0" sz="1100" spc="-50">
                          <a:latin typeface="Malgun Gothic"/>
                          <a:cs typeface="Malgun Gothic"/>
                        </a:rPr>
                        <a:t>-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2007870" y="2200402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*attack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vector-</a:t>
            </a:r>
            <a:r>
              <a:rPr dirty="0" sz="1200" spc="-125">
                <a:latin typeface="Arial MT"/>
                <a:cs typeface="Arial MT"/>
              </a:rPr>
              <a:t>based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approach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512564" y="2808732"/>
            <a:ext cx="500380" cy="721360"/>
          </a:xfrm>
          <a:custGeom>
            <a:avLst/>
            <a:gdLst/>
            <a:ahLst/>
            <a:cxnLst/>
            <a:rect l="l" t="t" r="r" b="b"/>
            <a:pathLst>
              <a:path w="500379" h="721360">
                <a:moveTo>
                  <a:pt x="249936" y="0"/>
                </a:moveTo>
                <a:lnTo>
                  <a:pt x="249936" y="180212"/>
                </a:lnTo>
                <a:lnTo>
                  <a:pt x="0" y="180212"/>
                </a:lnTo>
                <a:lnTo>
                  <a:pt x="0" y="540638"/>
                </a:lnTo>
                <a:lnTo>
                  <a:pt x="249936" y="540638"/>
                </a:lnTo>
                <a:lnTo>
                  <a:pt x="249936" y="720851"/>
                </a:lnTo>
                <a:lnTo>
                  <a:pt x="499872" y="360425"/>
                </a:lnTo>
                <a:lnTo>
                  <a:pt x="249936" y="0"/>
                </a:lnTo>
                <a:close/>
              </a:path>
            </a:pathLst>
          </a:custGeom>
          <a:solidFill>
            <a:srgbClr val="2121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312664" y="2346960"/>
            <a:ext cx="935990" cy="216535"/>
          </a:xfrm>
          <a:prstGeom prst="rect">
            <a:avLst/>
          </a:prstGeom>
          <a:solidFill>
            <a:srgbClr val="21218A"/>
          </a:solidFill>
        </p:spPr>
        <p:txBody>
          <a:bodyPr wrap="square" lIns="0" tIns="1397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10"/>
              </a:spcBef>
            </a:pPr>
            <a:r>
              <a:rPr dirty="0" sz="1200" spc="-155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r>
              <a:rPr dirty="0" sz="1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r>
              <a:rPr dirty="0" sz="1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41035" y="2647188"/>
            <a:ext cx="576580" cy="471170"/>
          </a:xfrm>
          <a:custGeom>
            <a:avLst/>
            <a:gdLst/>
            <a:ahLst/>
            <a:cxnLst/>
            <a:rect l="l" t="t" r="r" b="b"/>
            <a:pathLst>
              <a:path w="576579" h="471169">
                <a:moveTo>
                  <a:pt x="58800" y="411988"/>
                </a:moveTo>
                <a:lnTo>
                  <a:pt x="58800" y="29463"/>
                </a:lnTo>
                <a:lnTo>
                  <a:pt x="61118" y="18002"/>
                </a:lnTo>
                <a:lnTo>
                  <a:pt x="67437" y="8636"/>
                </a:lnTo>
                <a:lnTo>
                  <a:pt x="76803" y="2317"/>
                </a:lnTo>
                <a:lnTo>
                  <a:pt x="88264" y="0"/>
                </a:lnTo>
                <a:lnTo>
                  <a:pt x="546608" y="0"/>
                </a:lnTo>
                <a:lnTo>
                  <a:pt x="558069" y="2317"/>
                </a:lnTo>
                <a:lnTo>
                  <a:pt x="567436" y="8636"/>
                </a:lnTo>
                <a:lnTo>
                  <a:pt x="573754" y="18002"/>
                </a:lnTo>
                <a:lnTo>
                  <a:pt x="576072" y="29463"/>
                </a:lnTo>
                <a:lnTo>
                  <a:pt x="573754" y="40925"/>
                </a:lnTo>
                <a:lnTo>
                  <a:pt x="567436" y="50292"/>
                </a:lnTo>
                <a:lnTo>
                  <a:pt x="558069" y="56610"/>
                </a:lnTo>
                <a:lnTo>
                  <a:pt x="546608" y="58927"/>
                </a:lnTo>
                <a:lnTo>
                  <a:pt x="517143" y="58927"/>
                </a:lnTo>
                <a:lnTo>
                  <a:pt x="517143" y="441451"/>
                </a:lnTo>
                <a:lnTo>
                  <a:pt x="514846" y="452913"/>
                </a:lnTo>
                <a:lnTo>
                  <a:pt x="508571" y="462280"/>
                </a:lnTo>
                <a:lnTo>
                  <a:pt x="499248" y="468598"/>
                </a:lnTo>
                <a:lnTo>
                  <a:pt x="487806" y="470915"/>
                </a:lnTo>
                <a:lnTo>
                  <a:pt x="29463" y="470915"/>
                </a:lnTo>
                <a:lnTo>
                  <a:pt x="18002" y="468598"/>
                </a:lnTo>
                <a:lnTo>
                  <a:pt x="8636" y="462279"/>
                </a:lnTo>
                <a:lnTo>
                  <a:pt x="2317" y="452913"/>
                </a:lnTo>
                <a:lnTo>
                  <a:pt x="0" y="441451"/>
                </a:lnTo>
                <a:lnTo>
                  <a:pt x="2317" y="429990"/>
                </a:lnTo>
                <a:lnTo>
                  <a:pt x="8636" y="420624"/>
                </a:lnTo>
                <a:lnTo>
                  <a:pt x="18002" y="414305"/>
                </a:lnTo>
                <a:lnTo>
                  <a:pt x="29463" y="411988"/>
                </a:lnTo>
                <a:lnTo>
                  <a:pt x="58800" y="411988"/>
                </a:lnTo>
                <a:close/>
              </a:path>
              <a:path w="576579" h="471169">
                <a:moveTo>
                  <a:pt x="88264" y="0"/>
                </a:moveTo>
                <a:lnTo>
                  <a:pt x="99726" y="2317"/>
                </a:lnTo>
                <a:lnTo>
                  <a:pt x="109093" y="8636"/>
                </a:lnTo>
                <a:lnTo>
                  <a:pt x="115411" y="18002"/>
                </a:lnTo>
                <a:lnTo>
                  <a:pt x="117728" y="29463"/>
                </a:lnTo>
                <a:lnTo>
                  <a:pt x="115411" y="40925"/>
                </a:lnTo>
                <a:lnTo>
                  <a:pt x="109092" y="50292"/>
                </a:lnTo>
                <a:lnTo>
                  <a:pt x="99726" y="56610"/>
                </a:lnTo>
                <a:lnTo>
                  <a:pt x="88264" y="58927"/>
                </a:lnTo>
                <a:lnTo>
                  <a:pt x="80137" y="58927"/>
                </a:lnTo>
                <a:lnTo>
                  <a:pt x="73533" y="52324"/>
                </a:lnTo>
                <a:lnTo>
                  <a:pt x="73533" y="44196"/>
                </a:lnTo>
                <a:lnTo>
                  <a:pt x="73533" y="36067"/>
                </a:lnTo>
                <a:lnTo>
                  <a:pt x="80137" y="29463"/>
                </a:lnTo>
                <a:lnTo>
                  <a:pt x="88264" y="29463"/>
                </a:lnTo>
                <a:lnTo>
                  <a:pt x="117728" y="29463"/>
                </a:lnTo>
              </a:path>
              <a:path w="576579" h="471169">
                <a:moveTo>
                  <a:pt x="517143" y="58927"/>
                </a:moveTo>
                <a:lnTo>
                  <a:pt x="88264" y="58927"/>
                </a:lnTo>
              </a:path>
              <a:path w="576579" h="471169">
                <a:moveTo>
                  <a:pt x="29463" y="411988"/>
                </a:moveTo>
                <a:lnTo>
                  <a:pt x="37591" y="411988"/>
                </a:lnTo>
                <a:lnTo>
                  <a:pt x="44196" y="418591"/>
                </a:lnTo>
                <a:lnTo>
                  <a:pt x="44196" y="426720"/>
                </a:lnTo>
                <a:lnTo>
                  <a:pt x="44196" y="434848"/>
                </a:lnTo>
                <a:lnTo>
                  <a:pt x="37591" y="441451"/>
                </a:lnTo>
                <a:lnTo>
                  <a:pt x="29463" y="441451"/>
                </a:lnTo>
                <a:lnTo>
                  <a:pt x="58800" y="441451"/>
                </a:lnTo>
              </a:path>
              <a:path w="576579" h="471169">
                <a:moveTo>
                  <a:pt x="29463" y="470915"/>
                </a:moveTo>
                <a:lnTo>
                  <a:pt x="40905" y="468598"/>
                </a:lnTo>
                <a:lnTo>
                  <a:pt x="50228" y="462279"/>
                </a:lnTo>
                <a:lnTo>
                  <a:pt x="56503" y="452913"/>
                </a:lnTo>
                <a:lnTo>
                  <a:pt x="58800" y="441451"/>
                </a:lnTo>
                <a:lnTo>
                  <a:pt x="58800" y="411988"/>
                </a:lnTo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401690" y="2821305"/>
            <a:ext cx="2692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u="sng" sz="800" spc="-8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Test</a:t>
            </a:r>
            <a:r>
              <a:rPr dirty="0" u="sng" sz="800" spc="-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r>
              <a:rPr dirty="0" sz="800" spc="-25"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817108" y="2647188"/>
            <a:ext cx="576580" cy="471170"/>
          </a:xfrm>
          <a:custGeom>
            <a:avLst/>
            <a:gdLst/>
            <a:ahLst/>
            <a:cxnLst/>
            <a:rect l="l" t="t" r="r" b="b"/>
            <a:pathLst>
              <a:path w="576579" h="471169">
                <a:moveTo>
                  <a:pt x="58800" y="411988"/>
                </a:moveTo>
                <a:lnTo>
                  <a:pt x="58800" y="29463"/>
                </a:lnTo>
                <a:lnTo>
                  <a:pt x="61118" y="18002"/>
                </a:lnTo>
                <a:lnTo>
                  <a:pt x="67437" y="8636"/>
                </a:lnTo>
                <a:lnTo>
                  <a:pt x="76803" y="2317"/>
                </a:lnTo>
                <a:lnTo>
                  <a:pt x="88264" y="0"/>
                </a:lnTo>
                <a:lnTo>
                  <a:pt x="546607" y="0"/>
                </a:lnTo>
                <a:lnTo>
                  <a:pt x="558069" y="2317"/>
                </a:lnTo>
                <a:lnTo>
                  <a:pt x="567436" y="8636"/>
                </a:lnTo>
                <a:lnTo>
                  <a:pt x="573754" y="18002"/>
                </a:lnTo>
                <a:lnTo>
                  <a:pt x="576071" y="29463"/>
                </a:lnTo>
                <a:lnTo>
                  <a:pt x="573754" y="40925"/>
                </a:lnTo>
                <a:lnTo>
                  <a:pt x="567435" y="50292"/>
                </a:lnTo>
                <a:lnTo>
                  <a:pt x="558069" y="56610"/>
                </a:lnTo>
                <a:lnTo>
                  <a:pt x="546607" y="58927"/>
                </a:lnTo>
                <a:lnTo>
                  <a:pt x="517143" y="58927"/>
                </a:lnTo>
                <a:lnTo>
                  <a:pt x="517143" y="441451"/>
                </a:lnTo>
                <a:lnTo>
                  <a:pt x="514846" y="452913"/>
                </a:lnTo>
                <a:lnTo>
                  <a:pt x="508571" y="462280"/>
                </a:lnTo>
                <a:lnTo>
                  <a:pt x="499248" y="468598"/>
                </a:lnTo>
                <a:lnTo>
                  <a:pt x="487806" y="470915"/>
                </a:lnTo>
                <a:lnTo>
                  <a:pt x="29463" y="470915"/>
                </a:lnTo>
                <a:lnTo>
                  <a:pt x="18002" y="468598"/>
                </a:lnTo>
                <a:lnTo>
                  <a:pt x="8635" y="462279"/>
                </a:lnTo>
                <a:lnTo>
                  <a:pt x="2317" y="452913"/>
                </a:lnTo>
                <a:lnTo>
                  <a:pt x="0" y="441451"/>
                </a:lnTo>
                <a:lnTo>
                  <a:pt x="2317" y="429990"/>
                </a:lnTo>
                <a:lnTo>
                  <a:pt x="8636" y="420624"/>
                </a:lnTo>
                <a:lnTo>
                  <a:pt x="18002" y="414305"/>
                </a:lnTo>
                <a:lnTo>
                  <a:pt x="29463" y="411988"/>
                </a:lnTo>
                <a:lnTo>
                  <a:pt x="58800" y="411988"/>
                </a:lnTo>
                <a:close/>
              </a:path>
              <a:path w="576579" h="471169">
                <a:moveTo>
                  <a:pt x="88264" y="0"/>
                </a:moveTo>
                <a:lnTo>
                  <a:pt x="99726" y="2317"/>
                </a:lnTo>
                <a:lnTo>
                  <a:pt x="109092" y="8636"/>
                </a:lnTo>
                <a:lnTo>
                  <a:pt x="115411" y="18002"/>
                </a:lnTo>
                <a:lnTo>
                  <a:pt x="117728" y="29463"/>
                </a:lnTo>
                <a:lnTo>
                  <a:pt x="115411" y="40925"/>
                </a:lnTo>
                <a:lnTo>
                  <a:pt x="109092" y="50292"/>
                </a:lnTo>
                <a:lnTo>
                  <a:pt x="99726" y="56610"/>
                </a:lnTo>
                <a:lnTo>
                  <a:pt x="88264" y="58927"/>
                </a:lnTo>
                <a:lnTo>
                  <a:pt x="80137" y="58927"/>
                </a:lnTo>
                <a:lnTo>
                  <a:pt x="73532" y="52324"/>
                </a:lnTo>
                <a:lnTo>
                  <a:pt x="73532" y="44196"/>
                </a:lnTo>
                <a:lnTo>
                  <a:pt x="73532" y="36067"/>
                </a:lnTo>
                <a:lnTo>
                  <a:pt x="80137" y="29463"/>
                </a:lnTo>
                <a:lnTo>
                  <a:pt x="88264" y="29463"/>
                </a:lnTo>
                <a:lnTo>
                  <a:pt x="117728" y="29463"/>
                </a:lnTo>
              </a:path>
              <a:path w="576579" h="471169">
                <a:moveTo>
                  <a:pt x="517143" y="58927"/>
                </a:moveTo>
                <a:lnTo>
                  <a:pt x="88264" y="58927"/>
                </a:lnTo>
              </a:path>
              <a:path w="576579" h="471169">
                <a:moveTo>
                  <a:pt x="29463" y="411988"/>
                </a:moveTo>
                <a:lnTo>
                  <a:pt x="37591" y="411988"/>
                </a:lnTo>
                <a:lnTo>
                  <a:pt x="44195" y="418591"/>
                </a:lnTo>
                <a:lnTo>
                  <a:pt x="44195" y="426720"/>
                </a:lnTo>
                <a:lnTo>
                  <a:pt x="44195" y="434848"/>
                </a:lnTo>
                <a:lnTo>
                  <a:pt x="37591" y="441451"/>
                </a:lnTo>
                <a:lnTo>
                  <a:pt x="29463" y="441451"/>
                </a:lnTo>
                <a:lnTo>
                  <a:pt x="58800" y="441451"/>
                </a:lnTo>
              </a:path>
              <a:path w="576579" h="471169">
                <a:moveTo>
                  <a:pt x="29463" y="470915"/>
                </a:moveTo>
                <a:lnTo>
                  <a:pt x="40905" y="468598"/>
                </a:lnTo>
                <a:lnTo>
                  <a:pt x="50228" y="462279"/>
                </a:lnTo>
                <a:lnTo>
                  <a:pt x="56503" y="452913"/>
                </a:lnTo>
                <a:lnTo>
                  <a:pt x="58800" y="441451"/>
                </a:lnTo>
                <a:lnTo>
                  <a:pt x="58800" y="411988"/>
                </a:lnTo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977763" y="2821305"/>
            <a:ext cx="2692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u="sng" sz="800" spc="-8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Test</a:t>
            </a:r>
            <a:r>
              <a:rPr dirty="0" u="sng" sz="800" spc="-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</a:t>
            </a:r>
            <a:r>
              <a:rPr dirty="0" sz="800" spc="-25"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312664" y="3290315"/>
            <a:ext cx="935990" cy="216535"/>
          </a:xfrm>
          <a:prstGeom prst="rect">
            <a:avLst/>
          </a:prstGeom>
          <a:solidFill>
            <a:srgbClr val="21218A"/>
          </a:solidFill>
        </p:spPr>
        <p:txBody>
          <a:bodyPr wrap="square" lIns="0" tIns="14604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14"/>
              </a:spcBef>
            </a:pPr>
            <a:r>
              <a:rPr dirty="0" sz="1200" spc="-16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r>
              <a:rPr dirty="0" sz="1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r>
              <a:rPr dirty="0" sz="1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241035" y="3578352"/>
            <a:ext cx="576580" cy="472440"/>
          </a:xfrm>
          <a:custGeom>
            <a:avLst/>
            <a:gdLst/>
            <a:ahLst/>
            <a:cxnLst/>
            <a:rect l="l" t="t" r="r" b="b"/>
            <a:pathLst>
              <a:path w="576579" h="472439">
                <a:moveTo>
                  <a:pt x="59054" y="413385"/>
                </a:moveTo>
                <a:lnTo>
                  <a:pt x="59054" y="29464"/>
                </a:lnTo>
                <a:lnTo>
                  <a:pt x="61372" y="18002"/>
                </a:lnTo>
                <a:lnTo>
                  <a:pt x="67690" y="8636"/>
                </a:lnTo>
                <a:lnTo>
                  <a:pt x="77057" y="2317"/>
                </a:lnTo>
                <a:lnTo>
                  <a:pt x="88518" y="0"/>
                </a:lnTo>
                <a:lnTo>
                  <a:pt x="546480" y="0"/>
                </a:lnTo>
                <a:lnTo>
                  <a:pt x="558016" y="2317"/>
                </a:lnTo>
                <a:lnTo>
                  <a:pt x="567420" y="8636"/>
                </a:lnTo>
                <a:lnTo>
                  <a:pt x="573752" y="18002"/>
                </a:lnTo>
                <a:lnTo>
                  <a:pt x="576072" y="29464"/>
                </a:lnTo>
                <a:lnTo>
                  <a:pt x="573752" y="40999"/>
                </a:lnTo>
                <a:lnTo>
                  <a:pt x="567420" y="50403"/>
                </a:lnTo>
                <a:lnTo>
                  <a:pt x="558016" y="56735"/>
                </a:lnTo>
                <a:lnTo>
                  <a:pt x="546480" y="59055"/>
                </a:lnTo>
                <a:lnTo>
                  <a:pt x="517016" y="59055"/>
                </a:lnTo>
                <a:lnTo>
                  <a:pt x="517016" y="442849"/>
                </a:lnTo>
                <a:lnTo>
                  <a:pt x="514697" y="454384"/>
                </a:lnTo>
                <a:lnTo>
                  <a:pt x="508365" y="463788"/>
                </a:lnTo>
                <a:lnTo>
                  <a:pt x="498961" y="470120"/>
                </a:lnTo>
                <a:lnTo>
                  <a:pt x="487425" y="472440"/>
                </a:lnTo>
                <a:lnTo>
                  <a:pt x="29463" y="472440"/>
                </a:lnTo>
                <a:lnTo>
                  <a:pt x="18002" y="470120"/>
                </a:lnTo>
                <a:lnTo>
                  <a:pt x="8636" y="463788"/>
                </a:lnTo>
                <a:lnTo>
                  <a:pt x="2317" y="454384"/>
                </a:lnTo>
                <a:lnTo>
                  <a:pt x="0" y="442849"/>
                </a:lnTo>
                <a:lnTo>
                  <a:pt x="2317" y="431387"/>
                </a:lnTo>
                <a:lnTo>
                  <a:pt x="8636" y="422020"/>
                </a:lnTo>
                <a:lnTo>
                  <a:pt x="18002" y="415702"/>
                </a:lnTo>
                <a:lnTo>
                  <a:pt x="29463" y="413385"/>
                </a:lnTo>
                <a:lnTo>
                  <a:pt x="59054" y="413385"/>
                </a:lnTo>
                <a:close/>
              </a:path>
              <a:path w="576579" h="472439">
                <a:moveTo>
                  <a:pt x="88518" y="0"/>
                </a:moveTo>
                <a:lnTo>
                  <a:pt x="100054" y="2317"/>
                </a:lnTo>
                <a:lnTo>
                  <a:pt x="109458" y="8636"/>
                </a:lnTo>
                <a:lnTo>
                  <a:pt x="115790" y="18002"/>
                </a:lnTo>
                <a:lnTo>
                  <a:pt x="118110" y="29464"/>
                </a:lnTo>
                <a:lnTo>
                  <a:pt x="115790" y="40999"/>
                </a:lnTo>
                <a:lnTo>
                  <a:pt x="109458" y="50403"/>
                </a:lnTo>
                <a:lnTo>
                  <a:pt x="100054" y="56735"/>
                </a:lnTo>
                <a:lnTo>
                  <a:pt x="88518" y="59055"/>
                </a:lnTo>
                <a:lnTo>
                  <a:pt x="80390" y="59055"/>
                </a:lnTo>
                <a:lnTo>
                  <a:pt x="73787" y="52450"/>
                </a:lnTo>
                <a:lnTo>
                  <a:pt x="73787" y="44323"/>
                </a:lnTo>
                <a:lnTo>
                  <a:pt x="73787" y="36195"/>
                </a:lnTo>
                <a:lnTo>
                  <a:pt x="80390" y="29464"/>
                </a:lnTo>
                <a:lnTo>
                  <a:pt x="88518" y="29464"/>
                </a:lnTo>
                <a:lnTo>
                  <a:pt x="118110" y="29464"/>
                </a:lnTo>
              </a:path>
              <a:path w="576579" h="472439">
                <a:moveTo>
                  <a:pt x="517016" y="59055"/>
                </a:moveTo>
                <a:lnTo>
                  <a:pt x="88518" y="59055"/>
                </a:lnTo>
              </a:path>
              <a:path w="576579" h="472439">
                <a:moveTo>
                  <a:pt x="29463" y="413385"/>
                </a:moveTo>
                <a:lnTo>
                  <a:pt x="37718" y="413385"/>
                </a:lnTo>
                <a:lnTo>
                  <a:pt x="44323" y="419989"/>
                </a:lnTo>
                <a:lnTo>
                  <a:pt x="44323" y="428117"/>
                </a:lnTo>
                <a:lnTo>
                  <a:pt x="44323" y="436245"/>
                </a:lnTo>
                <a:lnTo>
                  <a:pt x="37718" y="442975"/>
                </a:lnTo>
                <a:lnTo>
                  <a:pt x="29463" y="442975"/>
                </a:lnTo>
                <a:lnTo>
                  <a:pt x="59054" y="442849"/>
                </a:lnTo>
              </a:path>
              <a:path w="576579" h="472439">
                <a:moveTo>
                  <a:pt x="29463" y="472440"/>
                </a:moveTo>
                <a:lnTo>
                  <a:pt x="40999" y="470120"/>
                </a:lnTo>
                <a:lnTo>
                  <a:pt x="50403" y="463788"/>
                </a:lnTo>
                <a:lnTo>
                  <a:pt x="56735" y="454384"/>
                </a:lnTo>
                <a:lnTo>
                  <a:pt x="59054" y="442849"/>
                </a:lnTo>
                <a:lnTo>
                  <a:pt x="59054" y="413385"/>
                </a:lnTo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401690" y="3752799"/>
            <a:ext cx="26924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u="sng" sz="800" spc="-8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Test</a:t>
            </a:r>
            <a:r>
              <a:rPr dirty="0" u="sng" sz="800" spc="-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r>
              <a:rPr dirty="0" sz="800" spc="-25"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5817108" y="3578352"/>
            <a:ext cx="576580" cy="472440"/>
          </a:xfrm>
          <a:custGeom>
            <a:avLst/>
            <a:gdLst/>
            <a:ahLst/>
            <a:cxnLst/>
            <a:rect l="l" t="t" r="r" b="b"/>
            <a:pathLst>
              <a:path w="576579" h="472439">
                <a:moveTo>
                  <a:pt x="59054" y="413385"/>
                </a:moveTo>
                <a:lnTo>
                  <a:pt x="59054" y="29464"/>
                </a:lnTo>
                <a:lnTo>
                  <a:pt x="61372" y="18002"/>
                </a:lnTo>
                <a:lnTo>
                  <a:pt x="67690" y="8636"/>
                </a:lnTo>
                <a:lnTo>
                  <a:pt x="77057" y="2317"/>
                </a:lnTo>
                <a:lnTo>
                  <a:pt x="88518" y="0"/>
                </a:lnTo>
                <a:lnTo>
                  <a:pt x="546480" y="0"/>
                </a:lnTo>
                <a:lnTo>
                  <a:pt x="558016" y="2317"/>
                </a:lnTo>
                <a:lnTo>
                  <a:pt x="567420" y="8636"/>
                </a:lnTo>
                <a:lnTo>
                  <a:pt x="573752" y="18002"/>
                </a:lnTo>
                <a:lnTo>
                  <a:pt x="576071" y="29464"/>
                </a:lnTo>
                <a:lnTo>
                  <a:pt x="573752" y="40999"/>
                </a:lnTo>
                <a:lnTo>
                  <a:pt x="567420" y="50403"/>
                </a:lnTo>
                <a:lnTo>
                  <a:pt x="558016" y="56735"/>
                </a:lnTo>
                <a:lnTo>
                  <a:pt x="546480" y="59055"/>
                </a:lnTo>
                <a:lnTo>
                  <a:pt x="517016" y="59055"/>
                </a:lnTo>
                <a:lnTo>
                  <a:pt x="517016" y="442849"/>
                </a:lnTo>
                <a:lnTo>
                  <a:pt x="514697" y="454384"/>
                </a:lnTo>
                <a:lnTo>
                  <a:pt x="508365" y="463788"/>
                </a:lnTo>
                <a:lnTo>
                  <a:pt x="498961" y="470120"/>
                </a:lnTo>
                <a:lnTo>
                  <a:pt x="487425" y="472440"/>
                </a:lnTo>
                <a:lnTo>
                  <a:pt x="29463" y="472440"/>
                </a:lnTo>
                <a:lnTo>
                  <a:pt x="18002" y="470120"/>
                </a:lnTo>
                <a:lnTo>
                  <a:pt x="8635" y="463788"/>
                </a:lnTo>
                <a:lnTo>
                  <a:pt x="2317" y="454384"/>
                </a:lnTo>
                <a:lnTo>
                  <a:pt x="0" y="442849"/>
                </a:lnTo>
                <a:lnTo>
                  <a:pt x="2317" y="431387"/>
                </a:lnTo>
                <a:lnTo>
                  <a:pt x="8636" y="422020"/>
                </a:lnTo>
                <a:lnTo>
                  <a:pt x="18002" y="415702"/>
                </a:lnTo>
                <a:lnTo>
                  <a:pt x="29463" y="413385"/>
                </a:lnTo>
                <a:lnTo>
                  <a:pt x="59054" y="413385"/>
                </a:lnTo>
                <a:close/>
              </a:path>
              <a:path w="576579" h="472439">
                <a:moveTo>
                  <a:pt x="88518" y="0"/>
                </a:moveTo>
                <a:lnTo>
                  <a:pt x="100054" y="2317"/>
                </a:lnTo>
                <a:lnTo>
                  <a:pt x="109458" y="8636"/>
                </a:lnTo>
                <a:lnTo>
                  <a:pt x="115790" y="18002"/>
                </a:lnTo>
                <a:lnTo>
                  <a:pt x="118109" y="29464"/>
                </a:lnTo>
                <a:lnTo>
                  <a:pt x="115790" y="40999"/>
                </a:lnTo>
                <a:lnTo>
                  <a:pt x="109458" y="50403"/>
                </a:lnTo>
                <a:lnTo>
                  <a:pt x="100054" y="56735"/>
                </a:lnTo>
                <a:lnTo>
                  <a:pt x="88518" y="59055"/>
                </a:lnTo>
                <a:lnTo>
                  <a:pt x="80390" y="59055"/>
                </a:lnTo>
                <a:lnTo>
                  <a:pt x="73787" y="52450"/>
                </a:lnTo>
                <a:lnTo>
                  <a:pt x="73787" y="44323"/>
                </a:lnTo>
                <a:lnTo>
                  <a:pt x="73787" y="36195"/>
                </a:lnTo>
                <a:lnTo>
                  <a:pt x="80390" y="29464"/>
                </a:lnTo>
                <a:lnTo>
                  <a:pt x="88518" y="29464"/>
                </a:lnTo>
                <a:lnTo>
                  <a:pt x="118109" y="29464"/>
                </a:lnTo>
              </a:path>
              <a:path w="576579" h="472439">
                <a:moveTo>
                  <a:pt x="517016" y="59055"/>
                </a:moveTo>
                <a:lnTo>
                  <a:pt x="88518" y="59055"/>
                </a:lnTo>
              </a:path>
              <a:path w="576579" h="472439">
                <a:moveTo>
                  <a:pt x="29463" y="413385"/>
                </a:moveTo>
                <a:lnTo>
                  <a:pt x="37718" y="413385"/>
                </a:lnTo>
                <a:lnTo>
                  <a:pt x="44322" y="419989"/>
                </a:lnTo>
                <a:lnTo>
                  <a:pt x="44322" y="428117"/>
                </a:lnTo>
                <a:lnTo>
                  <a:pt x="44322" y="436245"/>
                </a:lnTo>
                <a:lnTo>
                  <a:pt x="37718" y="442975"/>
                </a:lnTo>
                <a:lnTo>
                  <a:pt x="29463" y="442975"/>
                </a:lnTo>
                <a:lnTo>
                  <a:pt x="59054" y="442849"/>
                </a:lnTo>
              </a:path>
              <a:path w="576579" h="472439">
                <a:moveTo>
                  <a:pt x="29463" y="472440"/>
                </a:moveTo>
                <a:lnTo>
                  <a:pt x="40999" y="470120"/>
                </a:lnTo>
                <a:lnTo>
                  <a:pt x="50403" y="463788"/>
                </a:lnTo>
                <a:lnTo>
                  <a:pt x="56735" y="454384"/>
                </a:lnTo>
                <a:lnTo>
                  <a:pt x="59054" y="442849"/>
                </a:lnTo>
                <a:lnTo>
                  <a:pt x="59054" y="413385"/>
                </a:lnTo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977763" y="3752799"/>
            <a:ext cx="26924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u="sng" sz="800" spc="-8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Test</a:t>
            </a:r>
            <a:r>
              <a:rPr dirty="0" u="sng" sz="800" spc="-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</a:t>
            </a:r>
            <a:r>
              <a:rPr dirty="0" sz="800" spc="-25"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370320" y="3578352"/>
            <a:ext cx="576580" cy="472440"/>
          </a:xfrm>
          <a:custGeom>
            <a:avLst/>
            <a:gdLst/>
            <a:ahLst/>
            <a:cxnLst/>
            <a:rect l="l" t="t" r="r" b="b"/>
            <a:pathLst>
              <a:path w="576579" h="472439">
                <a:moveTo>
                  <a:pt x="59054" y="413385"/>
                </a:moveTo>
                <a:lnTo>
                  <a:pt x="59054" y="29464"/>
                </a:lnTo>
                <a:lnTo>
                  <a:pt x="61372" y="18002"/>
                </a:lnTo>
                <a:lnTo>
                  <a:pt x="67690" y="8636"/>
                </a:lnTo>
                <a:lnTo>
                  <a:pt x="77057" y="2317"/>
                </a:lnTo>
                <a:lnTo>
                  <a:pt x="88518" y="0"/>
                </a:lnTo>
                <a:lnTo>
                  <a:pt x="546480" y="0"/>
                </a:lnTo>
                <a:lnTo>
                  <a:pt x="558016" y="2317"/>
                </a:lnTo>
                <a:lnTo>
                  <a:pt x="567420" y="8636"/>
                </a:lnTo>
                <a:lnTo>
                  <a:pt x="573752" y="18002"/>
                </a:lnTo>
                <a:lnTo>
                  <a:pt x="576072" y="29464"/>
                </a:lnTo>
                <a:lnTo>
                  <a:pt x="573752" y="40999"/>
                </a:lnTo>
                <a:lnTo>
                  <a:pt x="567420" y="50403"/>
                </a:lnTo>
                <a:lnTo>
                  <a:pt x="558016" y="56735"/>
                </a:lnTo>
                <a:lnTo>
                  <a:pt x="546480" y="59055"/>
                </a:lnTo>
                <a:lnTo>
                  <a:pt x="517016" y="59055"/>
                </a:lnTo>
                <a:lnTo>
                  <a:pt x="517016" y="442849"/>
                </a:lnTo>
                <a:lnTo>
                  <a:pt x="514697" y="454384"/>
                </a:lnTo>
                <a:lnTo>
                  <a:pt x="508365" y="463788"/>
                </a:lnTo>
                <a:lnTo>
                  <a:pt x="498961" y="470120"/>
                </a:lnTo>
                <a:lnTo>
                  <a:pt x="487425" y="472440"/>
                </a:lnTo>
                <a:lnTo>
                  <a:pt x="29463" y="472440"/>
                </a:lnTo>
                <a:lnTo>
                  <a:pt x="18002" y="470120"/>
                </a:lnTo>
                <a:lnTo>
                  <a:pt x="8635" y="463788"/>
                </a:lnTo>
                <a:lnTo>
                  <a:pt x="2317" y="454384"/>
                </a:lnTo>
                <a:lnTo>
                  <a:pt x="0" y="442849"/>
                </a:lnTo>
                <a:lnTo>
                  <a:pt x="2317" y="431387"/>
                </a:lnTo>
                <a:lnTo>
                  <a:pt x="8636" y="422020"/>
                </a:lnTo>
                <a:lnTo>
                  <a:pt x="18002" y="415702"/>
                </a:lnTo>
                <a:lnTo>
                  <a:pt x="29463" y="413385"/>
                </a:lnTo>
                <a:lnTo>
                  <a:pt x="59054" y="413385"/>
                </a:lnTo>
                <a:close/>
              </a:path>
              <a:path w="576579" h="472439">
                <a:moveTo>
                  <a:pt x="88518" y="0"/>
                </a:moveTo>
                <a:lnTo>
                  <a:pt x="100054" y="2317"/>
                </a:lnTo>
                <a:lnTo>
                  <a:pt x="109458" y="8636"/>
                </a:lnTo>
                <a:lnTo>
                  <a:pt x="115790" y="18002"/>
                </a:lnTo>
                <a:lnTo>
                  <a:pt x="118109" y="29464"/>
                </a:lnTo>
                <a:lnTo>
                  <a:pt x="115790" y="40999"/>
                </a:lnTo>
                <a:lnTo>
                  <a:pt x="109458" y="50403"/>
                </a:lnTo>
                <a:lnTo>
                  <a:pt x="100054" y="56735"/>
                </a:lnTo>
                <a:lnTo>
                  <a:pt x="88518" y="59055"/>
                </a:lnTo>
                <a:lnTo>
                  <a:pt x="80390" y="59055"/>
                </a:lnTo>
                <a:lnTo>
                  <a:pt x="73787" y="52450"/>
                </a:lnTo>
                <a:lnTo>
                  <a:pt x="73787" y="44323"/>
                </a:lnTo>
                <a:lnTo>
                  <a:pt x="73787" y="36195"/>
                </a:lnTo>
                <a:lnTo>
                  <a:pt x="80390" y="29464"/>
                </a:lnTo>
                <a:lnTo>
                  <a:pt x="88518" y="29464"/>
                </a:lnTo>
                <a:lnTo>
                  <a:pt x="118109" y="29464"/>
                </a:lnTo>
              </a:path>
              <a:path w="576579" h="472439">
                <a:moveTo>
                  <a:pt x="517016" y="59055"/>
                </a:moveTo>
                <a:lnTo>
                  <a:pt x="88518" y="59055"/>
                </a:lnTo>
              </a:path>
              <a:path w="576579" h="472439">
                <a:moveTo>
                  <a:pt x="29463" y="413385"/>
                </a:moveTo>
                <a:lnTo>
                  <a:pt x="37718" y="413385"/>
                </a:lnTo>
                <a:lnTo>
                  <a:pt x="44322" y="419989"/>
                </a:lnTo>
                <a:lnTo>
                  <a:pt x="44322" y="428117"/>
                </a:lnTo>
                <a:lnTo>
                  <a:pt x="44322" y="436245"/>
                </a:lnTo>
                <a:lnTo>
                  <a:pt x="37718" y="442975"/>
                </a:lnTo>
                <a:lnTo>
                  <a:pt x="29463" y="442975"/>
                </a:lnTo>
                <a:lnTo>
                  <a:pt x="59054" y="442849"/>
                </a:lnTo>
              </a:path>
              <a:path w="576579" h="472439">
                <a:moveTo>
                  <a:pt x="29463" y="472440"/>
                </a:moveTo>
                <a:lnTo>
                  <a:pt x="40999" y="470120"/>
                </a:lnTo>
                <a:lnTo>
                  <a:pt x="50403" y="463788"/>
                </a:lnTo>
                <a:lnTo>
                  <a:pt x="56735" y="454384"/>
                </a:lnTo>
                <a:lnTo>
                  <a:pt x="59054" y="442849"/>
                </a:lnTo>
                <a:lnTo>
                  <a:pt x="59054" y="413385"/>
                </a:lnTo>
              </a:path>
            </a:pathLst>
          </a:custGeom>
          <a:ln w="9144">
            <a:solidFill>
              <a:srgbClr val="2121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531229" y="3752799"/>
            <a:ext cx="26924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u="sng" sz="800" spc="-8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Test</a:t>
            </a:r>
            <a:r>
              <a:rPr dirty="0" u="sng" sz="800" spc="-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3</a:t>
            </a:r>
            <a:r>
              <a:rPr dirty="0" sz="800" spc="-25"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328916" y="2310383"/>
            <a:ext cx="576580" cy="28829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5080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0"/>
              </a:spcBef>
            </a:pPr>
            <a:r>
              <a:rPr dirty="0" sz="1200" spc="-150">
                <a:latin typeface="Arial MT"/>
                <a:cs typeface="Arial MT"/>
              </a:rPr>
              <a:t>CAL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328916" y="3255264"/>
            <a:ext cx="576580" cy="28829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50165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395"/>
              </a:spcBef>
            </a:pPr>
            <a:r>
              <a:rPr dirty="0" sz="1200" spc="-150">
                <a:latin typeface="Arial MT"/>
                <a:cs typeface="Arial MT"/>
              </a:rPr>
              <a:t>CAL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248400" y="2417063"/>
            <a:ext cx="1080135" cy="1019810"/>
          </a:xfrm>
          <a:custGeom>
            <a:avLst/>
            <a:gdLst/>
            <a:ahLst/>
            <a:cxnLst/>
            <a:rect l="l" t="t" r="r" b="b"/>
            <a:pathLst>
              <a:path w="1080134" h="1019810">
                <a:moveTo>
                  <a:pt x="1080135" y="975106"/>
                </a:moveTo>
                <a:lnTo>
                  <a:pt x="76200" y="975106"/>
                </a:lnTo>
                <a:lnTo>
                  <a:pt x="76200" y="943356"/>
                </a:lnTo>
                <a:lnTo>
                  <a:pt x="0" y="981456"/>
                </a:lnTo>
                <a:lnTo>
                  <a:pt x="76200" y="1019556"/>
                </a:lnTo>
                <a:lnTo>
                  <a:pt x="76200" y="987806"/>
                </a:lnTo>
                <a:lnTo>
                  <a:pt x="1080135" y="987806"/>
                </a:lnTo>
                <a:lnTo>
                  <a:pt x="1080135" y="975106"/>
                </a:lnTo>
                <a:close/>
              </a:path>
              <a:path w="1080134" h="1019810">
                <a:moveTo>
                  <a:pt x="1080135" y="31750"/>
                </a:moveTo>
                <a:lnTo>
                  <a:pt x="76200" y="3175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1080135" y="44450"/>
                </a:lnTo>
                <a:lnTo>
                  <a:pt x="1080135" y="3175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641338" y="2235453"/>
            <a:ext cx="374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assign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641338" y="3207511"/>
            <a:ext cx="374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assign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5169408" y="2266188"/>
            <a:ext cx="2807335" cy="1827530"/>
          </a:xfrm>
          <a:custGeom>
            <a:avLst/>
            <a:gdLst/>
            <a:ahLst/>
            <a:cxnLst/>
            <a:rect l="l" t="t" r="r" b="b"/>
            <a:pathLst>
              <a:path w="2807334" h="1827529">
                <a:moveTo>
                  <a:pt x="0" y="891539"/>
                </a:moveTo>
                <a:lnTo>
                  <a:pt x="2807208" y="891539"/>
                </a:lnTo>
                <a:lnTo>
                  <a:pt x="2807208" y="0"/>
                </a:lnTo>
                <a:lnTo>
                  <a:pt x="0" y="0"/>
                </a:lnTo>
                <a:lnTo>
                  <a:pt x="0" y="891539"/>
                </a:lnTo>
                <a:close/>
              </a:path>
              <a:path w="2807334" h="1827529">
                <a:moveTo>
                  <a:pt x="0" y="1827276"/>
                </a:moveTo>
                <a:lnTo>
                  <a:pt x="2807208" y="1827276"/>
                </a:lnTo>
                <a:lnTo>
                  <a:pt x="2807208" y="935736"/>
                </a:lnTo>
                <a:lnTo>
                  <a:pt x="0" y="935736"/>
                </a:lnTo>
                <a:lnTo>
                  <a:pt x="0" y="18272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385572" y="4331785"/>
            <a:ext cx="3958590" cy="2026285"/>
            <a:chOff x="385572" y="4331785"/>
            <a:chExt cx="3958590" cy="2026285"/>
          </a:xfrm>
        </p:grpSpPr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052" y="4331785"/>
              <a:ext cx="3878583" cy="202605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90144" y="4785359"/>
              <a:ext cx="2906395" cy="288290"/>
            </a:xfrm>
            <a:custGeom>
              <a:avLst/>
              <a:gdLst/>
              <a:ahLst/>
              <a:cxnLst/>
              <a:rect l="l" t="t" r="r" b="b"/>
              <a:pathLst>
                <a:path w="2906395" h="288289">
                  <a:moveTo>
                    <a:pt x="0" y="288036"/>
                  </a:moveTo>
                  <a:lnTo>
                    <a:pt x="2906268" y="288036"/>
                  </a:lnTo>
                  <a:lnTo>
                    <a:pt x="2906268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3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39906" y="4296444"/>
            <a:ext cx="3110014" cy="2375707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214680" y="2087371"/>
            <a:ext cx="144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ISO/SAE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114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21434,</a:t>
            </a:r>
            <a:r>
              <a:rPr dirty="0" u="sng" sz="1200" spc="-9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1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Annex</a:t>
            </a: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47904" y="4070730"/>
            <a:ext cx="3846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*Higher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45">
                <a:latin typeface="Arial MT"/>
                <a:cs typeface="Arial MT"/>
              </a:rPr>
              <a:t>CALS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require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higher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independency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55">
                <a:latin typeface="Arial MT"/>
                <a:cs typeface="Arial MT"/>
              </a:rPr>
              <a:t> activities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1078" y="281813"/>
            <a:ext cx="123672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2502" y="2442845"/>
            <a:ext cx="2533523" cy="492378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2656458" y="3065145"/>
            <a:ext cx="1718310" cy="395605"/>
          </a:xfrm>
          <a:custGeom>
            <a:avLst/>
            <a:gdLst/>
            <a:ahLst/>
            <a:cxnLst/>
            <a:rect l="l" t="t" r="r" b="b"/>
            <a:pathLst>
              <a:path w="1718310" h="395604">
                <a:moveTo>
                  <a:pt x="875665" y="122808"/>
                </a:moveTo>
                <a:lnTo>
                  <a:pt x="859591" y="123473"/>
                </a:lnTo>
                <a:lnTo>
                  <a:pt x="844099" y="125541"/>
                </a:lnTo>
                <a:lnTo>
                  <a:pt x="844370" y="125541"/>
                </a:lnTo>
                <a:lnTo>
                  <a:pt x="831016" y="128756"/>
                </a:lnTo>
                <a:lnTo>
                  <a:pt x="796829" y="145859"/>
                </a:lnTo>
                <a:lnTo>
                  <a:pt x="766492" y="182959"/>
                </a:lnTo>
                <a:lnTo>
                  <a:pt x="754554" y="219956"/>
                </a:lnTo>
                <a:lnTo>
                  <a:pt x="750696" y="262889"/>
                </a:lnTo>
                <a:lnTo>
                  <a:pt x="752318" y="292199"/>
                </a:lnTo>
                <a:lnTo>
                  <a:pt x="765323" y="340864"/>
                </a:lnTo>
                <a:lnTo>
                  <a:pt x="791640" y="375580"/>
                </a:lnTo>
                <a:lnTo>
                  <a:pt x="832649" y="393158"/>
                </a:lnTo>
                <a:lnTo>
                  <a:pt x="858774" y="395350"/>
                </a:lnTo>
                <a:lnTo>
                  <a:pt x="871182" y="394918"/>
                </a:lnTo>
                <a:lnTo>
                  <a:pt x="913903" y="384645"/>
                </a:lnTo>
                <a:lnTo>
                  <a:pt x="932942" y="371982"/>
                </a:lnTo>
                <a:lnTo>
                  <a:pt x="980707" y="371982"/>
                </a:lnTo>
                <a:lnTo>
                  <a:pt x="979461" y="352805"/>
                </a:lnTo>
                <a:lnTo>
                  <a:pt x="870712" y="352805"/>
                </a:lnTo>
                <a:lnTo>
                  <a:pt x="861163" y="352355"/>
                </a:lnTo>
                <a:lnTo>
                  <a:pt x="821640" y="332281"/>
                </a:lnTo>
                <a:lnTo>
                  <a:pt x="805370" y="289730"/>
                </a:lnTo>
                <a:lnTo>
                  <a:pt x="803658" y="262889"/>
                </a:lnTo>
                <a:lnTo>
                  <a:pt x="804848" y="238021"/>
                </a:lnTo>
                <a:lnTo>
                  <a:pt x="814425" y="200112"/>
                </a:lnTo>
                <a:lnTo>
                  <a:pt x="846597" y="170084"/>
                </a:lnTo>
                <a:lnTo>
                  <a:pt x="879220" y="164464"/>
                </a:lnTo>
                <a:lnTo>
                  <a:pt x="977392" y="164464"/>
                </a:lnTo>
                <a:lnTo>
                  <a:pt x="977392" y="132968"/>
                </a:lnTo>
                <a:lnTo>
                  <a:pt x="926338" y="132968"/>
                </a:lnTo>
                <a:lnTo>
                  <a:pt x="923163" y="131190"/>
                </a:lnTo>
                <a:lnTo>
                  <a:pt x="919226" y="129412"/>
                </a:lnTo>
                <a:lnTo>
                  <a:pt x="915543" y="128269"/>
                </a:lnTo>
                <a:lnTo>
                  <a:pt x="912241" y="127634"/>
                </a:lnTo>
                <a:lnTo>
                  <a:pt x="903972" y="125541"/>
                </a:lnTo>
                <a:lnTo>
                  <a:pt x="895143" y="124031"/>
                </a:lnTo>
                <a:lnTo>
                  <a:pt x="885719" y="123116"/>
                </a:lnTo>
                <a:lnTo>
                  <a:pt x="875665" y="122808"/>
                </a:lnTo>
                <a:close/>
              </a:path>
              <a:path w="1718310" h="395604">
                <a:moveTo>
                  <a:pt x="980707" y="371982"/>
                </a:moveTo>
                <a:lnTo>
                  <a:pt x="932942" y="371982"/>
                </a:lnTo>
                <a:lnTo>
                  <a:pt x="937006" y="389381"/>
                </a:lnTo>
                <a:lnTo>
                  <a:pt x="981837" y="389381"/>
                </a:lnTo>
                <a:lnTo>
                  <a:pt x="980707" y="371982"/>
                </a:lnTo>
                <a:close/>
              </a:path>
              <a:path w="1718310" h="395604">
                <a:moveTo>
                  <a:pt x="977392" y="164464"/>
                </a:moveTo>
                <a:lnTo>
                  <a:pt x="879220" y="164464"/>
                </a:lnTo>
                <a:lnTo>
                  <a:pt x="892387" y="165320"/>
                </a:lnTo>
                <a:lnTo>
                  <a:pt x="904636" y="167878"/>
                </a:lnTo>
                <a:lnTo>
                  <a:pt x="915957" y="172126"/>
                </a:lnTo>
                <a:lnTo>
                  <a:pt x="926338" y="178053"/>
                </a:lnTo>
                <a:lnTo>
                  <a:pt x="926274" y="332281"/>
                </a:lnTo>
                <a:lnTo>
                  <a:pt x="924560" y="333628"/>
                </a:lnTo>
                <a:lnTo>
                  <a:pt x="921893" y="335406"/>
                </a:lnTo>
                <a:lnTo>
                  <a:pt x="918591" y="337692"/>
                </a:lnTo>
                <a:lnTo>
                  <a:pt x="915162" y="339978"/>
                </a:lnTo>
                <a:lnTo>
                  <a:pt x="911352" y="342391"/>
                </a:lnTo>
                <a:lnTo>
                  <a:pt x="907033" y="345185"/>
                </a:lnTo>
                <a:lnTo>
                  <a:pt x="898751" y="348519"/>
                </a:lnTo>
                <a:lnTo>
                  <a:pt x="889508" y="351012"/>
                </a:lnTo>
                <a:lnTo>
                  <a:pt x="889193" y="351012"/>
                </a:lnTo>
                <a:lnTo>
                  <a:pt x="880397" y="352355"/>
                </a:lnTo>
                <a:lnTo>
                  <a:pt x="880032" y="352355"/>
                </a:lnTo>
                <a:lnTo>
                  <a:pt x="870712" y="352805"/>
                </a:lnTo>
                <a:lnTo>
                  <a:pt x="979461" y="352805"/>
                </a:lnTo>
                <a:lnTo>
                  <a:pt x="977392" y="320928"/>
                </a:lnTo>
                <a:lnTo>
                  <a:pt x="977392" y="164464"/>
                </a:lnTo>
                <a:close/>
              </a:path>
              <a:path w="1718310" h="395604">
                <a:moveTo>
                  <a:pt x="977392" y="0"/>
                </a:moveTo>
                <a:lnTo>
                  <a:pt x="926338" y="7238"/>
                </a:lnTo>
                <a:lnTo>
                  <a:pt x="926338" y="132968"/>
                </a:lnTo>
                <a:lnTo>
                  <a:pt x="977392" y="132968"/>
                </a:lnTo>
                <a:lnTo>
                  <a:pt x="977392" y="0"/>
                </a:lnTo>
                <a:close/>
              </a:path>
              <a:path w="1718310" h="395604">
                <a:moveTo>
                  <a:pt x="599820" y="122808"/>
                </a:moveTo>
                <a:lnTo>
                  <a:pt x="542512" y="131175"/>
                </a:lnTo>
                <a:lnTo>
                  <a:pt x="502920" y="156209"/>
                </a:lnTo>
                <a:lnTo>
                  <a:pt x="479948" y="198199"/>
                </a:lnTo>
                <a:lnTo>
                  <a:pt x="472426" y="255904"/>
                </a:lnTo>
                <a:lnTo>
                  <a:pt x="472528" y="267906"/>
                </a:lnTo>
                <a:lnTo>
                  <a:pt x="477621" y="314944"/>
                </a:lnTo>
                <a:lnTo>
                  <a:pt x="496697" y="358393"/>
                </a:lnTo>
                <a:lnTo>
                  <a:pt x="532638" y="385952"/>
                </a:lnTo>
                <a:lnTo>
                  <a:pt x="572339" y="394757"/>
                </a:lnTo>
                <a:lnTo>
                  <a:pt x="588391" y="395350"/>
                </a:lnTo>
                <a:lnTo>
                  <a:pt x="619126" y="393279"/>
                </a:lnTo>
                <a:lnTo>
                  <a:pt x="645588" y="387064"/>
                </a:lnTo>
                <a:lnTo>
                  <a:pt x="667740" y="376705"/>
                </a:lnTo>
                <a:lnTo>
                  <a:pt x="685545" y="362203"/>
                </a:lnTo>
                <a:lnTo>
                  <a:pt x="692047" y="353313"/>
                </a:lnTo>
                <a:lnTo>
                  <a:pt x="588391" y="353313"/>
                </a:lnTo>
                <a:lnTo>
                  <a:pt x="579996" y="352932"/>
                </a:lnTo>
                <a:lnTo>
                  <a:pt x="579327" y="352932"/>
                </a:lnTo>
                <a:lnTo>
                  <a:pt x="570595" y="351631"/>
                </a:lnTo>
                <a:lnTo>
                  <a:pt x="537464" y="328167"/>
                </a:lnTo>
                <a:lnTo>
                  <a:pt x="526317" y="290671"/>
                </a:lnTo>
                <a:lnTo>
                  <a:pt x="525001" y="273456"/>
                </a:lnTo>
                <a:lnTo>
                  <a:pt x="525002" y="250257"/>
                </a:lnTo>
                <a:lnTo>
                  <a:pt x="525716" y="239013"/>
                </a:lnTo>
                <a:lnTo>
                  <a:pt x="526907" y="228627"/>
                </a:lnTo>
                <a:lnTo>
                  <a:pt x="528463" y="219709"/>
                </a:lnTo>
                <a:lnTo>
                  <a:pt x="528574" y="219075"/>
                </a:lnTo>
                <a:lnTo>
                  <a:pt x="545463" y="182878"/>
                </a:lnTo>
                <a:lnTo>
                  <a:pt x="579818" y="165496"/>
                </a:lnTo>
                <a:lnTo>
                  <a:pt x="588951" y="164387"/>
                </a:lnTo>
                <a:lnTo>
                  <a:pt x="588040" y="164387"/>
                </a:lnTo>
                <a:lnTo>
                  <a:pt x="599820" y="163956"/>
                </a:lnTo>
                <a:lnTo>
                  <a:pt x="694793" y="163956"/>
                </a:lnTo>
                <a:lnTo>
                  <a:pt x="692023" y="159765"/>
                </a:lnTo>
                <a:lnTo>
                  <a:pt x="655574" y="132333"/>
                </a:lnTo>
                <a:lnTo>
                  <a:pt x="615658" y="123404"/>
                </a:lnTo>
                <a:lnTo>
                  <a:pt x="599820" y="122808"/>
                </a:lnTo>
                <a:close/>
              </a:path>
              <a:path w="1718310" h="395604">
                <a:moveTo>
                  <a:pt x="694793" y="163956"/>
                </a:moveTo>
                <a:lnTo>
                  <a:pt x="599820" y="163956"/>
                </a:lnTo>
                <a:lnTo>
                  <a:pt x="609086" y="164387"/>
                </a:lnTo>
                <a:lnTo>
                  <a:pt x="617458" y="165687"/>
                </a:lnTo>
                <a:lnTo>
                  <a:pt x="651002" y="190245"/>
                </a:lnTo>
                <a:lnTo>
                  <a:pt x="662295" y="228401"/>
                </a:lnTo>
                <a:lnTo>
                  <a:pt x="663715" y="267906"/>
                </a:lnTo>
                <a:lnTo>
                  <a:pt x="662987" y="279146"/>
                </a:lnTo>
                <a:lnTo>
                  <a:pt x="651678" y="323306"/>
                </a:lnTo>
                <a:lnTo>
                  <a:pt x="616948" y="349884"/>
                </a:lnTo>
                <a:lnTo>
                  <a:pt x="588391" y="353313"/>
                </a:lnTo>
                <a:lnTo>
                  <a:pt x="692047" y="353313"/>
                </a:lnTo>
                <a:lnTo>
                  <a:pt x="714960" y="292498"/>
                </a:lnTo>
                <a:lnTo>
                  <a:pt x="716811" y="255904"/>
                </a:lnTo>
                <a:lnTo>
                  <a:pt x="716681" y="250257"/>
                </a:lnTo>
                <a:lnTo>
                  <a:pt x="711269" y="203692"/>
                </a:lnTo>
                <a:lnTo>
                  <a:pt x="698305" y="169269"/>
                </a:lnTo>
                <a:lnTo>
                  <a:pt x="694793" y="163956"/>
                </a:lnTo>
                <a:close/>
              </a:path>
              <a:path w="1718310" h="395604">
                <a:moveTo>
                  <a:pt x="1088390" y="128904"/>
                </a:moveTo>
                <a:lnTo>
                  <a:pt x="1037463" y="128904"/>
                </a:lnTo>
                <a:lnTo>
                  <a:pt x="1037573" y="300751"/>
                </a:lnTo>
                <a:lnTo>
                  <a:pt x="1042935" y="346489"/>
                </a:lnTo>
                <a:lnTo>
                  <a:pt x="1065498" y="380539"/>
                </a:lnTo>
                <a:lnTo>
                  <a:pt x="1111557" y="394944"/>
                </a:lnTo>
                <a:lnTo>
                  <a:pt x="1124204" y="395350"/>
                </a:lnTo>
                <a:lnTo>
                  <a:pt x="1138707" y="394610"/>
                </a:lnTo>
                <a:lnTo>
                  <a:pt x="1182624" y="383413"/>
                </a:lnTo>
                <a:lnTo>
                  <a:pt x="1207643" y="367538"/>
                </a:lnTo>
                <a:lnTo>
                  <a:pt x="1256971" y="367538"/>
                </a:lnTo>
                <a:lnTo>
                  <a:pt x="1256093" y="351789"/>
                </a:lnTo>
                <a:lnTo>
                  <a:pt x="1124458" y="351789"/>
                </a:lnTo>
                <a:lnTo>
                  <a:pt x="1116457" y="350265"/>
                </a:lnTo>
                <a:lnTo>
                  <a:pt x="1110742" y="347344"/>
                </a:lnTo>
                <a:lnTo>
                  <a:pt x="1104900" y="344424"/>
                </a:lnTo>
                <a:lnTo>
                  <a:pt x="1100201" y="340232"/>
                </a:lnTo>
                <a:lnTo>
                  <a:pt x="1088834" y="300751"/>
                </a:lnTo>
                <a:lnTo>
                  <a:pt x="1088566" y="294766"/>
                </a:lnTo>
                <a:lnTo>
                  <a:pt x="1088505" y="293407"/>
                </a:lnTo>
                <a:lnTo>
                  <a:pt x="1088390" y="128904"/>
                </a:lnTo>
                <a:close/>
              </a:path>
              <a:path w="1718310" h="395604">
                <a:moveTo>
                  <a:pt x="1256971" y="367538"/>
                </a:moveTo>
                <a:lnTo>
                  <a:pt x="1207643" y="367538"/>
                </a:lnTo>
                <a:lnTo>
                  <a:pt x="1209615" y="388746"/>
                </a:lnTo>
                <a:lnTo>
                  <a:pt x="1209675" y="389381"/>
                </a:lnTo>
                <a:lnTo>
                  <a:pt x="1258189" y="389381"/>
                </a:lnTo>
                <a:lnTo>
                  <a:pt x="1257063" y="369188"/>
                </a:lnTo>
                <a:lnTo>
                  <a:pt x="1256971" y="367538"/>
                </a:lnTo>
                <a:close/>
              </a:path>
              <a:path w="1718310" h="395604">
                <a:moveTo>
                  <a:pt x="1254252" y="128904"/>
                </a:moveTo>
                <a:lnTo>
                  <a:pt x="1202690" y="128904"/>
                </a:lnTo>
                <a:lnTo>
                  <a:pt x="1202690" y="328421"/>
                </a:lnTo>
                <a:lnTo>
                  <a:pt x="1196467" y="332104"/>
                </a:lnTo>
                <a:lnTo>
                  <a:pt x="1189736" y="335914"/>
                </a:lnTo>
                <a:lnTo>
                  <a:pt x="1182496" y="339725"/>
                </a:lnTo>
                <a:lnTo>
                  <a:pt x="1176401" y="343026"/>
                </a:lnTo>
                <a:lnTo>
                  <a:pt x="1134618" y="351789"/>
                </a:lnTo>
                <a:lnTo>
                  <a:pt x="1256093" y="351789"/>
                </a:lnTo>
                <a:lnTo>
                  <a:pt x="1254252" y="318769"/>
                </a:lnTo>
                <a:lnTo>
                  <a:pt x="1254252" y="128904"/>
                </a:lnTo>
                <a:close/>
              </a:path>
              <a:path w="1718310" h="395604">
                <a:moveTo>
                  <a:pt x="1431290" y="122808"/>
                </a:moveTo>
                <a:lnTo>
                  <a:pt x="1374505" y="131730"/>
                </a:lnTo>
                <a:lnTo>
                  <a:pt x="1333245" y="158368"/>
                </a:lnTo>
                <a:lnTo>
                  <a:pt x="1308163" y="202295"/>
                </a:lnTo>
                <a:lnTo>
                  <a:pt x="1299845" y="262889"/>
                </a:lnTo>
                <a:lnTo>
                  <a:pt x="1301630" y="292653"/>
                </a:lnTo>
                <a:lnTo>
                  <a:pt x="1315918" y="341560"/>
                </a:lnTo>
                <a:lnTo>
                  <a:pt x="1345043" y="375848"/>
                </a:lnTo>
                <a:lnTo>
                  <a:pt x="1391767" y="393184"/>
                </a:lnTo>
                <a:lnTo>
                  <a:pt x="1421892" y="395350"/>
                </a:lnTo>
                <a:lnTo>
                  <a:pt x="1434990" y="394944"/>
                </a:lnTo>
                <a:lnTo>
                  <a:pt x="1482572" y="385202"/>
                </a:lnTo>
                <a:lnTo>
                  <a:pt x="1509521" y="372237"/>
                </a:lnTo>
                <a:lnTo>
                  <a:pt x="1503689" y="353313"/>
                </a:lnTo>
                <a:lnTo>
                  <a:pt x="1425829" y="353313"/>
                </a:lnTo>
                <a:lnTo>
                  <a:pt x="1419000" y="353032"/>
                </a:lnTo>
                <a:lnTo>
                  <a:pt x="1417012" y="353032"/>
                </a:lnTo>
                <a:lnTo>
                  <a:pt x="1407175" y="351726"/>
                </a:lnTo>
                <a:lnTo>
                  <a:pt x="1369187" y="329310"/>
                </a:lnTo>
                <a:lnTo>
                  <a:pt x="1354546" y="292844"/>
                </a:lnTo>
                <a:lnTo>
                  <a:pt x="1352295" y="264287"/>
                </a:lnTo>
                <a:lnTo>
                  <a:pt x="1353512" y="239881"/>
                </a:lnTo>
                <a:lnTo>
                  <a:pt x="1363279" y="201832"/>
                </a:lnTo>
                <a:lnTo>
                  <a:pt x="1396317" y="170386"/>
                </a:lnTo>
                <a:lnTo>
                  <a:pt x="1430782" y="164464"/>
                </a:lnTo>
                <a:lnTo>
                  <a:pt x="1506191" y="164464"/>
                </a:lnTo>
                <a:lnTo>
                  <a:pt x="1513586" y="157225"/>
                </a:lnTo>
                <a:lnTo>
                  <a:pt x="1477899" y="131190"/>
                </a:lnTo>
                <a:lnTo>
                  <a:pt x="1443501" y="123332"/>
                </a:lnTo>
                <a:lnTo>
                  <a:pt x="1431290" y="122808"/>
                </a:lnTo>
                <a:close/>
              </a:path>
              <a:path w="1718310" h="395604">
                <a:moveTo>
                  <a:pt x="1498600" y="336803"/>
                </a:moveTo>
                <a:lnTo>
                  <a:pt x="1455154" y="350849"/>
                </a:lnTo>
                <a:lnTo>
                  <a:pt x="1425829" y="353313"/>
                </a:lnTo>
                <a:lnTo>
                  <a:pt x="1503689" y="353313"/>
                </a:lnTo>
                <a:lnTo>
                  <a:pt x="1498600" y="336803"/>
                </a:lnTo>
                <a:close/>
              </a:path>
              <a:path w="1718310" h="395604">
                <a:moveTo>
                  <a:pt x="1506191" y="164464"/>
                </a:moveTo>
                <a:lnTo>
                  <a:pt x="1430782" y="164464"/>
                </a:lnTo>
                <a:lnTo>
                  <a:pt x="1438235" y="164820"/>
                </a:lnTo>
                <a:lnTo>
                  <a:pt x="1445796" y="165943"/>
                </a:lnTo>
                <a:lnTo>
                  <a:pt x="1445609" y="165943"/>
                </a:lnTo>
                <a:lnTo>
                  <a:pt x="1452141" y="167626"/>
                </a:lnTo>
                <a:lnTo>
                  <a:pt x="1458595" y="170052"/>
                </a:lnTo>
                <a:lnTo>
                  <a:pt x="1464804" y="173172"/>
                </a:lnTo>
                <a:lnTo>
                  <a:pt x="1471025" y="177006"/>
                </a:lnTo>
                <a:lnTo>
                  <a:pt x="1477222" y="181554"/>
                </a:lnTo>
                <a:lnTo>
                  <a:pt x="1483360" y="186816"/>
                </a:lnTo>
                <a:lnTo>
                  <a:pt x="1506191" y="164464"/>
                </a:lnTo>
                <a:close/>
              </a:path>
              <a:path w="1718310" h="395604">
                <a:moveTo>
                  <a:pt x="340106" y="128777"/>
                </a:moveTo>
                <a:lnTo>
                  <a:pt x="292735" y="128777"/>
                </a:lnTo>
                <a:lnTo>
                  <a:pt x="298704" y="202564"/>
                </a:lnTo>
                <a:lnTo>
                  <a:pt x="298704" y="389254"/>
                </a:lnTo>
                <a:lnTo>
                  <a:pt x="350774" y="389254"/>
                </a:lnTo>
                <a:lnTo>
                  <a:pt x="350774" y="204724"/>
                </a:lnTo>
                <a:lnTo>
                  <a:pt x="354584" y="200278"/>
                </a:lnTo>
                <a:lnTo>
                  <a:pt x="387336" y="175172"/>
                </a:lnTo>
                <a:lnTo>
                  <a:pt x="396752" y="171582"/>
                </a:lnTo>
                <a:lnTo>
                  <a:pt x="396561" y="171582"/>
                </a:lnTo>
                <a:lnTo>
                  <a:pt x="407009" y="169267"/>
                </a:lnTo>
                <a:lnTo>
                  <a:pt x="417322" y="168528"/>
                </a:lnTo>
                <a:lnTo>
                  <a:pt x="451440" y="168528"/>
                </a:lnTo>
                <a:lnTo>
                  <a:pt x="453294" y="162687"/>
                </a:lnTo>
                <a:lnTo>
                  <a:pt x="343662" y="162687"/>
                </a:lnTo>
                <a:lnTo>
                  <a:pt x="340216" y="129827"/>
                </a:lnTo>
                <a:lnTo>
                  <a:pt x="340106" y="128777"/>
                </a:lnTo>
                <a:close/>
              </a:path>
              <a:path w="1718310" h="395604">
                <a:moveTo>
                  <a:pt x="451440" y="168528"/>
                </a:moveTo>
                <a:lnTo>
                  <a:pt x="417322" y="168528"/>
                </a:lnTo>
                <a:lnTo>
                  <a:pt x="424846" y="168864"/>
                </a:lnTo>
                <a:lnTo>
                  <a:pt x="432752" y="169878"/>
                </a:lnTo>
                <a:lnTo>
                  <a:pt x="441039" y="171582"/>
                </a:lnTo>
                <a:lnTo>
                  <a:pt x="449707" y="173989"/>
                </a:lnTo>
                <a:lnTo>
                  <a:pt x="451333" y="168864"/>
                </a:lnTo>
                <a:lnTo>
                  <a:pt x="451440" y="168528"/>
                </a:lnTo>
                <a:close/>
              </a:path>
              <a:path w="1718310" h="395604">
                <a:moveTo>
                  <a:pt x="424307" y="122808"/>
                </a:moveTo>
                <a:lnTo>
                  <a:pt x="385587" y="129827"/>
                </a:lnTo>
                <a:lnTo>
                  <a:pt x="348517" y="154828"/>
                </a:lnTo>
                <a:lnTo>
                  <a:pt x="343662" y="162687"/>
                </a:lnTo>
                <a:lnTo>
                  <a:pt x="453294" y="162687"/>
                </a:lnTo>
                <a:lnTo>
                  <a:pt x="463169" y="131571"/>
                </a:lnTo>
                <a:lnTo>
                  <a:pt x="454453" y="127738"/>
                </a:lnTo>
                <a:lnTo>
                  <a:pt x="445071" y="124999"/>
                </a:lnTo>
                <a:lnTo>
                  <a:pt x="435022" y="123356"/>
                </a:lnTo>
                <a:lnTo>
                  <a:pt x="424307" y="122808"/>
                </a:lnTo>
                <a:close/>
              </a:path>
              <a:path w="1718310" h="395604">
                <a:moveTo>
                  <a:pt x="1616837" y="68579"/>
                </a:moveTo>
                <a:lnTo>
                  <a:pt x="1565402" y="77469"/>
                </a:lnTo>
                <a:lnTo>
                  <a:pt x="1565402" y="129539"/>
                </a:lnTo>
                <a:lnTo>
                  <a:pt x="1522603" y="133984"/>
                </a:lnTo>
                <a:lnTo>
                  <a:pt x="1522603" y="172592"/>
                </a:lnTo>
                <a:lnTo>
                  <a:pt x="1565402" y="172592"/>
                </a:lnTo>
                <a:lnTo>
                  <a:pt x="1565423" y="305307"/>
                </a:lnTo>
                <a:lnTo>
                  <a:pt x="1570480" y="347626"/>
                </a:lnTo>
                <a:lnTo>
                  <a:pt x="1591278" y="380015"/>
                </a:lnTo>
                <a:lnTo>
                  <a:pt x="1635001" y="394920"/>
                </a:lnTo>
                <a:lnTo>
                  <a:pt x="1647190" y="395350"/>
                </a:lnTo>
                <a:lnTo>
                  <a:pt x="1655693" y="395138"/>
                </a:lnTo>
                <a:lnTo>
                  <a:pt x="1699434" y="387445"/>
                </a:lnTo>
                <a:lnTo>
                  <a:pt x="1717929" y="380364"/>
                </a:lnTo>
                <a:lnTo>
                  <a:pt x="1711171" y="351789"/>
                </a:lnTo>
                <a:lnTo>
                  <a:pt x="1649349" y="351789"/>
                </a:lnTo>
                <a:lnTo>
                  <a:pt x="1641348" y="350519"/>
                </a:lnTo>
                <a:lnTo>
                  <a:pt x="1618107" y="318134"/>
                </a:lnTo>
                <a:lnTo>
                  <a:pt x="1616837" y="171576"/>
                </a:lnTo>
                <a:lnTo>
                  <a:pt x="1711452" y="171576"/>
                </a:lnTo>
                <a:lnTo>
                  <a:pt x="1711452" y="128904"/>
                </a:lnTo>
                <a:lnTo>
                  <a:pt x="1616837" y="128904"/>
                </a:lnTo>
                <a:lnTo>
                  <a:pt x="1616837" y="68579"/>
                </a:lnTo>
                <a:close/>
              </a:path>
              <a:path w="1718310" h="395604">
                <a:moveTo>
                  <a:pt x="1709039" y="342772"/>
                </a:moveTo>
                <a:lnTo>
                  <a:pt x="1695872" y="346700"/>
                </a:lnTo>
                <a:lnTo>
                  <a:pt x="1683242" y="349519"/>
                </a:lnTo>
                <a:lnTo>
                  <a:pt x="1671159" y="351220"/>
                </a:lnTo>
                <a:lnTo>
                  <a:pt x="1659636" y="351789"/>
                </a:lnTo>
                <a:lnTo>
                  <a:pt x="1711171" y="351789"/>
                </a:lnTo>
                <a:lnTo>
                  <a:pt x="1709039" y="342772"/>
                </a:lnTo>
                <a:close/>
              </a:path>
              <a:path w="1718310" h="395604">
                <a:moveTo>
                  <a:pt x="125984" y="18795"/>
                </a:moveTo>
                <a:lnTo>
                  <a:pt x="0" y="18795"/>
                </a:lnTo>
                <a:lnTo>
                  <a:pt x="0" y="389254"/>
                </a:lnTo>
                <a:lnTo>
                  <a:pt x="51943" y="389254"/>
                </a:lnTo>
                <a:lnTo>
                  <a:pt x="51943" y="248157"/>
                </a:lnTo>
                <a:lnTo>
                  <a:pt x="133985" y="248157"/>
                </a:lnTo>
                <a:lnTo>
                  <a:pt x="182118" y="240410"/>
                </a:lnTo>
                <a:lnTo>
                  <a:pt x="219329" y="217296"/>
                </a:lnTo>
                <a:lnTo>
                  <a:pt x="230650" y="203580"/>
                </a:lnTo>
                <a:lnTo>
                  <a:pt x="51943" y="203580"/>
                </a:lnTo>
                <a:lnTo>
                  <a:pt x="51943" y="64515"/>
                </a:lnTo>
                <a:lnTo>
                  <a:pt x="235266" y="64515"/>
                </a:lnTo>
                <a:lnTo>
                  <a:pt x="234146" y="62384"/>
                </a:lnTo>
                <a:lnTo>
                  <a:pt x="220218" y="46735"/>
                </a:lnTo>
                <a:lnTo>
                  <a:pt x="202332" y="34494"/>
                </a:lnTo>
                <a:lnTo>
                  <a:pt x="180673" y="25765"/>
                </a:lnTo>
                <a:lnTo>
                  <a:pt x="155227" y="20536"/>
                </a:lnTo>
                <a:lnTo>
                  <a:pt x="125984" y="18795"/>
                </a:lnTo>
                <a:close/>
              </a:path>
              <a:path w="1718310" h="395604">
                <a:moveTo>
                  <a:pt x="235266" y="64515"/>
                </a:moveTo>
                <a:lnTo>
                  <a:pt x="127508" y="64515"/>
                </a:lnTo>
                <a:lnTo>
                  <a:pt x="135153" y="64752"/>
                </a:lnTo>
                <a:lnTo>
                  <a:pt x="142478" y="65452"/>
                </a:lnTo>
                <a:lnTo>
                  <a:pt x="178943" y="79882"/>
                </a:lnTo>
                <a:lnTo>
                  <a:pt x="198231" y="113728"/>
                </a:lnTo>
                <a:lnTo>
                  <a:pt x="199644" y="129539"/>
                </a:lnTo>
                <a:lnTo>
                  <a:pt x="198407" y="147782"/>
                </a:lnTo>
                <a:lnTo>
                  <a:pt x="179959" y="186054"/>
                </a:lnTo>
                <a:lnTo>
                  <a:pt x="143079" y="202485"/>
                </a:lnTo>
                <a:lnTo>
                  <a:pt x="127508" y="203580"/>
                </a:lnTo>
                <a:lnTo>
                  <a:pt x="230650" y="203580"/>
                </a:lnTo>
                <a:lnTo>
                  <a:pt x="247219" y="168201"/>
                </a:lnTo>
                <a:lnTo>
                  <a:pt x="252084" y="129539"/>
                </a:lnTo>
                <a:lnTo>
                  <a:pt x="252095" y="129285"/>
                </a:lnTo>
                <a:lnTo>
                  <a:pt x="250096" y="103635"/>
                </a:lnTo>
                <a:lnTo>
                  <a:pt x="244109" y="81343"/>
                </a:lnTo>
                <a:lnTo>
                  <a:pt x="235390" y="64752"/>
                </a:lnTo>
                <a:lnTo>
                  <a:pt x="235266" y="64515"/>
                </a:lnTo>
                <a:close/>
              </a:path>
            </a:pathLst>
          </a:custGeom>
          <a:solidFill>
            <a:srgbClr val="2121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886" y="3065145"/>
            <a:ext cx="2879216" cy="50596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3616" y="155955"/>
              <a:ext cx="2232660" cy="247015"/>
            </a:xfrm>
            <a:custGeom>
              <a:avLst/>
              <a:gdLst/>
              <a:ahLst/>
              <a:cxnLst/>
              <a:rect l="l" t="t" r="r" b="b"/>
              <a:pathLst>
                <a:path w="2232660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  <a:path w="2232660" h="247015">
                  <a:moveTo>
                    <a:pt x="231381" y="38100"/>
                  </a:moveTo>
                  <a:lnTo>
                    <a:pt x="228879" y="35179"/>
                  </a:lnTo>
                  <a:lnTo>
                    <a:pt x="226085" y="31915"/>
                  </a:lnTo>
                  <a:lnTo>
                    <a:pt x="220091" y="26657"/>
                  </a:lnTo>
                  <a:lnTo>
                    <a:pt x="181432" y="13335"/>
                  </a:lnTo>
                  <a:lnTo>
                    <a:pt x="172656" y="12954"/>
                  </a:lnTo>
                  <a:lnTo>
                    <a:pt x="162534" y="13335"/>
                  </a:lnTo>
                  <a:lnTo>
                    <a:pt x="162966" y="13335"/>
                  </a:lnTo>
                  <a:lnTo>
                    <a:pt x="153352" y="14465"/>
                  </a:lnTo>
                  <a:lnTo>
                    <a:pt x="153695" y="14465"/>
                  </a:lnTo>
                  <a:lnTo>
                    <a:pt x="145630" y="16116"/>
                  </a:lnTo>
                  <a:lnTo>
                    <a:pt x="137579" y="18542"/>
                  </a:lnTo>
                  <a:lnTo>
                    <a:pt x="105727" y="42240"/>
                  </a:lnTo>
                  <a:lnTo>
                    <a:pt x="89890" y="85534"/>
                  </a:lnTo>
                  <a:lnTo>
                    <a:pt x="88468" y="108724"/>
                  </a:lnTo>
                  <a:lnTo>
                    <a:pt x="89662" y="130975"/>
                  </a:lnTo>
                  <a:lnTo>
                    <a:pt x="107708" y="180213"/>
                  </a:lnTo>
                  <a:lnTo>
                    <a:pt x="149453" y="203009"/>
                  </a:lnTo>
                  <a:lnTo>
                    <a:pt x="169113" y="204597"/>
                  </a:lnTo>
                  <a:lnTo>
                    <a:pt x="177952" y="204368"/>
                  </a:lnTo>
                  <a:lnTo>
                    <a:pt x="218452" y="196443"/>
                  </a:lnTo>
                  <a:lnTo>
                    <a:pt x="231381" y="191147"/>
                  </a:lnTo>
                  <a:lnTo>
                    <a:pt x="228333" y="181749"/>
                  </a:lnTo>
                  <a:lnTo>
                    <a:pt x="224891" y="171069"/>
                  </a:lnTo>
                  <a:lnTo>
                    <a:pt x="186512" y="180949"/>
                  </a:lnTo>
                  <a:lnTo>
                    <a:pt x="169913" y="181749"/>
                  </a:lnTo>
                  <a:lnTo>
                    <a:pt x="156591" y="180619"/>
                  </a:lnTo>
                  <a:lnTo>
                    <a:pt x="122770" y="153657"/>
                  </a:lnTo>
                  <a:lnTo>
                    <a:pt x="115531" y="111379"/>
                  </a:lnTo>
                  <a:lnTo>
                    <a:pt x="116382" y="93764"/>
                  </a:lnTo>
                  <a:lnTo>
                    <a:pt x="129273" y="54495"/>
                  </a:lnTo>
                  <a:lnTo>
                    <a:pt x="173151" y="35179"/>
                  </a:lnTo>
                  <a:lnTo>
                    <a:pt x="182892" y="35179"/>
                  </a:lnTo>
                  <a:lnTo>
                    <a:pt x="216001" y="52844"/>
                  </a:lnTo>
                  <a:lnTo>
                    <a:pt x="231381" y="38100"/>
                  </a:lnTo>
                  <a:close/>
                </a:path>
                <a:path w="2232660" h="247015">
                  <a:moveTo>
                    <a:pt x="294043" y="181991"/>
                  </a:moveTo>
                  <a:lnTo>
                    <a:pt x="288505" y="181991"/>
                  </a:lnTo>
                  <a:lnTo>
                    <a:pt x="285038" y="181229"/>
                  </a:lnTo>
                  <a:lnTo>
                    <a:pt x="283641" y="179578"/>
                  </a:lnTo>
                  <a:lnTo>
                    <a:pt x="282257" y="178054"/>
                  </a:lnTo>
                  <a:lnTo>
                    <a:pt x="281559" y="173748"/>
                  </a:lnTo>
                  <a:lnTo>
                    <a:pt x="281559" y="6350"/>
                  </a:lnTo>
                  <a:lnTo>
                    <a:pt x="255752" y="10033"/>
                  </a:lnTo>
                  <a:lnTo>
                    <a:pt x="255752" y="167144"/>
                  </a:lnTo>
                  <a:lnTo>
                    <a:pt x="256057" y="173748"/>
                  </a:lnTo>
                  <a:lnTo>
                    <a:pt x="256120" y="175234"/>
                  </a:lnTo>
                  <a:lnTo>
                    <a:pt x="257086" y="181229"/>
                  </a:lnTo>
                  <a:lnTo>
                    <a:pt x="257200" y="181991"/>
                  </a:lnTo>
                  <a:lnTo>
                    <a:pt x="257263" y="182372"/>
                  </a:lnTo>
                  <a:lnTo>
                    <a:pt x="259156" y="188569"/>
                  </a:lnTo>
                  <a:lnTo>
                    <a:pt x="261823" y="193802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close/>
                </a:path>
                <a:path w="2232660" h="247015">
                  <a:moveTo>
                    <a:pt x="424116" y="181991"/>
                  </a:moveTo>
                  <a:lnTo>
                    <a:pt x="419112" y="181991"/>
                  </a:lnTo>
                  <a:lnTo>
                    <a:pt x="415861" y="181102"/>
                  </a:lnTo>
                  <a:lnTo>
                    <a:pt x="412877" y="177292"/>
                  </a:lnTo>
                  <a:lnTo>
                    <a:pt x="412127" y="173355"/>
                  </a:lnTo>
                  <a:lnTo>
                    <a:pt x="412127" y="143649"/>
                  </a:lnTo>
                  <a:lnTo>
                    <a:pt x="412127" y="124206"/>
                  </a:lnTo>
                  <a:lnTo>
                    <a:pt x="412127" y="112141"/>
                  </a:lnTo>
                  <a:lnTo>
                    <a:pt x="411467" y="105156"/>
                  </a:lnTo>
                  <a:lnTo>
                    <a:pt x="411353" y="103898"/>
                  </a:lnTo>
                  <a:lnTo>
                    <a:pt x="408266" y="90297"/>
                  </a:lnTo>
                  <a:lnTo>
                    <a:pt x="408114" y="89916"/>
                  </a:lnTo>
                  <a:lnTo>
                    <a:pt x="407873" y="89420"/>
                  </a:lnTo>
                  <a:lnTo>
                    <a:pt x="405561" y="84594"/>
                  </a:lnTo>
                  <a:lnTo>
                    <a:pt x="372960" y="67945"/>
                  </a:lnTo>
                  <a:lnTo>
                    <a:pt x="363893" y="67945"/>
                  </a:lnTo>
                  <a:lnTo>
                    <a:pt x="356387" y="68186"/>
                  </a:lnTo>
                  <a:lnTo>
                    <a:pt x="348361" y="68973"/>
                  </a:lnTo>
                  <a:lnTo>
                    <a:pt x="348691" y="68973"/>
                  </a:lnTo>
                  <a:lnTo>
                    <a:pt x="342252" y="70040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2"/>
                  </a:lnTo>
                  <a:lnTo>
                    <a:pt x="323977" y="96393"/>
                  </a:lnTo>
                  <a:lnTo>
                    <a:pt x="330606" y="94246"/>
                  </a:lnTo>
                  <a:lnTo>
                    <a:pt x="337591" y="92329"/>
                  </a:lnTo>
                  <a:lnTo>
                    <a:pt x="344563" y="90297"/>
                  </a:lnTo>
                  <a:lnTo>
                    <a:pt x="351510" y="89420"/>
                  </a:lnTo>
                  <a:lnTo>
                    <a:pt x="364070" y="89420"/>
                  </a:lnTo>
                  <a:lnTo>
                    <a:pt x="368706" y="89916"/>
                  </a:lnTo>
                  <a:lnTo>
                    <a:pt x="386321" y="114046"/>
                  </a:lnTo>
                  <a:lnTo>
                    <a:pt x="386321" y="124206"/>
                  </a:lnTo>
                  <a:lnTo>
                    <a:pt x="386321" y="144653"/>
                  </a:lnTo>
                  <a:lnTo>
                    <a:pt x="386321" y="171323"/>
                  </a:lnTo>
                  <a:lnTo>
                    <a:pt x="383781" y="173355"/>
                  </a:lnTo>
                  <a:lnTo>
                    <a:pt x="382143" y="174625"/>
                  </a:lnTo>
                  <a:lnTo>
                    <a:pt x="377558" y="177292"/>
                  </a:lnTo>
                  <a:lnTo>
                    <a:pt x="371868" y="179705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346392" y="183515"/>
                  </a:lnTo>
                  <a:lnTo>
                    <a:pt x="341109" y="181991"/>
                  </a:lnTo>
                  <a:lnTo>
                    <a:pt x="340791" y="181991"/>
                  </a:lnTo>
                  <a:lnTo>
                    <a:pt x="337502" y="178689"/>
                  </a:lnTo>
                  <a:lnTo>
                    <a:pt x="334327" y="175399"/>
                  </a:lnTo>
                  <a:lnTo>
                    <a:pt x="332740" y="170053"/>
                  </a:lnTo>
                  <a:lnTo>
                    <a:pt x="332740" y="156222"/>
                  </a:lnTo>
                  <a:lnTo>
                    <a:pt x="334632" y="151396"/>
                  </a:lnTo>
                  <a:lnTo>
                    <a:pt x="338416" y="148221"/>
                  </a:lnTo>
                  <a:lnTo>
                    <a:pt x="342201" y="145173"/>
                  </a:lnTo>
                  <a:lnTo>
                    <a:pt x="349440" y="143649"/>
                  </a:lnTo>
                  <a:lnTo>
                    <a:pt x="370192" y="143649"/>
                  </a:lnTo>
                  <a:lnTo>
                    <a:pt x="378968" y="144145"/>
                  </a:lnTo>
                  <a:lnTo>
                    <a:pt x="386321" y="144653"/>
                  </a:lnTo>
                  <a:lnTo>
                    <a:pt x="386321" y="124206"/>
                  </a:lnTo>
                  <a:lnTo>
                    <a:pt x="383260" y="123952"/>
                  </a:lnTo>
                  <a:lnTo>
                    <a:pt x="379691" y="123571"/>
                  </a:lnTo>
                  <a:lnTo>
                    <a:pt x="371538" y="123063"/>
                  </a:lnTo>
                  <a:lnTo>
                    <a:pt x="352704" y="123063"/>
                  </a:lnTo>
                  <a:lnTo>
                    <a:pt x="346824" y="123571"/>
                  </a:lnTo>
                  <a:lnTo>
                    <a:pt x="340080" y="124599"/>
                  </a:lnTo>
                  <a:lnTo>
                    <a:pt x="333349" y="125730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24"/>
                  </a:lnTo>
                  <a:lnTo>
                    <a:pt x="313016" y="138303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31" y="170053"/>
                  </a:lnTo>
                  <a:lnTo>
                    <a:pt x="323024" y="199517"/>
                  </a:lnTo>
                  <a:lnTo>
                    <a:pt x="323176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53" y="192405"/>
                  </a:lnTo>
                  <a:lnTo>
                    <a:pt x="390804" y="188341"/>
                  </a:lnTo>
                  <a:lnTo>
                    <a:pt x="391909" y="192405"/>
                  </a:lnTo>
                  <a:lnTo>
                    <a:pt x="394258" y="195719"/>
                  </a:lnTo>
                  <a:lnTo>
                    <a:pt x="401574" y="201422"/>
                  </a:lnTo>
                  <a:lnTo>
                    <a:pt x="401942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697" y="201764"/>
                  </a:lnTo>
                  <a:lnTo>
                    <a:pt x="424116" y="201764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424116" y="181991"/>
                  </a:lnTo>
                  <a:close/>
                </a:path>
                <a:path w="2232660" h="247015">
                  <a:moveTo>
                    <a:pt x="551129" y="201676"/>
                  </a:moveTo>
                  <a:lnTo>
                    <a:pt x="550506" y="190627"/>
                  </a:lnTo>
                  <a:lnTo>
                    <a:pt x="550062" y="182753"/>
                  </a:lnTo>
                  <a:lnTo>
                    <a:pt x="549935" y="180594"/>
                  </a:lnTo>
                  <a:lnTo>
                    <a:pt x="549821" y="178447"/>
                  </a:lnTo>
                  <a:lnTo>
                    <a:pt x="549732" y="177038"/>
                  </a:lnTo>
                  <a:lnTo>
                    <a:pt x="549617" y="174879"/>
                  </a:lnTo>
                  <a:lnTo>
                    <a:pt x="549503" y="172974"/>
                  </a:lnTo>
                  <a:lnTo>
                    <a:pt x="549402" y="171069"/>
                  </a:lnTo>
                  <a:lnTo>
                    <a:pt x="549300" y="169291"/>
                  </a:lnTo>
                  <a:lnTo>
                    <a:pt x="549224" y="168021"/>
                  </a:lnTo>
                  <a:lnTo>
                    <a:pt x="549135" y="70993"/>
                  </a:lnTo>
                  <a:lnTo>
                    <a:pt x="523316" y="70993"/>
                  </a:lnTo>
                  <a:lnTo>
                    <a:pt x="523316" y="171069"/>
                  </a:lnTo>
                  <a:lnTo>
                    <a:pt x="520192" y="172974"/>
                  </a:lnTo>
                  <a:lnTo>
                    <a:pt x="516813" y="174879"/>
                  </a:lnTo>
                  <a:lnTo>
                    <a:pt x="510095" y="178447"/>
                  </a:lnTo>
                  <a:lnTo>
                    <a:pt x="506425" y="179844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3"/>
                  </a:lnTo>
                  <a:lnTo>
                    <a:pt x="484085" y="182753"/>
                  </a:lnTo>
                  <a:lnTo>
                    <a:pt x="470217" y="174244"/>
                  </a:lnTo>
                  <a:lnTo>
                    <a:pt x="468503" y="171577"/>
                  </a:lnTo>
                  <a:lnTo>
                    <a:pt x="467372" y="168021"/>
                  </a:lnTo>
                  <a:lnTo>
                    <a:pt x="466813" y="163969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lnTo>
                    <a:pt x="440436" y="70993"/>
                  </a:lnTo>
                  <a:lnTo>
                    <a:pt x="440436" y="162179"/>
                  </a:lnTo>
                  <a:lnTo>
                    <a:pt x="440893" y="168021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2"/>
                  </a:lnTo>
                  <a:lnTo>
                    <a:pt x="525792" y="190627"/>
                  </a:lnTo>
                  <a:lnTo>
                    <a:pt x="526783" y="201295"/>
                  </a:lnTo>
                  <a:lnTo>
                    <a:pt x="526821" y="201676"/>
                  </a:lnTo>
                  <a:lnTo>
                    <a:pt x="551129" y="201676"/>
                  </a:lnTo>
                  <a:close/>
                </a:path>
                <a:path w="2232660" h="247015">
                  <a:moveTo>
                    <a:pt x="673061" y="156349"/>
                  </a:moveTo>
                  <a:lnTo>
                    <a:pt x="640537" y="129667"/>
                  </a:lnTo>
                  <a:lnTo>
                    <a:pt x="620801" y="123063"/>
                  </a:lnTo>
                  <a:lnTo>
                    <a:pt x="615353" y="120777"/>
                  </a:lnTo>
                  <a:lnTo>
                    <a:pt x="611124" y="118364"/>
                  </a:lnTo>
                  <a:lnTo>
                    <a:pt x="606323" y="116344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21"/>
                  </a:lnTo>
                  <a:lnTo>
                    <a:pt x="598398" y="107188"/>
                  </a:lnTo>
                  <a:lnTo>
                    <a:pt x="598398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32790" y="88900"/>
                  </a:lnTo>
                  <a:lnTo>
                    <a:pt x="639254" y="89547"/>
                  </a:lnTo>
                  <a:lnTo>
                    <a:pt x="650697" y="92075"/>
                  </a:lnTo>
                  <a:lnTo>
                    <a:pt x="656755" y="93853"/>
                  </a:lnTo>
                  <a:lnTo>
                    <a:pt x="663155" y="95897"/>
                  </a:lnTo>
                  <a:lnTo>
                    <a:pt x="665924" y="88900"/>
                  </a:lnTo>
                  <a:lnTo>
                    <a:pt x="670814" y="76581"/>
                  </a:lnTo>
                  <a:lnTo>
                    <a:pt x="664972" y="74041"/>
                  </a:lnTo>
                  <a:lnTo>
                    <a:pt x="658507" y="72021"/>
                  </a:lnTo>
                  <a:lnTo>
                    <a:pt x="651421" y="70497"/>
                  </a:lnTo>
                  <a:lnTo>
                    <a:pt x="644347" y="68846"/>
                  </a:lnTo>
                  <a:lnTo>
                    <a:pt x="635977" y="67945"/>
                  </a:lnTo>
                  <a:lnTo>
                    <a:pt x="620229" y="67945"/>
                  </a:lnTo>
                  <a:lnTo>
                    <a:pt x="614019" y="68580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2"/>
                  </a:lnTo>
                  <a:lnTo>
                    <a:pt x="590308" y="76073"/>
                  </a:lnTo>
                  <a:lnTo>
                    <a:pt x="585089" y="78867"/>
                  </a:lnTo>
                  <a:lnTo>
                    <a:pt x="580898" y="82931"/>
                  </a:lnTo>
                  <a:lnTo>
                    <a:pt x="574459" y="92849"/>
                  </a:lnTo>
                  <a:lnTo>
                    <a:pt x="572846" y="99072"/>
                  </a:lnTo>
                  <a:lnTo>
                    <a:pt x="572846" y="115443"/>
                  </a:lnTo>
                  <a:lnTo>
                    <a:pt x="596722" y="138303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9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1"/>
                  </a:lnTo>
                  <a:lnTo>
                    <a:pt x="647255" y="170688"/>
                  </a:lnTo>
                  <a:lnTo>
                    <a:pt x="646506" y="173494"/>
                  </a:lnTo>
                  <a:lnTo>
                    <a:pt x="624268" y="183311"/>
                  </a:lnTo>
                  <a:lnTo>
                    <a:pt x="610806" y="183311"/>
                  </a:lnTo>
                  <a:lnTo>
                    <a:pt x="603377" y="182626"/>
                  </a:lnTo>
                  <a:lnTo>
                    <a:pt x="590753" y="179844"/>
                  </a:lnTo>
                  <a:lnTo>
                    <a:pt x="584682" y="177800"/>
                  </a:lnTo>
                  <a:lnTo>
                    <a:pt x="578866" y="175006"/>
                  </a:lnTo>
                  <a:lnTo>
                    <a:pt x="570852" y="194691"/>
                  </a:lnTo>
                  <a:lnTo>
                    <a:pt x="577481" y="198120"/>
                  </a:lnTo>
                  <a:lnTo>
                    <a:pt x="584784" y="200660"/>
                  </a:lnTo>
                  <a:lnTo>
                    <a:pt x="593331" y="202298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6"/>
                  </a:lnTo>
                  <a:lnTo>
                    <a:pt x="673061" y="165874"/>
                  </a:lnTo>
                  <a:lnTo>
                    <a:pt x="673061" y="156349"/>
                  </a:lnTo>
                  <a:close/>
                </a:path>
                <a:path w="2232660" h="247015">
                  <a:moveTo>
                    <a:pt x="801624" y="123698"/>
                  </a:moveTo>
                  <a:lnTo>
                    <a:pt x="801573" y="122047"/>
                  </a:lnTo>
                  <a:lnTo>
                    <a:pt x="801357" y="119468"/>
                  </a:lnTo>
                  <a:lnTo>
                    <a:pt x="801243" y="117995"/>
                  </a:lnTo>
                  <a:lnTo>
                    <a:pt x="801116" y="116471"/>
                  </a:lnTo>
                  <a:lnTo>
                    <a:pt x="800989" y="115074"/>
                  </a:lnTo>
                  <a:lnTo>
                    <a:pt x="800938" y="114300"/>
                  </a:lnTo>
                  <a:lnTo>
                    <a:pt x="798220" y="99072"/>
                  </a:lnTo>
                  <a:lnTo>
                    <a:pt x="797242" y="96520"/>
                  </a:lnTo>
                  <a:lnTo>
                    <a:pt x="795540" y="92202"/>
                  </a:lnTo>
                  <a:lnTo>
                    <a:pt x="793115" y="88646"/>
                  </a:lnTo>
                  <a:lnTo>
                    <a:pt x="791565" y="86372"/>
                  </a:lnTo>
                  <a:lnTo>
                    <a:pt x="787603" y="80645"/>
                  </a:lnTo>
                  <a:lnTo>
                    <a:pt x="782129" y="76200"/>
                  </a:lnTo>
                  <a:lnTo>
                    <a:pt x="775144" y="72898"/>
                  </a:lnTo>
                  <a:lnTo>
                    <a:pt x="775055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46" y="122555"/>
                  </a:lnTo>
                  <a:lnTo>
                    <a:pt x="715022" y="122047"/>
                  </a:lnTo>
                  <a:lnTo>
                    <a:pt x="738517" y="88646"/>
                  </a:lnTo>
                  <a:lnTo>
                    <a:pt x="756602" y="88646"/>
                  </a:lnTo>
                  <a:lnTo>
                    <a:pt x="774966" y="122047"/>
                  </a:lnTo>
                  <a:lnTo>
                    <a:pt x="775055" y="123698"/>
                  </a:lnTo>
                  <a:lnTo>
                    <a:pt x="775055" y="72872"/>
                  </a:lnTo>
                  <a:lnTo>
                    <a:pt x="748398" y="67945"/>
                  </a:lnTo>
                  <a:lnTo>
                    <a:pt x="734047" y="68999"/>
                  </a:lnTo>
                  <a:lnTo>
                    <a:pt x="696480" y="93992"/>
                  </a:lnTo>
                  <a:lnTo>
                    <a:pt x="688174" y="135521"/>
                  </a:lnTo>
                  <a:lnTo>
                    <a:pt x="688365" y="143903"/>
                  </a:lnTo>
                  <a:lnTo>
                    <a:pt x="696772" y="181495"/>
                  </a:lnTo>
                  <a:lnTo>
                    <a:pt x="733374" y="203555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1"/>
                  </a:lnTo>
                  <a:lnTo>
                    <a:pt x="797026" y="183273"/>
                  </a:lnTo>
                  <a:lnTo>
                    <a:pt x="793153" y="172847"/>
                  </a:lnTo>
                  <a:lnTo>
                    <a:pt x="787450" y="175514"/>
                  </a:lnTo>
                  <a:lnTo>
                    <a:pt x="780935" y="178054"/>
                  </a:lnTo>
                  <a:lnTo>
                    <a:pt x="768235" y="182245"/>
                  </a:lnTo>
                  <a:lnTo>
                    <a:pt x="760603" y="183273"/>
                  </a:lnTo>
                  <a:lnTo>
                    <a:pt x="741883" y="183273"/>
                  </a:lnTo>
                  <a:lnTo>
                    <a:pt x="715213" y="154571"/>
                  </a:lnTo>
                  <a:lnTo>
                    <a:pt x="714730" y="149479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close/>
                </a:path>
                <a:path w="2232660" h="247015">
                  <a:moveTo>
                    <a:pt x="977544" y="15875"/>
                  </a:moveTo>
                  <a:lnTo>
                    <a:pt x="958875" y="15875"/>
                  </a:lnTo>
                  <a:lnTo>
                    <a:pt x="904798" y="44450"/>
                  </a:lnTo>
                  <a:lnTo>
                    <a:pt x="913688" y="62623"/>
                  </a:lnTo>
                  <a:lnTo>
                    <a:pt x="951230" y="42164"/>
                  </a:lnTo>
                  <a:lnTo>
                    <a:pt x="951230" y="201549"/>
                  </a:lnTo>
                  <a:lnTo>
                    <a:pt x="977544" y="201549"/>
                  </a:lnTo>
                  <a:lnTo>
                    <a:pt x="977544" y="42164"/>
                  </a:lnTo>
                  <a:lnTo>
                    <a:pt x="977544" y="15875"/>
                  </a:lnTo>
                  <a:close/>
                </a:path>
                <a:path w="2232660" h="247015">
                  <a:moveTo>
                    <a:pt x="1180401" y="108204"/>
                  </a:moveTo>
                  <a:lnTo>
                    <a:pt x="1180249" y="101307"/>
                  </a:lnTo>
                  <a:lnTo>
                    <a:pt x="1180198" y="99212"/>
                  </a:lnTo>
                  <a:lnTo>
                    <a:pt x="1179652" y="90944"/>
                  </a:lnTo>
                  <a:lnTo>
                    <a:pt x="1179614" y="90322"/>
                  </a:lnTo>
                  <a:lnTo>
                    <a:pt x="1178674" y="81940"/>
                  </a:lnTo>
                  <a:lnTo>
                    <a:pt x="1178623" y="81546"/>
                  </a:lnTo>
                  <a:lnTo>
                    <a:pt x="1177264" y="73152"/>
                  </a:lnTo>
                  <a:lnTo>
                    <a:pt x="1177226" y="72898"/>
                  </a:lnTo>
                  <a:lnTo>
                    <a:pt x="1162507" y="36220"/>
                  </a:lnTo>
                  <a:lnTo>
                    <a:pt x="1153883" y="26885"/>
                  </a:lnTo>
                  <a:lnTo>
                    <a:pt x="1153883" y="99212"/>
                  </a:lnTo>
                  <a:lnTo>
                    <a:pt x="1153858" y="118287"/>
                  </a:lnTo>
                  <a:lnTo>
                    <a:pt x="1144714" y="162306"/>
                  </a:lnTo>
                  <a:lnTo>
                    <a:pt x="1131557" y="177419"/>
                  </a:lnTo>
                  <a:lnTo>
                    <a:pt x="1126312" y="180886"/>
                  </a:lnTo>
                  <a:lnTo>
                    <a:pt x="1125982" y="180886"/>
                  </a:lnTo>
                  <a:lnTo>
                    <a:pt x="1120076" y="182499"/>
                  </a:lnTo>
                  <a:lnTo>
                    <a:pt x="1105217" y="182499"/>
                  </a:lnTo>
                  <a:lnTo>
                    <a:pt x="1099223" y="180886"/>
                  </a:lnTo>
                  <a:lnTo>
                    <a:pt x="1094295" y="177419"/>
                  </a:lnTo>
                  <a:lnTo>
                    <a:pt x="1089469" y="174117"/>
                  </a:lnTo>
                  <a:lnTo>
                    <a:pt x="1085532" y="169164"/>
                  </a:lnTo>
                  <a:lnTo>
                    <a:pt x="1082611" y="162814"/>
                  </a:lnTo>
                  <a:lnTo>
                    <a:pt x="1079563" y="156464"/>
                  </a:lnTo>
                  <a:lnTo>
                    <a:pt x="1077277" y="148844"/>
                  </a:lnTo>
                  <a:lnTo>
                    <a:pt x="1075880" y="139700"/>
                  </a:lnTo>
                  <a:lnTo>
                    <a:pt x="1074966" y="132727"/>
                  </a:lnTo>
                  <a:lnTo>
                    <a:pt x="1074470" y="126987"/>
                  </a:lnTo>
                  <a:lnTo>
                    <a:pt x="1074445" y="126707"/>
                  </a:lnTo>
                  <a:lnTo>
                    <a:pt x="1074331" y="125349"/>
                  </a:lnTo>
                  <a:lnTo>
                    <a:pt x="1074000" y="118287"/>
                  </a:lnTo>
                  <a:lnTo>
                    <a:pt x="1074051" y="99212"/>
                  </a:lnTo>
                  <a:lnTo>
                    <a:pt x="1074280" y="94475"/>
                  </a:lnTo>
                  <a:lnTo>
                    <a:pt x="1074331" y="93370"/>
                  </a:lnTo>
                  <a:lnTo>
                    <a:pt x="1082865" y="55499"/>
                  </a:lnTo>
                  <a:lnTo>
                    <a:pt x="1086167" y="49022"/>
                  </a:lnTo>
                  <a:lnTo>
                    <a:pt x="1090358" y="44069"/>
                  </a:lnTo>
                  <a:lnTo>
                    <a:pt x="1100518" y="36957"/>
                  </a:lnTo>
                  <a:lnTo>
                    <a:pt x="1106995" y="35052"/>
                  </a:lnTo>
                  <a:lnTo>
                    <a:pt x="1122616" y="35052"/>
                  </a:lnTo>
                  <a:lnTo>
                    <a:pt x="1145476" y="57277"/>
                  </a:lnTo>
                  <a:lnTo>
                    <a:pt x="1148651" y="64147"/>
                  </a:lnTo>
                  <a:lnTo>
                    <a:pt x="1150810" y="72021"/>
                  </a:lnTo>
                  <a:lnTo>
                    <a:pt x="1152207" y="81026"/>
                  </a:lnTo>
                  <a:lnTo>
                    <a:pt x="1153033" y="87731"/>
                  </a:lnTo>
                  <a:lnTo>
                    <a:pt x="1153528" y="93370"/>
                  </a:lnTo>
                  <a:lnTo>
                    <a:pt x="1153629" y="94475"/>
                  </a:lnTo>
                  <a:lnTo>
                    <a:pt x="1153883" y="99212"/>
                  </a:lnTo>
                  <a:lnTo>
                    <a:pt x="1153883" y="26885"/>
                  </a:lnTo>
                  <a:lnTo>
                    <a:pt x="1114742" y="12954"/>
                  </a:lnTo>
                  <a:lnTo>
                    <a:pt x="1105395" y="13487"/>
                  </a:lnTo>
                  <a:lnTo>
                    <a:pt x="1070394" y="30543"/>
                  </a:lnTo>
                  <a:lnTo>
                    <a:pt x="1052360" y="64681"/>
                  </a:lnTo>
                  <a:lnTo>
                    <a:pt x="1049134" y="81546"/>
                  </a:lnTo>
                  <a:lnTo>
                    <a:pt x="1049070" y="81940"/>
                  </a:lnTo>
                  <a:lnTo>
                    <a:pt x="1047305" y="109474"/>
                  </a:lnTo>
                  <a:lnTo>
                    <a:pt x="1047432" y="116332"/>
                  </a:lnTo>
                  <a:lnTo>
                    <a:pt x="1054227" y="160121"/>
                  </a:lnTo>
                  <a:lnTo>
                    <a:pt x="1080579" y="196342"/>
                  </a:lnTo>
                  <a:lnTo>
                    <a:pt x="1095121" y="202666"/>
                  </a:lnTo>
                  <a:lnTo>
                    <a:pt x="1095362" y="202666"/>
                  </a:lnTo>
                  <a:lnTo>
                    <a:pt x="1103363" y="204127"/>
                  </a:lnTo>
                  <a:lnTo>
                    <a:pt x="1103668" y="204127"/>
                  </a:lnTo>
                  <a:lnTo>
                    <a:pt x="1112456" y="204597"/>
                  </a:lnTo>
                  <a:lnTo>
                    <a:pt x="1121689" y="204127"/>
                  </a:lnTo>
                  <a:lnTo>
                    <a:pt x="1156716" y="187388"/>
                  </a:lnTo>
                  <a:lnTo>
                    <a:pt x="1175169" y="153111"/>
                  </a:lnTo>
                  <a:lnTo>
                    <a:pt x="1180363" y="109474"/>
                  </a:lnTo>
                  <a:lnTo>
                    <a:pt x="1180401" y="108204"/>
                  </a:lnTo>
                  <a:close/>
                </a:path>
                <a:path w="2232660" h="247015">
                  <a:moveTo>
                    <a:pt x="1271460" y="0"/>
                  </a:moveTo>
                  <a:lnTo>
                    <a:pt x="1204277" y="0"/>
                  </a:lnTo>
                  <a:lnTo>
                    <a:pt x="1204277" y="21971"/>
                  </a:lnTo>
                  <a:lnTo>
                    <a:pt x="1245679" y="21971"/>
                  </a:lnTo>
                  <a:lnTo>
                    <a:pt x="1245679" y="224790"/>
                  </a:lnTo>
                  <a:lnTo>
                    <a:pt x="1204277" y="224790"/>
                  </a:lnTo>
                  <a:lnTo>
                    <a:pt x="1204277" y="246888"/>
                  </a:lnTo>
                  <a:lnTo>
                    <a:pt x="1271460" y="246888"/>
                  </a:lnTo>
                  <a:lnTo>
                    <a:pt x="1271460" y="0"/>
                  </a:lnTo>
                  <a:close/>
                </a:path>
                <a:path w="2232660" h="247015">
                  <a:moveTo>
                    <a:pt x="1498904" y="71374"/>
                  </a:moveTo>
                  <a:lnTo>
                    <a:pt x="1497914" y="58369"/>
                  </a:lnTo>
                  <a:lnTo>
                    <a:pt x="1494929" y="47167"/>
                  </a:lnTo>
                  <a:lnTo>
                    <a:pt x="1490522" y="38735"/>
                  </a:lnTo>
                  <a:lnTo>
                    <a:pt x="1489964" y="37655"/>
                  </a:lnTo>
                  <a:lnTo>
                    <a:pt x="1483042" y="29845"/>
                  </a:lnTo>
                  <a:lnTo>
                    <a:pt x="1474076" y="23698"/>
                  </a:lnTo>
                  <a:lnTo>
                    <a:pt x="1472628" y="23126"/>
                  </a:lnTo>
                  <a:lnTo>
                    <a:pt x="1472628" y="65671"/>
                  </a:lnTo>
                  <a:lnTo>
                    <a:pt x="1472628" y="71374"/>
                  </a:lnTo>
                  <a:lnTo>
                    <a:pt x="1451317" y="106273"/>
                  </a:lnTo>
                  <a:lnTo>
                    <a:pt x="1436560" y="108470"/>
                  </a:lnTo>
                  <a:lnTo>
                    <a:pt x="1398587" y="108470"/>
                  </a:lnTo>
                  <a:lnTo>
                    <a:pt x="1398587" y="38735"/>
                  </a:lnTo>
                  <a:lnTo>
                    <a:pt x="1441767" y="38735"/>
                  </a:lnTo>
                  <a:lnTo>
                    <a:pt x="1446466" y="39370"/>
                  </a:lnTo>
                  <a:lnTo>
                    <a:pt x="1450911" y="40640"/>
                  </a:lnTo>
                  <a:lnTo>
                    <a:pt x="1455356" y="41783"/>
                  </a:lnTo>
                  <a:lnTo>
                    <a:pt x="1459039" y="43815"/>
                  </a:lnTo>
                  <a:lnTo>
                    <a:pt x="1465516" y="49022"/>
                  </a:lnTo>
                  <a:lnTo>
                    <a:pt x="1468056" y="52451"/>
                  </a:lnTo>
                  <a:lnTo>
                    <a:pt x="1469834" y="56642"/>
                  </a:lnTo>
                  <a:lnTo>
                    <a:pt x="1471739" y="60706"/>
                  </a:lnTo>
                  <a:lnTo>
                    <a:pt x="1472628" y="65671"/>
                  </a:lnTo>
                  <a:lnTo>
                    <a:pt x="1472628" y="23126"/>
                  </a:lnTo>
                  <a:lnTo>
                    <a:pt x="1463217" y="19342"/>
                  </a:lnTo>
                  <a:lnTo>
                    <a:pt x="1450467" y="16738"/>
                  </a:lnTo>
                  <a:lnTo>
                    <a:pt x="1435798" y="15875"/>
                  </a:lnTo>
                  <a:lnTo>
                    <a:pt x="1372552" y="15875"/>
                  </a:lnTo>
                  <a:lnTo>
                    <a:pt x="1372552" y="201549"/>
                  </a:lnTo>
                  <a:lnTo>
                    <a:pt x="1398587" y="201549"/>
                  </a:lnTo>
                  <a:lnTo>
                    <a:pt x="1398587" y="130822"/>
                  </a:lnTo>
                  <a:lnTo>
                    <a:pt x="1448625" y="130822"/>
                  </a:lnTo>
                  <a:lnTo>
                    <a:pt x="1482534" y="115316"/>
                  </a:lnTo>
                  <a:lnTo>
                    <a:pt x="1487741" y="110121"/>
                  </a:lnTo>
                  <a:lnTo>
                    <a:pt x="1488808" y="108470"/>
                  </a:lnTo>
                  <a:lnTo>
                    <a:pt x="1491805" y="103898"/>
                  </a:lnTo>
                  <a:lnTo>
                    <a:pt x="1494599" y="96520"/>
                  </a:lnTo>
                  <a:lnTo>
                    <a:pt x="1496504" y="90741"/>
                  </a:lnTo>
                  <a:lnTo>
                    <a:pt x="1497850" y="84607"/>
                  </a:lnTo>
                  <a:lnTo>
                    <a:pt x="1498650" y="78117"/>
                  </a:lnTo>
                  <a:lnTo>
                    <a:pt x="1498904" y="71374"/>
                  </a:lnTo>
                  <a:close/>
                </a:path>
                <a:path w="2232660" h="247015">
                  <a:moveTo>
                    <a:pt x="1605216" y="72390"/>
                  </a:moveTo>
                  <a:lnTo>
                    <a:pt x="1599615" y="69532"/>
                  </a:lnTo>
                  <a:lnTo>
                    <a:pt x="1599768" y="69532"/>
                  </a:lnTo>
                  <a:lnTo>
                    <a:pt x="1593024" y="67945"/>
                  </a:lnTo>
                  <a:lnTo>
                    <a:pt x="1585658" y="67945"/>
                  </a:lnTo>
                  <a:lnTo>
                    <a:pt x="1579054" y="68351"/>
                  </a:lnTo>
                  <a:lnTo>
                    <a:pt x="1545272" y="88023"/>
                  </a:lnTo>
                  <a:lnTo>
                    <a:pt x="1543634" y="72390"/>
                  </a:lnTo>
                  <a:lnTo>
                    <a:pt x="1543545" y="71488"/>
                  </a:lnTo>
                  <a:lnTo>
                    <a:pt x="1543494" y="70993"/>
                  </a:lnTo>
                  <a:lnTo>
                    <a:pt x="1519745" y="70993"/>
                  </a:lnTo>
                  <a:lnTo>
                    <a:pt x="1522564" y="106819"/>
                  </a:lnTo>
                  <a:lnTo>
                    <a:pt x="1522666" y="201549"/>
                  </a:lnTo>
                  <a:lnTo>
                    <a:pt x="1548701" y="201549"/>
                  </a:lnTo>
                  <a:lnTo>
                    <a:pt x="1548701" y="109093"/>
                  </a:lnTo>
                  <a:lnTo>
                    <a:pt x="1550733" y="106819"/>
                  </a:lnTo>
                  <a:lnTo>
                    <a:pt x="1552765" y="104775"/>
                  </a:lnTo>
                  <a:lnTo>
                    <a:pt x="1555051" y="102743"/>
                  </a:lnTo>
                  <a:lnTo>
                    <a:pt x="1557210" y="100723"/>
                  </a:lnTo>
                  <a:lnTo>
                    <a:pt x="1559623" y="98806"/>
                  </a:lnTo>
                  <a:lnTo>
                    <a:pt x="1562417" y="96901"/>
                  </a:lnTo>
                  <a:lnTo>
                    <a:pt x="1568640" y="92849"/>
                  </a:lnTo>
                  <a:lnTo>
                    <a:pt x="1575117" y="90944"/>
                  </a:lnTo>
                  <a:lnTo>
                    <a:pt x="1587055" y="90944"/>
                  </a:lnTo>
                  <a:lnTo>
                    <a:pt x="1592516" y="91821"/>
                  </a:lnTo>
                  <a:lnTo>
                    <a:pt x="1598485" y="93599"/>
                  </a:lnTo>
                  <a:lnTo>
                    <a:pt x="1599323" y="90944"/>
                  </a:lnTo>
                  <a:lnTo>
                    <a:pt x="1600250" y="88023"/>
                  </a:lnTo>
                  <a:lnTo>
                    <a:pt x="1605216" y="72390"/>
                  </a:lnTo>
                  <a:close/>
                </a:path>
                <a:path w="2232660" h="247015">
                  <a:moveTo>
                    <a:pt x="1732851" y="136906"/>
                  </a:moveTo>
                  <a:lnTo>
                    <a:pt x="1732686" y="129540"/>
                  </a:lnTo>
                  <a:lnTo>
                    <a:pt x="1732622" y="128397"/>
                  </a:lnTo>
                  <a:lnTo>
                    <a:pt x="1732191" y="122301"/>
                  </a:lnTo>
                  <a:lnTo>
                    <a:pt x="1732165" y="121856"/>
                  </a:lnTo>
                  <a:lnTo>
                    <a:pt x="1715833" y="80518"/>
                  </a:lnTo>
                  <a:lnTo>
                    <a:pt x="1706308" y="74447"/>
                  </a:lnTo>
                  <a:lnTo>
                    <a:pt x="1706308" y="128397"/>
                  </a:lnTo>
                  <a:lnTo>
                    <a:pt x="1706257" y="143510"/>
                  </a:lnTo>
                  <a:lnTo>
                    <a:pt x="1691322" y="178612"/>
                  </a:lnTo>
                  <a:lnTo>
                    <a:pt x="1686623" y="180467"/>
                  </a:lnTo>
                  <a:lnTo>
                    <a:pt x="1681797" y="182499"/>
                  </a:lnTo>
                  <a:lnTo>
                    <a:pt x="1675701" y="183515"/>
                  </a:lnTo>
                  <a:lnTo>
                    <a:pt x="1661858" y="183515"/>
                  </a:lnTo>
                  <a:lnTo>
                    <a:pt x="1656524" y="182499"/>
                  </a:lnTo>
                  <a:lnTo>
                    <a:pt x="1652460" y="180213"/>
                  </a:lnTo>
                  <a:lnTo>
                    <a:pt x="1648396" y="178054"/>
                  </a:lnTo>
                  <a:lnTo>
                    <a:pt x="1645221" y="175006"/>
                  </a:lnTo>
                  <a:lnTo>
                    <a:pt x="1642935" y="170942"/>
                  </a:lnTo>
                  <a:lnTo>
                    <a:pt x="1640547" y="166928"/>
                  </a:lnTo>
                  <a:lnTo>
                    <a:pt x="1638871" y="162052"/>
                  </a:lnTo>
                  <a:lnTo>
                    <a:pt x="1637982" y="156464"/>
                  </a:lnTo>
                  <a:lnTo>
                    <a:pt x="1636966" y="150914"/>
                  </a:lnTo>
                  <a:lnTo>
                    <a:pt x="1636458" y="144653"/>
                  </a:lnTo>
                  <a:lnTo>
                    <a:pt x="1636547" y="128397"/>
                  </a:lnTo>
                  <a:lnTo>
                    <a:pt x="1637093" y="122301"/>
                  </a:lnTo>
                  <a:lnTo>
                    <a:pt x="1660537" y="89789"/>
                  </a:lnTo>
                  <a:lnTo>
                    <a:pt x="1660093" y="89789"/>
                  </a:lnTo>
                  <a:lnTo>
                    <a:pt x="1666811" y="88646"/>
                  </a:lnTo>
                  <a:lnTo>
                    <a:pt x="1680654" y="88646"/>
                  </a:lnTo>
                  <a:lnTo>
                    <a:pt x="1705724" y="121856"/>
                  </a:lnTo>
                  <a:lnTo>
                    <a:pt x="1705800" y="122301"/>
                  </a:lnTo>
                  <a:lnTo>
                    <a:pt x="1706308" y="128397"/>
                  </a:lnTo>
                  <a:lnTo>
                    <a:pt x="1706308" y="74447"/>
                  </a:lnTo>
                  <a:lnTo>
                    <a:pt x="1674177" y="67945"/>
                  </a:lnTo>
                  <a:lnTo>
                    <a:pt x="1658696" y="68999"/>
                  </a:lnTo>
                  <a:lnTo>
                    <a:pt x="1618843" y="94170"/>
                  </a:lnTo>
                  <a:lnTo>
                    <a:pt x="1610169" y="135648"/>
                  </a:lnTo>
                  <a:lnTo>
                    <a:pt x="1610321" y="143002"/>
                  </a:lnTo>
                  <a:lnTo>
                    <a:pt x="1622488" y="186055"/>
                  </a:lnTo>
                  <a:lnTo>
                    <a:pt x="1626933" y="192151"/>
                  </a:lnTo>
                  <a:lnTo>
                    <a:pt x="1668462" y="204597"/>
                  </a:lnTo>
                  <a:lnTo>
                    <a:pt x="1683854" y="203581"/>
                  </a:lnTo>
                  <a:lnTo>
                    <a:pt x="1697113" y="200494"/>
                  </a:lnTo>
                  <a:lnTo>
                    <a:pt x="1708188" y="195338"/>
                  </a:lnTo>
                  <a:lnTo>
                    <a:pt x="1717103" y="188099"/>
                  </a:lnTo>
                  <a:lnTo>
                    <a:pt x="1720430" y="183515"/>
                  </a:lnTo>
                  <a:lnTo>
                    <a:pt x="1723999" y="178612"/>
                  </a:lnTo>
                  <a:lnTo>
                    <a:pt x="1728927" y="166928"/>
                  </a:lnTo>
                  <a:lnTo>
                    <a:pt x="1731860" y="153035"/>
                  </a:lnTo>
                  <a:lnTo>
                    <a:pt x="1732851" y="136906"/>
                  </a:lnTo>
                  <a:close/>
                </a:path>
                <a:path w="2232660" h="247015">
                  <a:moveTo>
                    <a:pt x="1866074" y="201676"/>
                  </a:moveTo>
                  <a:lnTo>
                    <a:pt x="1865693" y="196088"/>
                  </a:lnTo>
                  <a:lnTo>
                    <a:pt x="1865604" y="194691"/>
                  </a:lnTo>
                  <a:lnTo>
                    <a:pt x="1865490" y="192913"/>
                  </a:lnTo>
                  <a:lnTo>
                    <a:pt x="1864842" y="183273"/>
                  </a:lnTo>
                  <a:lnTo>
                    <a:pt x="1863788" y="167271"/>
                  </a:lnTo>
                  <a:lnTo>
                    <a:pt x="1863788" y="88900"/>
                  </a:lnTo>
                  <a:lnTo>
                    <a:pt x="1863788" y="73025"/>
                  </a:lnTo>
                  <a:lnTo>
                    <a:pt x="1863788" y="6350"/>
                  </a:lnTo>
                  <a:lnTo>
                    <a:pt x="1838261" y="10033"/>
                  </a:lnTo>
                  <a:lnTo>
                    <a:pt x="1838261" y="73025"/>
                  </a:lnTo>
                  <a:lnTo>
                    <a:pt x="1838261" y="95631"/>
                  </a:lnTo>
                  <a:lnTo>
                    <a:pt x="1838261" y="172974"/>
                  </a:lnTo>
                  <a:lnTo>
                    <a:pt x="1837372" y="173748"/>
                  </a:lnTo>
                  <a:lnTo>
                    <a:pt x="1836102" y="174625"/>
                  </a:lnTo>
                  <a:lnTo>
                    <a:pt x="1834324" y="175768"/>
                  </a:lnTo>
                  <a:lnTo>
                    <a:pt x="1832673" y="176923"/>
                  </a:lnTo>
                  <a:lnTo>
                    <a:pt x="1830768" y="178181"/>
                  </a:lnTo>
                  <a:lnTo>
                    <a:pt x="1828609" y="179451"/>
                  </a:lnTo>
                  <a:lnTo>
                    <a:pt x="1822869" y="182118"/>
                  </a:lnTo>
                  <a:lnTo>
                    <a:pt x="1822551" y="182118"/>
                  </a:lnTo>
                  <a:lnTo>
                    <a:pt x="1817179" y="183273"/>
                  </a:lnTo>
                  <a:lnTo>
                    <a:pt x="1803717" y="183273"/>
                  </a:lnTo>
                  <a:lnTo>
                    <a:pt x="1798129" y="182118"/>
                  </a:lnTo>
                  <a:lnTo>
                    <a:pt x="1793938" y="179705"/>
                  </a:lnTo>
                  <a:lnTo>
                    <a:pt x="1789620" y="177419"/>
                  </a:lnTo>
                  <a:lnTo>
                    <a:pt x="1776666" y="144526"/>
                  </a:lnTo>
                  <a:lnTo>
                    <a:pt x="1776666" y="138176"/>
                  </a:lnTo>
                  <a:lnTo>
                    <a:pt x="1786318" y="100203"/>
                  </a:lnTo>
                  <a:lnTo>
                    <a:pt x="1814639" y="88900"/>
                  </a:lnTo>
                  <a:lnTo>
                    <a:pt x="1823783" y="88900"/>
                  </a:lnTo>
                  <a:lnTo>
                    <a:pt x="1831657" y="91071"/>
                  </a:lnTo>
                  <a:lnTo>
                    <a:pt x="1838261" y="95631"/>
                  </a:lnTo>
                  <a:lnTo>
                    <a:pt x="1838261" y="73025"/>
                  </a:lnTo>
                  <a:lnTo>
                    <a:pt x="1836737" y="72148"/>
                  </a:lnTo>
                  <a:lnTo>
                    <a:pt x="1834705" y="71247"/>
                  </a:lnTo>
                  <a:lnTo>
                    <a:pt x="1832800" y="70739"/>
                  </a:lnTo>
                  <a:lnTo>
                    <a:pt x="1831149" y="70370"/>
                  </a:lnTo>
                  <a:lnTo>
                    <a:pt x="1825815" y="68846"/>
                  </a:lnTo>
                  <a:lnTo>
                    <a:pt x="1819719" y="67945"/>
                  </a:lnTo>
                  <a:lnTo>
                    <a:pt x="1812861" y="67945"/>
                  </a:lnTo>
                  <a:lnTo>
                    <a:pt x="1769681" y="81673"/>
                  </a:lnTo>
                  <a:lnTo>
                    <a:pt x="1752041" y="116662"/>
                  </a:lnTo>
                  <a:lnTo>
                    <a:pt x="1750123" y="138176"/>
                  </a:lnTo>
                  <a:lnTo>
                    <a:pt x="1750949" y="152895"/>
                  </a:lnTo>
                  <a:lnTo>
                    <a:pt x="1770697" y="194691"/>
                  </a:lnTo>
                  <a:lnTo>
                    <a:pt x="1804352" y="204597"/>
                  </a:lnTo>
                  <a:lnTo>
                    <a:pt x="1812861" y="204597"/>
                  </a:lnTo>
                  <a:lnTo>
                    <a:pt x="1820291" y="203504"/>
                  </a:lnTo>
                  <a:lnTo>
                    <a:pt x="1820468" y="203504"/>
                  </a:lnTo>
                  <a:lnTo>
                    <a:pt x="1827720" y="201041"/>
                  </a:lnTo>
                  <a:lnTo>
                    <a:pt x="1833816" y="198755"/>
                  </a:lnTo>
                  <a:lnTo>
                    <a:pt x="1838388" y="196088"/>
                  </a:lnTo>
                  <a:lnTo>
                    <a:pt x="1841563" y="192913"/>
                  </a:lnTo>
                  <a:lnTo>
                    <a:pt x="1843595" y="201676"/>
                  </a:lnTo>
                  <a:lnTo>
                    <a:pt x="1866074" y="201676"/>
                  </a:lnTo>
                  <a:close/>
                </a:path>
                <a:path w="2232660" h="247015">
                  <a:moveTo>
                    <a:pt x="2003488" y="201676"/>
                  </a:moveTo>
                  <a:lnTo>
                    <a:pt x="2002904" y="191516"/>
                  </a:lnTo>
                  <a:lnTo>
                    <a:pt x="2002853" y="190627"/>
                  </a:lnTo>
                  <a:lnTo>
                    <a:pt x="2002396" y="182753"/>
                  </a:lnTo>
                  <a:lnTo>
                    <a:pt x="2002269" y="180594"/>
                  </a:lnTo>
                  <a:lnTo>
                    <a:pt x="2002155" y="178447"/>
                  </a:lnTo>
                  <a:lnTo>
                    <a:pt x="2002053" y="176796"/>
                  </a:lnTo>
                  <a:lnTo>
                    <a:pt x="2001939" y="174879"/>
                  </a:lnTo>
                  <a:lnTo>
                    <a:pt x="2001837" y="172974"/>
                  </a:lnTo>
                  <a:lnTo>
                    <a:pt x="2001723" y="171069"/>
                  </a:lnTo>
                  <a:lnTo>
                    <a:pt x="2001621" y="169291"/>
                  </a:lnTo>
                  <a:lnTo>
                    <a:pt x="2001558" y="168021"/>
                  </a:lnTo>
                  <a:lnTo>
                    <a:pt x="2001456" y="70993"/>
                  </a:lnTo>
                  <a:lnTo>
                    <a:pt x="1975675" y="70993"/>
                  </a:lnTo>
                  <a:lnTo>
                    <a:pt x="1975675" y="171069"/>
                  </a:lnTo>
                  <a:lnTo>
                    <a:pt x="1972627" y="172974"/>
                  </a:lnTo>
                  <a:lnTo>
                    <a:pt x="1969198" y="174879"/>
                  </a:lnTo>
                  <a:lnTo>
                    <a:pt x="1965515" y="176796"/>
                  </a:lnTo>
                  <a:lnTo>
                    <a:pt x="1962467" y="178447"/>
                  </a:lnTo>
                  <a:lnTo>
                    <a:pt x="1958784" y="179844"/>
                  </a:lnTo>
                  <a:lnTo>
                    <a:pt x="1954593" y="180975"/>
                  </a:lnTo>
                  <a:lnTo>
                    <a:pt x="1950275" y="182245"/>
                  </a:lnTo>
                  <a:lnTo>
                    <a:pt x="1945957" y="182753"/>
                  </a:lnTo>
                  <a:lnTo>
                    <a:pt x="1936432" y="182753"/>
                  </a:lnTo>
                  <a:lnTo>
                    <a:pt x="1922589" y="174244"/>
                  </a:lnTo>
                  <a:lnTo>
                    <a:pt x="1920811" y="171577"/>
                  </a:lnTo>
                  <a:lnTo>
                    <a:pt x="1919795" y="168021"/>
                  </a:lnTo>
                  <a:lnTo>
                    <a:pt x="1919160" y="163969"/>
                  </a:lnTo>
                  <a:lnTo>
                    <a:pt x="1918652" y="159766"/>
                  </a:lnTo>
                  <a:lnTo>
                    <a:pt x="1918398" y="154940"/>
                  </a:lnTo>
                  <a:lnTo>
                    <a:pt x="1918398" y="70993"/>
                  </a:lnTo>
                  <a:lnTo>
                    <a:pt x="1892744" y="70993"/>
                  </a:lnTo>
                  <a:lnTo>
                    <a:pt x="1892744" y="162179"/>
                  </a:lnTo>
                  <a:lnTo>
                    <a:pt x="1893265" y="168021"/>
                  </a:lnTo>
                  <a:lnTo>
                    <a:pt x="1901126" y="191516"/>
                  </a:lnTo>
                  <a:lnTo>
                    <a:pt x="1904301" y="195846"/>
                  </a:lnTo>
                  <a:lnTo>
                    <a:pt x="1908746" y="199148"/>
                  </a:lnTo>
                  <a:lnTo>
                    <a:pt x="1914461" y="201295"/>
                  </a:lnTo>
                  <a:lnTo>
                    <a:pt x="1920176" y="203581"/>
                  </a:lnTo>
                  <a:lnTo>
                    <a:pt x="1927415" y="204597"/>
                  </a:lnTo>
                  <a:lnTo>
                    <a:pt x="1936305" y="204597"/>
                  </a:lnTo>
                  <a:lnTo>
                    <a:pt x="1975294" y="193802"/>
                  </a:lnTo>
                  <a:lnTo>
                    <a:pt x="1978215" y="190627"/>
                  </a:lnTo>
                  <a:lnTo>
                    <a:pt x="1979193" y="201295"/>
                  </a:lnTo>
                  <a:lnTo>
                    <a:pt x="1979231" y="201676"/>
                  </a:lnTo>
                  <a:lnTo>
                    <a:pt x="2003488" y="201676"/>
                  </a:lnTo>
                  <a:close/>
                </a:path>
                <a:path w="2232660" h="247015">
                  <a:moveTo>
                    <a:pt x="2131885" y="85217"/>
                  </a:moveTo>
                  <a:lnTo>
                    <a:pt x="2098992" y="67945"/>
                  </a:lnTo>
                  <a:lnTo>
                    <a:pt x="2090737" y="67945"/>
                  </a:lnTo>
                  <a:lnTo>
                    <a:pt x="2050884" y="78028"/>
                  </a:lnTo>
                  <a:lnTo>
                    <a:pt x="2025738" y="121970"/>
                  </a:lnTo>
                  <a:lnTo>
                    <a:pt x="2024697" y="138176"/>
                  </a:lnTo>
                  <a:lnTo>
                    <a:pt x="2025523" y="152019"/>
                  </a:lnTo>
                  <a:lnTo>
                    <a:pt x="2047405" y="194856"/>
                  </a:lnTo>
                  <a:lnTo>
                    <a:pt x="2071065" y="203581"/>
                  </a:lnTo>
                  <a:lnTo>
                    <a:pt x="2071662" y="203581"/>
                  </a:lnTo>
                  <a:lnTo>
                    <a:pt x="2085911" y="204597"/>
                  </a:lnTo>
                  <a:lnTo>
                    <a:pt x="2094801" y="204597"/>
                  </a:lnTo>
                  <a:lnTo>
                    <a:pt x="2103183" y="203581"/>
                  </a:lnTo>
                  <a:lnTo>
                    <a:pt x="2110930" y="201295"/>
                  </a:lnTo>
                  <a:lnTo>
                    <a:pt x="2118550" y="199148"/>
                  </a:lnTo>
                  <a:lnTo>
                    <a:pt x="2124900" y="196342"/>
                  </a:lnTo>
                  <a:lnTo>
                    <a:pt x="2129980" y="193040"/>
                  </a:lnTo>
                  <a:lnTo>
                    <a:pt x="2126983" y="183515"/>
                  </a:lnTo>
                  <a:lnTo>
                    <a:pt x="2124430" y="175399"/>
                  </a:lnTo>
                  <a:lnTo>
                    <a:pt x="2124075" y="175399"/>
                  </a:lnTo>
                  <a:lnTo>
                    <a:pt x="2117915" y="177927"/>
                  </a:lnTo>
                  <a:lnTo>
                    <a:pt x="2112073" y="179971"/>
                  </a:lnTo>
                  <a:lnTo>
                    <a:pt x="2106739" y="181356"/>
                  </a:lnTo>
                  <a:lnTo>
                    <a:pt x="2101532" y="182880"/>
                  </a:lnTo>
                  <a:lnTo>
                    <a:pt x="2095182" y="183515"/>
                  </a:lnTo>
                  <a:lnTo>
                    <a:pt x="2081212" y="183515"/>
                  </a:lnTo>
                  <a:lnTo>
                    <a:pt x="2075497" y="182499"/>
                  </a:lnTo>
                  <a:lnTo>
                    <a:pt x="2051748" y="152019"/>
                  </a:lnTo>
                  <a:lnTo>
                    <a:pt x="2050986" y="145796"/>
                  </a:lnTo>
                  <a:lnTo>
                    <a:pt x="2051024" y="138176"/>
                  </a:lnTo>
                  <a:lnTo>
                    <a:pt x="2051596" y="126707"/>
                  </a:lnTo>
                  <a:lnTo>
                    <a:pt x="2053450" y="116255"/>
                  </a:lnTo>
                  <a:lnTo>
                    <a:pt x="2056472" y="107823"/>
                  </a:lnTo>
                  <a:lnTo>
                    <a:pt x="2056549" y="107607"/>
                  </a:lnTo>
                  <a:lnTo>
                    <a:pt x="2090483" y="88900"/>
                  </a:lnTo>
                  <a:lnTo>
                    <a:pt x="2095563" y="88900"/>
                  </a:lnTo>
                  <a:lnTo>
                    <a:pt x="2100135" y="89789"/>
                  </a:lnTo>
                  <a:lnTo>
                    <a:pt x="2104326" y="91694"/>
                  </a:lnTo>
                  <a:lnTo>
                    <a:pt x="2108517" y="93472"/>
                  </a:lnTo>
                  <a:lnTo>
                    <a:pt x="2112708" y="96266"/>
                  </a:lnTo>
                  <a:lnTo>
                    <a:pt x="2116772" y="100076"/>
                  </a:lnTo>
                  <a:lnTo>
                    <a:pt x="2128139" y="88900"/>
                  </a:lnTo>
                  <a:lnTo>
                    <a:pt x="2131885" y="85217"/>
                  </a:lnTo>
                  <a:close/>
                </a:path>
                <a:path w="2232660" h="247015">
                  <a:moveTo>
                    <a:pt x="2232596" y="197104"/>
                  </a:moveTo>
                  <a:lnTo>
                    <a:pt x="2229104" y="182753"/>
                  </a:lnTo>
                  <a:lnTo>
                    <a:pt x="2228024" y="178320"/>
                  </a:lnTo>
                  <a:lnTo>
                    <a:pt x="2219134" y="181229"/>
                  </a:lnTo>
                  <a:lnTo>
                    <a:pt x="2210752" y="182753"/>
                  </a:lnTo>
                  <a:lnTo>
                    <a:pt x="2198179" y="182753"/>
                  </a:lnTo>
                  <a:lnTo>
                    <a:pt x="2194928" y="182245"/>
                  </a:lnTo>
                  <a:lnTo>
                    <a:pt x="2194420" y="182245"/>
                  </a:lnTo>
                  <a:lnTo>
                    <a:pt x="2191321" y="180975"/>
                  </a:lnTo>
                  <a:lnTo>
                    <a:pt x="2188527" y="179705"/>
                  </a:lnTo>
                  <a:lnTo>
                    <a:pt x="2186495" y="177927"/>
                  </a:lnTo>
                  <a:lnTo>
                    <a:pt x="2185098" y="175399"/>
                  </a:lnTo>
                  <a:lnTo>
                    <a:pt x="2183701" y="172974"/>
                  </a:lnTo>
                  <a:lnTo>
                    <a:pt x="2182812" y="169799"/>
                  </a:lnTo>
                  <a:lnTo>
                    <a:pt x="2182050" y="162052"/>
                  </a:lnTo>
                  <a:lnTo>
                    <a:pt x="2181923" y="157353"/>
                  </a:lnTo>
                  <a:lnTo>
                    <a:pt x="2181923" y="92456"/>
                  </a:lnTo>
                  <a:lnTo>
                    <a:pt x="2229294" y="92456"/>
                  </a:lnTo>
                  <a:lnTo>
                    <a:pt x="2229294" y="70993"/>
                  </a:lnTo>
                  <a:lnTo>
                    <a:pt x="2181923" y="70993"/>
                  </a:lnTo>
                  <a:lnTo>
                    <a:pt x="2181923" y="40767"/>
                  </a:lnTo>
                  <a:lnTo>
                    <a:pt x="2156015" y="45224"/>
                  </a:lnTo>
                  <a:lnTo>
                    <a:pt x="2156015" y="71374"/>
                  </a:lnTo>
                  <a:lnTo>
                    <a:pt x="2134552" y="73545"/>
                  </a:lnTo>
                  <a:lnTo>
                    <a:pt x="2134552" y="92964"/>
                  </a:lnTo>
                  <a:lnTo>
                    <a:pt x="2156015" y="92964"/>
                  </a:lnTo>
                  <a:lnTo>
                    <a:pt x="2156015" y="165354"/>
                  </a:lnTo>
                  <a:lnTo>
                    <a:pt x="2156396" y="169799"/>
                  </a:lnTo>
                  <a:lnTo>
                    <a:pt x="2156523" y="171196"/>
                  </a:lnTo>
                  <a:lnTo>
                    <a:pt x="2157666" y="176669"/>
                  </a:lnTo>
                  <a:lnTo>
                    <a:pt x="2158682" y="182245"/>
                  </a:lnTo>
                  <a:lnTo>
                    <a:pt x="2188527" y="204597"/>
                  </a:lnTo>
                  <a:lnTo>
                    <a:pt x="2202751" y="204597"/>
                  </a:lnTo>
                  <a:lnTo>
                    <a:pt x="2208466" y="204089"/>
                  </a:lnTo>
                  <a:lnTo>
                    <a:pt x="2220150" y="201803"/>
                  </a:lnTo>
                  <a:lnTo>
                    <a:pt x="2226246" y="199898"/>
                  </a:lnTo>
                  <a:lnTo>
                    <a:pt x="2232596" y="197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5620" y="162305"/>
              <a:ext cx="1442212" cy="25374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1892" y="614526"/>
            <a:ext cx="9104630" cy="245618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250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95">
                <a:latin typeface="Arial MT"/>
                <a:cs typeface="Arial MT"/>
              </a:rPr>
              <a:t>fulfil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concept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Define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specifications</a:t>
            </a:r>
            <a:endParaRPr sz="1600">
              <a:latin typeface="Arial MT"/>
              <a:cs typeface="Arial MT"/>
            </a:endParaRPr>
          </a:p>
          <a:p>
            <a:pPr lvl="1" marL="646430" marR="58419" indent="-17716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Verify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defined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specifications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conform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specifications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higher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levels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of </a:t>
            </a:r>
            <a:r>
              <a:rPr dirty="0" sz="1600" spc="-135">
                <a:latin typeface="Arial MT"/>
                <a:cs typeface="Arial MT"/>
              </a:rPr>
              <a:t>architectural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abstraction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Identify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weakness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component</a:t>
            </a:r>
            <a:endParaRPr sz="1600">
              <a:latin typeface="Arial MT"/>
              <a:cs typeface="Arial MT"/>
            </a:endParaRPr>
          </a:p>
          <a:p>
            <a:pPr lvl="1" marL="646430" marR="5080" indent="-17716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Provide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evidence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results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implementation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integration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components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conform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95">
                <a:latin typeface="Arial MT"/>
                <a:cs typeface="Arial MT"/>
              </a:rPr>
              <a:t>cybersecurity </a:t>
            </a:r>
            <a:r>
              <a:rPr dirty="0" sz="1600" spc="-65">
                <a:latin typeface="Arial MT"/>
                <a:cs typeface="Arial MT"/>
              </a:rPr>
              <a:t>specifications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98995" y="3248883"/>
            <a:ext cx="6804659" cy="3399790"/>
            <a:chOff x="1198995" y="3248883"/>
            <a:chExt cx="6804659" cy="3399790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8995" y="3248883"/>
              <a:ext cx="6804203" cy="339966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785366" y="4444746"/>
              <a:ext cx="5615940" cy="1297305"/>
            </a:xfrm>
            <a:custGeom>
              <a:avLst/>
              <a:gdLst/>
              <a:ahLst/>
              <a:cxnLst/>
              <a:rect l="l" t="t" r="r" b="b"/>
              <a:pathLst>
                <a:path w="5615940" h="1297304">
                  <a:moveTo>
                    <a:pt x="0" y="1296923"/>
                  </a:moveTo>
                  <a:lnTo>
                    <a:pt x="5615939" y="1296923"/>
                  </a:lnTo>
                  <a:lnTo>
                    <a:pt x="5615939" y="0"/>
                  </a:lnTo>
                  <a:lnTo>
                    <a:pt x="0" y="0"/>
                  </a:lnTo>
                  <a:lnTo>
                    <a:pt x="0" y="1296923"/>
                  </a:lnTo>
                  <a:close/>
                </a:path>
              </a:pathLst>
            </a:custGeom>
            <a:ln w="198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060316" y="4198366"/>
            <a:ext cx="1319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25" b="1">
                <a:solidFill>
                  <a:srgbClr val="252599"/>
                </a:solidFill>
                <a:uFill>
                  <a:solidFill>
                    <a:srgbClr val="252599"/>
                  </a:solidFill>
                </a:uFill>
                <a:latin typeface="Arial"/>
                <a:cs typeface="Arial"/>
              </a:rPr>
              <a:t>Product</a:t>
            </a:r>
            <a:r>
              <a:rPr dirty="0" u="sng" sz="1200" spc="-40" b="1">
                <a:solidFill>
                  <a:srgbClr val="252599"/>
                </a:solidFill>
                <a:uFill>
                  <a:solidFill>
                    <a:srgbClr val="252599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20" b="1">
                <a:solidFill>
                  <a:srgbClr val="252599"/>
                </a:solidFill>
                <a:uFill>
                  <a:solidFill>
                    <a:srgbClr val="252599"/>
                  </a:solidFill>
                </a:uFill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4221480"/>
            <a:chOff x="0" y="0"/>
            <a:chExt cx="9906000" cy="422148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72795" y="1124711"/>
              <a:ext cx="1369060" cy="3096895"/>
            </a:xfrm>
            <a:custGeom>
              <a:avLst/>
              <a:gdLst/>
              <a:ahLst/>
              <a:cxnLst/>
              <a:rect l="l" t="t" r="r" b="b"/>
              <a:pathLst>
                <a:path w="1369060" h="3096895">
                  <a:moveTo>
                    <a:pt x="1368552" y="0"/>
                  </a:moveTo>
                  <a:lnTo>
                    <a:pt x="0" y="0"/>
                  </a:lnTo>
                  <a:lnTo>
                    <a:pt x="0" y="3096768"/>
                  </a:lnTo>
                  <a:lnTo>
                    <a:pt x="1368552" y="3096768"/>
                  </a:lnTo>
                  <a:lnTo>
                    <a:pt x="1368552" y="0"/>
                  </a:lnTo>
                  <a:close/>
                </a:path>
              </a:pathLst>
            </a:custGeom>
            <a:solidFill>
              <a:srgbClr val="C2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6051" y="3645408"/>
              <a:ext cx="792480" cy="288290"/>
            </a:xfrm>
            <a:custGeom>
              <a:avLst/>
              <a:gdLst/>
              <a:ahLst/>
              <a:cxnLst/>
              <a:rect l="l" t="t" r="r" b="b"/>
              <a:pathLst>
                <a:path w="792480" h="288289">
                  <a:moveTo>
                    <a:pt x="792480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92480" y="288036"/>
                  </a:lnTo>
                  <a:lnTo>
                    <a:pt x="792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16051" y="3645408"/>
              <a:ext cx="792480" cy="288290"/>
            </a:xfrm>
            <a:custGeom>
              <a:avLst/>
              <a:gdLst/>
              <a:ahLst/>
              <a:cxnLst/>
              <a:rect l="l" t="t" r="r" b="b"/>
              <a:pathLst>
                <a:path w="792480" h="288289">
                  <a:moveTo>
                    <a:pt x="0" y="288036"/>
                  </a:moveTo>
                  <a:lnTo>
                    <a:pt x="792480" y="288036"/>
                  </a:lnTo>
                  <a:lnTo>
                    <a:pt x="792480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9204" y="3549396"/>
              <a:ext cx="791210" cy="288290"/>
            </a:xfrm>
            <a:custGeom>
              <a:avLst/>
              <a:gdLst/>
              <a:ahLst/>
              <a:cxnLst/>
              <a:rect l="l" t="t" r="r" b="b"/>
              <a:pathLst>
                <a:path w="791210" h="288289">
                  <a:moveTo>
                    <a:pt x="790956" y="0"/>
                  </a:moveTo>
                  <a:lnTo>
                    <a:pt x="0" y="0"/>
                  </a:lnTo>
                  <a:lnTo>
                    <a:pt x="0" y="288035"/>
                  </a:lnTo>
                  <a:lnTo>
                    <a:pt x="790956" y="288035"/>
                  </a:lnTo>
                  <a:lnTo>
                    <a:pt x="790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9204" y="3549396"/>
              <a:ext cx="791210" cy="288290"/>
            </a:xfrm>
            <a:custGeom>
              <a:avLst/>
              <a:gdLst/>
              <a:ahLst/>
              <a:cxnLst/>
              <a:rect l="l" t="t" r="r" b="b"/>
              <a:pathLst>
                <a:path w="791210" h="288289">
                  <a:moveTo>
                    <a:pt x="0" y="288035"/>
                  </a:moveTo>
                  <a:lnTo>
                    <a:pt x="790956" y="288035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28803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7604" y="171830"/>
              <a:ext cx="719455" cy="244475"/>
            </a:xfrm>
            <a:custGeom>
              <a:avLst/>
              <a:gdLst/>
              <a:ahLst/>
              <a:cxnLst/>
              <a:rect l="l" t="t" r="r" b="b"/>
              <a:pathLst>
                <a:path w="719455" h="244475">
                  <a:moveTo>
                    <a:pt x="484085" y="217170"/>
                  </a:moveTo>
                  <a:lnTo>
                    <a:pt x="477735" y="237109"/>
                  </a:lnTo>
                  <a:lnTo>
                    <a:pt x="483971" y="239522"/>
                  </a:lnTo>
                  <a:lnTo>
                    <a:pt x="490448" y="241300"/>
                  </a:lnTo>
                  <a:lnTo>
                    <a:pt x="497179" y="242443"/>
                  </a:lnTo>
                  <a:lnTo>
                    <a:pt x="503910" y="243713"/>
                  </a:lnTo>
                  <a:lnTo>
                    <a:pt x="511505" y="244221"/>
                  </a:lnTo>
                  <a:lnTo>
                    <a:pt x="528891" y="244221"/>
                  </a:lnTo>
                  <a:lnTo>
                    <a:pt x="568858" y="226314"/>
                  </a:lnTo>
                  <a:lnTo>
                    <a:pt x="571229" y="222885"/>
                  </a:lnTo>
                  <a:lnTo>
                    <a:pt x="512610" y="222885"/>
                  </a:lnTo>
                  <a:lnTo>
                    <a:pt x="506387" y="222250"/>
                  </a:lnTo>
                  <a:lnTo>
                    <a:pt x="501431" y="221234"/>
                  </a:lnTo>
                  <a:lnTo>
                    <a:pt x="489661" y="218567"/>
                  </a:lnTo>
                  <a:lnTo>
                    <a:pt x="484085" y="217170"/>
                  </a:lnTo>
                  <a:close/>
                </a:path>
                <a:path w="719455" h="244475">
                  <a:moveTo>
                    <a:pt x="580199" y="178816"/>
                  </a:moveTo>
                  <a:lnTo>
                    <a:pt x="554380" y="178816"/>
                  </a:lnTo>
                  <a:lnTo>
                    <a:pt x="554380" y="194818"/>
                  </a:lnTo>
                  <a:lnTo>
                    <a:pt x="553478" y="200533"/>
                  </a:lnTo>
                  <a:lnTo>
                    <a:pt x="549871" y="209423"/>
                  </a:lnTo>
                  <a:lnTo>
                    <a:pt x="547433" y="212979"/>
                  </a:lnTo>
                  <a:lnTo>
                    <a:pt x="541223" y="218313"/>
                  </a:lnTo>
                  <a:lnTo>
                    <a:pt x="537294" y="220345"/>
                  </a:lnTo>
                  <a:lnTo>
                    <a:pt x="537006" y="220345"/>
                  </a:lnTo>
                  <a:lnTo>
                    <a:pt x="533272" y="221234"/>
                  </a:lnTo>
                  <a:lnTo>
                    <a:pt x="529005" y="222377"/>
                  </a:lnTo>
                  <a:lnTo>
                    <a:pt x="524408" y="222885"/>
                  </a:lnTo>
                  <a:lnTo>
                    <a:pt x="571229" y="222885"/>
                  </a:lnTo>
                  <a:lnTo>
                    <a:pt x="580096" y="188722"/>
                  </a:lnTo>
                  <a:lnTo>
                    <a:pt x="580199" y="178816"/>
                  </a:lnTo>
                  <a:close/>
                </a:path>
                <a:path w="719455" h="244475">
                  <a:moveTo>
                    <a:pt x="535952" y="52070"/>
                  </a:moveTo>
                  <a:lnTo>
                    <a:pt x="529221" y="52070"/>
                  </a:lnTo>
                  <a:lnTo>
                    <a:pt x="521008" y="52405"/>
                  </a:lnTo>
                  <a:lnTo>
                    <a:pt x="485305" y="66040"/>
                  </a:lnTo>
                  <a:lnTo>
                    <a:pt x="468130" y="101266"/>
                  </a:lnTo>
                  <a:lnTo>
                    <a:pt x="466255" y="122554"/>
                  </a:lnTo>
                  <a:lnTo>
                    <a:pt x="467083" y="137463"/>
                  </a:lnTo>
                  <a:lnTo>
                    <a:pt x="487106" y="179024"/>
                  </a:lnTo>
                  <a:lnTo>
                    <a:pt x="521728" y="188722"/>
                  </a:lnTo>
                  <a:lnTo>
                    <a:pt x="528980" y="188722"/>
                  </a:lnTo>
                  <a:lnTo>
                    <a:pt x="535495" y="187833"/>
                  </a:lnTo>
                  <a:lnTo>
                    <a:pt x="547090" y="184023"/>
                  </a:lnTo>
                  <a:lnTo>
                    <a:pt x="551446" y="181610"/>
                  </a:lnTo>
                  <a:lnTo>
                    <a:pt x="554380" y="178816"/>
                  </a:lnTo>
                  <a:lnTo>
                    <a:pt x="580199" y="178816"/>
                  </a:lnTo>
                  <a:lnTo>
                    <a:pt x="580199" y="167640"/>
                  </a:lnTo>
                  <a:lnTo>
                    <a:pt x="520166" y="167640"/>
                  </a:lnTo>
                  <a:lnTo>
                    <a:pt x="514477" y="166497"/>
                  </a:lnTo>
                  <a:lnTo>
                    <a:pt x="510146" y="163957"/>
                  </a:lnTo>
                  <a:lnTo>
                    <a:pt x="505815" y="161544"/>
                  </a:lnTo>
                  <a:lnTo>
                    <a:pt x="502361" y="158242"/>
                  </a:lnTo>
                  <a:lnTo>
                    <a:pt x="497205" y="149860"/>
                  </a:lnTo>
                  <a:lnTo>
                    <a:pt x="495401" y="145034"/>
                  </a:lnTo>
                  <a:lnTo>
                    <a:pt x="493331" y="134239"/>
                  </a:lnTo>
                  <a:lnTo>
                    <a:pt x="492810" y="128524"/>
                  </a:lnTo>
                  <a:lnTo>
                    <a:pt x="492810" y="122554"/>
                  </a:lnTo>
                  <a:lnTo>
                    <a:pt x="502005" y="84327"/>
                  </a:lnTo>
                  <a:lnTo>
                    <a:pt x="531710" y="73025"/>
                  </a:lnTo>
                  <a:lnTo>
                    <a:pt x="580199" y="73025"/>
                  </a:lnTo>
                  <a:lnTo>
                    <a:pt x="580199" y="59309"/>
                  </a:lnTo>
                  <a:lnTo>
                    <a:pt x="558609" y="59309"/>
                  </a:lnTo>
                  <a:lnTo>
                    <a:pt x="555967" y="57658"/>
                  </a:lnTo>
                  <a:lnTo>
                    <a:pt x="552094" y="56007"/>
                  </a:lnTo>
                  <a:lnTo>
                    <a:pt x="546976" y="54483"/>
                  </a:lnTo>
                  <a:lnTo>
                    <a:pt x="541870" y="52832"/>
                  </a:lnTo>
                  <a:lnTo>
                    <a:pt x="535952" y="52070"/>
                  </a:lnTo>
                  <a:close/>
                </a:path>
                <a:path w="719455" h="244475">
                  <a:moveTo>
                    <a:pt x="580199" y="73025"/>
                  </a:moveTo>
                  <a:lnTo>
                    <a:pt x="536219" y="73025"/>
                  </a:lnTo>
                  <a:lnTo>
                    <a:pt x="540978" y="73737"/>
                  </a:lnTo>
                  <a:lnTo>
                    <a:pt x="540680" y="73737"/>
                  </a:lnTo>
                  <a:lnTo>
                    <a:pt x="544423" y="75057"/>
                  </a:lnTo>
                  <a:lnTo>
                    <a:pt x="548373" y="76326"/>
                  </a:lnTo>
                  <a:lnTo>
                    <a:pt x="551700" y="77597"/>
                  </a:lnTo>
                  <a:lnTo>
                    <a:pt x="554380" y="78867"/>
                  </a:lnTo>
                  <a:lnTo>
                    <a:pt x="554380" y="159003"/>
                  </a:lnTo>
                  <a:lnTo>
                    <a:pt x="550392" y="161544"/>
                  </a:lnTo>
                  <a:lnTo>
                    <a:pt x="546214" y="163575"/>
                  </a:lnTo>
                  <a:lnTo>
                    <a:pt x="537464" y="166877"/>
                  </a:lnTo>
                  <a:lnTo>
                    <a:pt x="532587" y="167640"/>
                  </a:lnTo>
                  <a:lnTo>
                    <a:pt x="580199" y="167640"/>
                  </a:lnTo>
                  <a:lnTo>
                    <a:pt x="580199" y="73025"/>
                  </a:lnTo>
                  <a:close/>
                </a:path>
                <a:path w="719455" h="244475">
                  <a:moveTo>
                    <a:pt x="580199" y="55123"/>
                  </a:moveTo>
                  <a:lnTo>
                    <a:pt x="559776" y="55123"/>
                  </a:lnTo>
                  <a:lnTo>
                    <a:pt x="558609" y="59309"/>
                  </a:lnTo>
                  <a:lnTo>
                    <a:pt x="580199" y="59309"/>
                  </a:lnTo>
                  <a:lnTo>
                    <a:pt x="580199" y="55123"/>
                  </a:lnTo>
                  <a:close/>
                </a:path>
                <a:path w="719455" h="244475">
                  <a:moveTo>
                    <a:pt x="223202" y="52070"/>
                  </a:moveTo>
                  <a:lnTo>
                    <a:pt x="186131" y="61446"/>
                  </a:lnTo>
                  <a:lnTo>
                    <a:pt x="163902" y="103586"/>
                  </a:lnTo>
                  <a:lnTo>
                    <a:pt x="162979" y="119634"/>
                  </a:lnTo>
                  <a:lnTo>
                    <a:pt x="163171" y="128017"/>
                  </a:lnTo>
                  <a:lnTo>
                    <a:pt x="171577" y="165608"/>
                  </a:lnTo>
                  <a:lnTo>
                    <a:pt x="208189" y="187674"/>
                  </a:lnTo>
                  <a:lnTo>
                    <a:pt x="223697" y="188722"/>
                  </a:lnTo>
                  <a:lnTo>
                    <a:pt x="228587" y="188722"/>
                  </a:lnTo>
                  <a:lnTo>
                    <a:pt x="268185" y="179070"/>
                  </a:lnTo>
                  <a:lnTo>
                    <a:pt x="274675" y="175005"/>
                  </a:lnTo>
                  <a:lnTo>
                    <a:pt x="271836" y="167386"/>
                  </a:lnTo>
                  <a:lnTo>
                    <a:pt x="216687" y="167386"/>
                  </a:lnTo>
                  <a:lnTo>
                    <a:pt x="208813" y="165608"/>
                  </a:lnTo>
                  <a:lnTo>
                    <a:pt x="189534" y="133603"/>
                  </a:lnTo>
                  <a:lnTo>
                    <a:pt x="189534" y="128270"/>
                  </a:lnTo>
                  <a:lnTo>
                    <a:pt x="276428" y="128270"/>
                  </a:lnTo>
                  <a:lnTo>
                    <a:pt x="276428" y="107823"/>
                  </a:lnTo>
                  <a:lnTo>
                    <a:pt x="189534" y="107823"/>
                  </a:lnTo>
                  <a:lnTo>
                    <a:pt x="189674" y="107315"/>
                  </a:lnTo>
                  <a:lnTo>
                    <a:pt x="189759" y="106679"/>
                  </a:lnTo>
                  <a:lnTo>
                    <a:pt x="189826" y="106172"/>
                  </a:lnTo>
                  <a:lnTo>
                    <a:pt x="190036" y="103586"/>
                  </a:lnTo>
                  <a:lnTo>
                    <a:pt x="190157" y="102108"/>
                  </a:lnTo>
                  <a:lnTo>
                    <a:pt x="190360" y="100584"/>
                  </a:lnTo>
                  <a:lnTo>
                    <a:pt x="213321" y="72771"/>
                  </a:lnTo>
                  <a:lnTo>
                    <a:pt x="267925" y="72771"/>
                  </a:lnTo>
                  <a:lnTo>
                    <a:pt x="266369" y="70485"/>
                  </a:lnTo>
                  <a:lnTo>
                    <a:pt x="230974" y="52379"/>
                  </a:lnTo>
                  <a:lnTo>
                    <a:pt x="223202" y="52070"/>
                  </a:lnTo>
                  <a:close/>
                </a:path>
                <a:path w="719455" h="244475">
                  <a:moveTo>
                    <a:pt x="267957" y="156972"/>
                  </a:moveTo>
                  <a:lnTo>
                    <a:pt x="262255" y="159639"/>
                  </a:lnTo>
                  <a:lnTo>
                    <a:pt x="255748" y="162178"/>
                  </a:lnTo>
                  <a:lnTo>
                    <a:pt x="243039" y="166370"/>
                  </a:lnTo>
                  <a:lnTo>
                    <a:pt x="235407" y="167386"/>
                  </a:lnTo>
                  <a:lnTo>
                    <a:pt x="271836" y="167386"/>
                  </a:lnTo>
                  <a:lnTo>
                    <a:pt x="267957" y="156972"/>
                  </a:lnTo>
                  <a:close/>
                </a:path>
                <a:path w="719455" h="244475">
                  <a:moveTo>
                    <a:pt x="267925" y="72771"/>
                  </a:moveTo>
                  <a:lnTo>
                    <a:pt x="231406" y="72771"/>
                  </a:lnTo>
                  <a:lnTo>
                    <a:pt x="237909" y="75438"/>
                  </a:lnTo>
                  <a:lnTo>
                    <a:pt x="242697" y="80645"/>
                  </a:lnTo>
                  <a:lnTo>
                    <a:pt x="249776" y="106172"/>
                  </a:lnTo>
                  <a:lnTo>
                    <a:pt x="249859" y="107823"/>
                  </a:lnTo>
                  <a:lnTo>
                    <a:pt x="276428" y="107823"/>
                  </a:lnTo>
                  <a:lnTo>
                    <a:pt x="276385" y="106172"/>
                  </a:lnTo>
                  <a:lnTo>
                    <a:pt x="276171" y="103586"/>
                  </a:lnTo>
                  <a:lnTo>
                    <a:pt x="276048" y="102108"/>
                  </a:lnTo>
                  <a:lnTo>
                    <a:pt x="270344" y="76326"/>
                  </a:lnTo>
                  <a:lnTo>
                    <a:pt x="267925" y="72771"/>
                  </a:lnTo>
                  <a:close/>
                </a:path>
                <a:path w="719455" h="244475">
                  <a:moveTo>
                    <a:pt x="442417" y="55118"/>
                  </a:moveTo>
                  <a:lnTo>
                    <a:pt x="416356" y="55118"/>
                  </a:lnTo>
                  <a:lnTo>
                    <a:pt x="416356" y="185674"/>
                  </a:lnTo>
                  <a:lnTo>
                    <a:pt x="442417" y="185674"/>
                  </a:lnTo>
                  <a:lnTo>
                    <a:pt x="442417" y="55118"/>
                  </a:lnTo>
                  <a:close/>
                </a:path>
                <a:path w="719455" h="244475">
                  <a:moveTo>
                    <a:pt x="632282" y="55123"/>
                  </a:moveTo>
                  <a:lnTo>
                    <a:pt x="607911" y="55123"/>
                  </a:lnTo>
                  <a:lnTo>
                    <a:pt x="608960" y="74041"/>
                  </a:lnTo>
                  <a:lnTo>
                    <a:pt x="609010" y="74929"/>
                  </a:lnTo>
                  <a:lnTo>
                    <a:pt x="609136" y="77216"/>
                  </a:lnTo>
                  <a:lnTo>
                    <a:pt x="609165" y="77724"/>
                  </a:lnTo>
                  <a:lnTo>
                    <a:pt x="609277" y="79755"/>
                  </a:lnTo>
                  <a:lnTo>
                    <a:pt x="609390" y="81788"/>
                  </a:lnTo>
                  <a:lnTo>
                    <a:pt x="609482" y="83439"/>
                  </a:lnTo>
                  <a:lnTo>
                    <a:pt x="609573" y="85090"/>
                  </a:lnTo>
                  <a:lnTo>
                    <a:pt x="609700" y="87375"/>
                  </a:lnTo>
                  <a:lnTo>
                    <a:pt x="609785" y="88900"/>
                  </a:lnTo>
                  <a:lnTo>
                    <a:pt x="609904" y="185674"/>
                  </a:lnTo>
                  <a:lnTo>
                    <a:pt x="635965" y="185674"/>
                  </a:lnTo>
                  <a:lnTo>
                    <a:pt x="635965" y="85598"/>
                  </a:lnTo>
                  <a:lnTo>
                    <a:pt x="636612" y="85090"/>
                  </a:lnTo>
                  <a:lnTo>
                    <a:pt x="637666" y="84327"/>
                  </a:lnTo>
                  <a:lnTo>
                    <a:pt x="639140" y="83439"/>
                  </a:lnTo>
                  <a:lnTo>
                    <a:pt x="640600" y="82676"/>
                  </a:lnTo>
                  <a:lnTo>
                    <a:pt x="642213" y="81788"/>
                  </a:lnTo>
                  <a:lnTo>
                    <a:pt x="643940" y="81025"/>
                  </a:lnTo>
                  <a:lnTo>
                    <a:pt x="648195" y="78867"/>
                  </a:lnTo>
                  <a:lnTo>
                    <a:pt x="652487" y="77216"/>
                  </a:lnTo>
                  <a:lnTo>
                    <a:pt x="661162" y="74675"/>
                  </a:lnTo>
                  <a:lnTo>
                    <a:pt x="665505" y="74041"/>
                  </a:lnTo>
                  <a:lnTo>
                    <a:pt x="715672" y="74041"/>
                  </a:lnTo>
                  <a:lnTo>
                    <a:pt x="713778" y="69596"/>
                  </a:lnTo>
                  <a:lnTo>
                    <a:pt x="711048" y="66040"/>
                  </a:lnTo>
                  <a:lnTo>
                    <a:pt x="632891" y="66040"/>
                  </a:lnTo>
                  <a:lnTo>
                    <a:pt x="632700" y="62611"/>
                  </a:lnTo>
                  <a:lnTo>
                    <a:pt x="632608" y="60960"/>
                  </a:lnTo>
                  <a:lnTo>
                    <a:pt x="632537" y="59690"/>
                  </a:lnTo>
                  <a:lnTo>
                    <a:pt x="632416" y="57530"/>
                  </a:lnTo>
                  <a:lnTo>
                    <a:pt x="632303" y="55499"/>
                  </a:lnTo>
                  <a:lnTo>
                    <a:pt x="632282" y="55123"/>
                  </a:lnTo>
                  <a:close/>
                </a:path>
                <a:path w="719455" h="244475">
                  <a:moveTo>
                    <a:pt x="715672" y="74041"/>
                  </a:moveTo>
                  <a:lnTo>
                    <a:pt x="675093" y="74041"/>
                  </a:lnTo>
                  <a:lnTo>
                    <a:pt x="679208" y="74675"/>
                  </a:lnTo>
                  <a:lnTo>
                    <a:pt x="685241" y="77724"/>
                  </a:lnTo>
                  <a:lnTo>
                    <a:pt x="693293" y="101726"/>
                  </a:lnTo>
                  <a:lnTo>
                    <a:pt x="693293" y="185674"/>
                  </a:lnTo>
                  <a:lnTo>
                    <a:pt x="719112" y="185674"/>
                  </a:lnTo>
                  <a:lnTo>
                    <a:pt x="719112" y="94488"/>
                  </a:lnTo>
                  <a:lnTo>
                    <a:pt x="718502" y="87375"/>
                  </a:lnTo>
                  <a:lnTo>
                    <a:pt x="716051" y="74929"/>
                  </a:lnTo>
                  <a:lnTo>
                    <a:pt x="715672" y="74041"/>
                  </a:lnTo>
                  <a:close/>
                </a:path>
                <a:path w="719455" h="244475">
                  <a:moveTo>
                    <a:pt x="683907" y="52070"/>
                  </a:moveTo>
                  <a:lnTo>
                    <a:pt x="675119" y="52070"/>
                  </a:lnTo>
                  <a:lnTo>
                    <a:pt x="668182" y="52405"/>
                  </a:lnTo>
                  <a:lnTo>
                    <a:pt x="632891" y="66040"/>
                  </a:lnTo>
                  <a:lnTo>
                    <a:pt x="711048" y="66040"/>
                  </a:lnTo>
                  <a:lnTo>
                    <a:pt x="707148" y="60960"/>
                  </a:lnTo>
                  <a:lnTo>
                    <a:pt x="702627" y="57658"/>
                  </a:lnTo>
                  <a:lnTo>
                    <a:pt x="696899" y="55499"/>
                  </a:lnTo>
                  <a:lnTo>
                    <a:pt x="691172" y="53213"/>
                  </a:lnTo>
                  <a:lnTo>
                    <a:pt x="683907" y="52070"/>
                  </a:lnTo>
                  <a:close/>
                </a:path>
                <a:path w="719455" h="244475">
                  <a:moveTo>
                    <a:pt x="300558" y="159130"/>
                  </a:moveTo>
                  <a:lnTo>
                    <a:pt x="292544" y="178816"/>
                  </a:lnTo>
                  <a:lnTo>
                    <a:pt x="299173" y="182245"/>
                  </a:lnTo>
                  <a:lnTo>
                    <a:pt x="306489" y="184785"/>
                  </a:lnTo>
                  <a:lnTo>
                    <a:pt x="315027" y="186420"/>
                  </a:lnTo>
                  <a:lnTo>
                    <a:pt x="322478" y="187960"/>
                  </a:lnTo>
                  <a:lnTo>
                    <a:pt x="330657" y="188722"/>
                  </a:lnTo>
                  <a:lnTo>
                    <a:pt x="339026" y="188722"/>
                  </a:lnTo>
                  <a:lnTo>
                    <a:pt x="380111" y="179450"/>
                  </a:lnTo>
                  <a:lnTo>
                    <a:pt x="391094" y="167433"/>
                  </a:lnTo>
                  <a:lnTo>
                    <a:pt x="332509" y="167433"/>
                  </a:lnTo>
                  <a:lnTo>
                    <a:pt x="325069" y="166750"/>
                  </a:lnTo>
                  <a:lnTo>
                    <a:pt x="312445" y="163957"/>
                  </a:lnTo>
                  <a:lnTo>
                    <a:pt x="306374" y="161925"/>
                  </a:lnTo>
                  <a:lnTo>
                    <a:pt x="300558" y="159130"/>
                  </a:lnTo>
                  <a:close/>
                </a:path>
                <a:path w="719455" h="244475">
                  <a:moveTo>
                    <a:pt x="357670" y="52070"/>
                  </a:moveTo>
                  <a:lnTo>
                    <a:pt x="341922" y="52070"/>
                  </a:lnTo>
                  <a:lnTo>
                    <a:pt x="335711" y="52704"/>
                  </a:lnTo>
                  <a:lnTo>
                    <a:pt x="329349" y="53975"/>
                  </a:lnTo>
                  <a:lnTo>
                    <a:pt x="322999" y="55118"/>
                  </a:lnTo>
                  <a:lnTo>
                    <a:pt x="317220" y="57276"/>
                  </a:lnTo>
                  <a:lnTo>
                    <a:pt x="312013" y="60198"/>
                  </a:lnTo>
                  <a:lnTo>
                    <a:pt x="306793" y="62992"/>
                  </a:lnTo>
                  <a:lnTo>
                    <a:pt x="302590" y="67055"/>
                  </a:lnTo>
                  <a:lnTo>
                    <a:pt x="296151" y="76962"/>
                  </a:lnTo>
                  <a:lnTo>
                    <a:pt x="294538" y="83185"/>
                  </a:lnTo>
                  <a:lnTo>
                    <a:pt x="294538" y="99568"/>
                  </a:lnTo>
                  <a:lnTo>
                    <a:pt x="318414" y="122427"/>
                  </a:lnTo>
                  <a:lnTo>
                    <a:pt x="323913" y="124714"/>
                  </a:lnTo>
                  <a:lnTo>
                    <a:pt x="329895" y="127000"/>
                  </a:lnTo>
                  <a:lnTo>
                    <a:pt x="342874" y="131318"/>
                  </a:lnTo>
                  <a:lnTo>
                    <a:pt x="349135" y="133603"/>
                  </a:lnTo>
                  <a:lnTo>
                    <a:pt x="355193" y="136144"/>
                  </a:lnTo>
                  <a:lnTo>
                    <a:pt x="364363" y="139446"/>
                  </a:lnTo>
                  <a:lnTo>
                    <a:pt x="368947" y="144525"/>
                  </a:lnTo>
                  <a:lnTo>
                    <a:pt x="368947" y="154813"/>
                  </a:lnTo>
                  <a:lnTo>
                    <a:pt x="368198" y="157607"/>
                  </a:lnTo>
                  <a:lnTo>
                    <a:pt x="345972" y="167433"/>
                  </a:lnTo>
                  <a:lnTo>
                    <a:pt x="391094" y="167433"/>
                  </a:lnTo>
                  <a:lnTo>
                    <a:pt x="393712" y="159766"/>
                  </a:lnTo>
                  <a:lnTo>
                    <a:pt x="393839" y="159394"/>
                  </a:lnTo>
                  <a:lnTo>
                    <a:pt x="394754" y="149987"/>
                  </a:lnTo>
                  <a:lnTo>
                    <a:pt x="394754" y="140462"/>
                  </a:lnTo>
                  <a:lnTo>
                    <a:pt x="392252" y="133223"/>
                  </a:lnTo>
                  <a:lnTo>
                    <a:pt x="355815" y="111505"/>
                  </a:lnTo>
                  <a:lnTo>
                    <a:pt x="342493" y="107188"/>
                  </a:lnTo>
                  <a:lnTo>
                    <a:pt x="337045" y="104901"/>
                  </a:lnTo>
                  <a:lnTo>
                    <a:pt x="332816" y="102489"/>
                  </a:lnTo>
                  <a:lnTo>
                    <a:pt x="328015" y="100457"/>
                  </a:lnTo>
                  <a:lnTo>
                    <a:pt x="324700" y="98425"/>
                  </a:lnTo>
                  <a:lnTo>
                    <a:pt x="322859" y="96266"/>
                  </a:lnTo>
                  <a:lnTo>
                    <a:pt x="321017" y="94234"/>
                  </a:lnTo>
                  <a:lnTo>
                    <a:pt x="320103" y="91313"/>
                  </a:lnTo>
                  <a:lnTo>
                    <a:pt x="320103" y="83947"/>
                  </a:lnTo>
                  <a:lnTo>
                    <a:pt x="322033" y="80645"/>
                  </a:lnTo>
                  <a:lnTo>
                    <a:pt x="329755" y="74549"/>
                  </a:lnTo>
                  <a:lnTo>
                    <a:pt x="336880" y="73025"/>
                  </a:lnTo>
                  <a:lnTo>
                    <a:pt x="387619" y="73025"/>
                  </a:lnTo>
                  <a:lnTo>
                    <a:pt x="392506" y="60705"/>
                  </a:lnTo>
                  <a:lnTo>
                    <a:pt x="386664" y="58166"/>
                  </a:lnTo>
                  <a:lnTo>
                    <a:pt x="380199" y="56134"/>
                  </a:lnTo>
                  <a:lnTo>
                    <a:pt x="373113" y="54610"/>
                  </a:lnTo>
                  <a:lnTo>
                    <a:pt x="366039" y="52959"/>
                  </a:lnTo>
                  <a:lnTo>
                    <a:pt x="357670" y="52070"/>
                  </a:lnTo>
                  <a:close/>
                </a:path>
                <a:path w="719455" h="244475">
                  <a:moveTo>
                    <a:pt x="387619" y="73025"/>
                  </a:moveTo>
                  <a:lnTo>
                    <a:pt x="354482" y="73025"/>
                  </a:lnTo>
                  <a:lnTo>
                    <a:pt x="360946" y="73660"/>
                  </a:lnTo>
                  <a:lnTo>
                    <a:pt x="372389" y="76200"/>
                  </a:lnTo>
                  <a:lnTo>
                    <a:pt x="378447" y="77977"/>
                  </a:lnTo>
                  <a:lnTo>
                    <a:pt x="384848" y="80010"/>
                  </a:lnTo>
                  <a:lnTo>
                    <a:pt x="387619" y="73025"/>
                  </a:lnTo>
                  <a:close/>
                </a:path>
                <a:path w="719455" h="244475">
                  <a:moveTo>
                    <a:pt x="53733" y="0"/>
                  </a:moveTo>
                  <a:lnTo>
                    <a:pt x="0" y="0"/>
                  </a:lnTo>
                  <a:lnTo>
                    <a:pt x="0" y="185674"/>
                  </a:lnTo>
                  <a:lnTo>
                    <a:pt x="46494" y="185674"/>
                  </a:lnTo>
                  <a:lnTo>
                    <a:pt x="56969" y="185408"/>
                  </a:lnTo>
                  <a:lnTo>
                    <a:pt x="102331" y="175228"/>
                  </a:lnTo>
                  <a:lnTo>
                    <a:pt x="119350" y="163322"/>
                  </a:lnTo>
                  <a:lnTo>
                    <a:pt x="26073" y="163322"/>
                  </a:lnTo>
                  <a:lnTo>
                    <a:pt x="26073" y="22860"/>
                  </a:lnTo>
                  <a:lnTo>
                    <a:pt x="121817" y="22860"/>
                  </a:lnTo>
                  <a:lnTo>
                    <a:pt x="120573" y="21463"/>
                  </a:lnTo>
                  <a:lnTo>
                    <a:pt x="83451" y="2839"/>
                  </a:lnTo>
                  <a:lnTo>
                    <a:pt x="64230" y="311"/>
                  </a:lnTo>
                  <a:lnTo>
                    <a:pt x="53733" y="0"/>
                  </a:lnTo>
                  <a:close/>
                </a:path>
                <a:path w="719455" h="244475">
                  <a:moveTo>
                    <a:pt x="121817" y="22860"/>
                  </a:moveTo>
                  <a:lnTo>
                    <a:pt x="53975" y="22860"/>
                  </a:lnTo>
                  <a:lnTo>
                    <a:pt x="68779" y="23858"/>
                  </a:lnTo>
                  <a:lnTo>
                    <a:pt x="81567" y="26844"/>
                  </a:lnTo>
                  <a:lnTo>
                    <a:pt x="112722" y="59483"/>
                  </a:lnTo>
                  <a:lnTo>
                    <a:pt x="116598" y="90043"/>
                  </a:lnTo>
                  <a:lnTo>
                    <a:pt x="116303" y="100500"/>
                  </a:lnTo>
                  <a:lnTo>
                    <a:pt x="106092" y="138763"/>
                  </a:lnTo>
                  <a:lnTo>
                    <a:pt x="69486" y="161446"/>
                  </a:lnTo>
                  <a:lnTo>
                    <a:pt x="45986" y="163322"/>
                  </a:lnTo>
                  <a:lnTo>
                    <a:pt x="119350" y="163322"/>
                  </a:lnTo>
                  <a:lnTo>
                    <a:pt x="139865" y="128139"/>
                  </a:lnTo>
                  <a:lnTo>
                    <a:pt x="143916" y="93599"/>
                  </a:lnTo>
                  <a:lnTo>
                    <a:pt x="143547" y="81478"/>
                  </a:lnTo>
                  <a:lnTo>
                    <a:pt x="134725" y="42090"/>
                  </a:lnTo>
                  <a:lnTo>
                    <a:pt x="126000" y="27560"/>
                  </a:lnTo>
                  <a:lnTo>
                    <a:pt x="121817" y="22860"/>
                  </a:lnTo>
                  <a:close/>
                </a:path>
                <a:path w="719455" h="244475">
                  <a:moveTo>
                    <a:pt x="442417" y="3048"/>
                  </a:moveTo>
                  <a:lnTo>
                    <a:pt x="416102" y="3048"/>
                  </a:lnTo>
                  <a:lnTo>
                    <a:pt x="416102" y="29972"/>
                  </a:lnTo>
                  <a:lnTo>
                    <a:pt x="442417" y="29972"/>
                  </a:lnTo>
                  <a:lnTo>
                    <a:pt x="442417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1892" y="740486"/>
            <a:ext cx="544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95">
                <a:latin typeface="Arial MT"/>
                <a:cs typeface="Arial MT"/>
              </a:rPr>
              <a:t>One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Goal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realized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at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least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requirement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560831" y="1341119"/>
            <a:ext cx="792480" cy="288290"/>
          </a:xfrm>
          <a:prstGeom prst="rect">
            <a:avLst/>
          </a:prstGeom>
          <a:solidFill>
            <a:srgbClr val="D9D9D9"/>
          </a:solidFill>
          <a:ln w="3175">
            <a:solidFill>
              <a:srgbClr val="000000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505"/>
              </a:spcBef>
            </a:pPr>
            <a:r>
              <a:rPr dirty="0" sz="1000" spc="-10">
                <a:latin typeface="Arial MT"/>
                <a:cs typeface="Arial MT"/>
              </a:rPr>
              <a:t>Function(s)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60831" y="2348483"/>
            <a:ext cx="792480" cy="288290"/>
          </a:xfrm>
          <a:prstGeom prst="rect">
            <a:avLst/>
          </a:prstGeom>
          <a:solidFill>
            <a:srgbClr val="D9D9D9"/>
          </a:solidFill>
          <a:ln w="3175">
            <a:solidFill>
              <a:srgbClr val="000000"/>
            </a:solidFill>
          </a:ln>
        </p:spPr>
        <p:txBody>
          <a:bodyPr wrap="square" lIns="0" tIns="647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1000" spc="-20">
                <a:latin typeface="Arial MT"/>
                <a:cs typeface="Arial MT"/>
              </a:rPr>
              <a:t>item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59244" y="1411160"/>
            <a:ext cx="3100070" cy="2356485"/>
            <a:chOff x="559244" y="1411160"/>
            <a:chExt cx="3100070" cy="2356485"/>
          </a:xfrm>
        </p:grpSpPr>
        <p:sp>
          <p:nvSpPr>
            <p:cNvPr id="18" name="object 18" descr=""/>
            <p:cNvSpPr/>
            <p:nvPr/>
          </p:nvSpPr>
          <p:spPr>
            <a:xfrm>
              <a:off x="560831" y="3477768"/>
              <a:ext cx="792480" cy="288290"/>
            </a:xfrm>
            <a:custGeom>
              <a:avLst/>
              <a:gdLst/>
              <a:ahLst/>
              <a:cxnLst/>
              <a:rect l="l" t="t" r="r" b="b"/>
              <a:pathLst>
                <a:path w="792480" h="288289">
                  <a:moveTo>
                    <a:pt x="792480" y="0"/>
                  </a:moveTo>
                  <a:lnTo>
                    <a:pt x="0" y="0"/>
                  </a:lnTo>
                  <a:lnTo>
                    <a:pt x="0" y="288035"/>
                  </a:lnTo>
                  <a:lnTo>
                    <a:pt x="792480" y="288035"/>
                  </a:lnTo>
                  <a:lnTo>
                    <a:pt x="792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60831" y="3477768"/>
              <a:ext cx="792480" cy="288290"/>
            </a:xfrm>
            <a:custGeom>
              <a:avLst/>
              <a:gdLst/>
              <a:ahLst/>
              <a:cxnLst/>
              <a:rect l="l" t="t" r="r" b="b"/>
              <a:pathLst>
                <a:path w="792480" h="288289">
                  <a:moveTo>
                    <a:pt x="0" y="288035"/>
                  </a:moveTo>
                  <a:lnTo>
                    <a:pt x="792480" y="288035"/>
                  </a:lnTo>
                  <a:lnTo>
                    <a:pt x="792480" y="0"/>
                  </a:lnTo>
                  <a:lnTo>
                    <a:pt x="0" y="0"/>
                  </a:lnTo>
                  <a:lnTo>
                    <a:pt x="0" y="28803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18972" y="1629155"/>
              <a:ext cx="76200" cy="1848485"/>
            </a:xfrm>
            <a:custGeom>
              <a:avLst/>
              <a:gdLst/>
              <a:ahLst/>
              <a:cxnLst/>
              <a:rect l="l" t="t" r="r" b="b"/>
              <a:pathLst>
                <a:path w="76200" h="1848485">
                  <a:moveTo>
                    <a:pt x="76200" y="1772285"/>
                  </a:moveTo>
                  <a:lnTo>
                    <a:pt x="44450" y="1772285"/>
                  </a:lnTo>
                  <a:lnTo>
                    <a:pt x="44450" y="1007364"/>
                  </a:lnTo>
                  <a:lnTo>
                    <a:pt x="31750" y="1007364"/>
                  </a:lnTo>
                  <a:lnTo>
                    <a:pt x="31750" y="1772285"/>
                  </a:lnTo>
                  <a:lnTo>
                    <a:pt x="0" y="1772285"/>
                  </a:lnTo>
                  <a:lnTo>
                    <a:pt x="38100" y="1848485"/>
                  </a:lnTo>
                  <a:lnTo>
                    <a:pt x="69850" y="1784985"/>
                  </a:lnTo>
                  <a:lnTo>
                    <a:pt x="76200" y="1772285"/>
                  </a:lnTo>
                  <a:close/>
                </a:path>
                <a:path w="76200" h="184848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720090"/>
                  </a:lnTo>
                  <a:lnTo>
                    <a:pt x="44450" y="720090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793492" y="1507235"/>
              <a:ext cx="791210" cy="288290"/>
            </a:xfrm>
            <a:custGeom>
              <a:avLst/>
              <a:gdLst/>
              <a:ahLst/>
              <a:cxnLst/>
              <a:rect l="l" t="t" r="r" b="b"/>
              <a:pathLst>
                <a:path w="791210" h="288289">
                  <a:moveTo>
                    <a:pt x="79095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90956" y="288036"/>
                  </a:lnTo>
                  <a:lnTo>
                    <a:pt x="790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793492" y="1507235"/>
              <a:ext cx="791210" cy="288290"/>
            </a:xfrm>
            <a:custGeom>
              <a:avLst/>
              <a:gdLst/>
              <a:ahLst/>
              <a:cxnLst/>
              <a:rect l="l" t="t" r="r" b="b"/>
              <a:pathLst>
                <a:path w="791210" h="288289">
                  <a:moveTo>
                    <a:pt x="0" y="288036"/>
                  </a:moveTo>
                  <a:lnTo>
                    <a:pt x="790956" y="288036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865120" y="1412747"/>
              <a:ext cx="792480" cy="288290"/>
            </a:xfrm>
            <a:custGeom>
              <a:avLst/>
              <a:gdLst/>
              <a:ahLst/>
              <a:cxnLst/>
              <a:rect l="l" t="t" r="r" b="b"/>
              <a:pathLst>
                <a:path w="792479" h="288289">
                  <a:moveTo>
                    <a:pt x="792480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92480" y="288036"/>
                  </a:lnTo>
                  <a:lnTo>
                    <a:pt x="792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865120" y="1412747"/>
              <a:ext cx="792480" cy="288290"/>
            </a:xfrm>
            <a:custGeom>
              <a:avLst/>
              <a:gdLst/>
              <a:ahLst/>
              <a:cxnLst/>
              <a:rect l="l" t="t" r="r" b="b"/>
              <a:pathLst>
                <a:path w="792479" h="288289">
                  <a:moveTo>
                    <a:pt x="0" y="288036"/>
                  </a:moveTo>
                  <a:lnTo>
                    <a:pt x="792480" y="288036"/>
                  </a:lnTo>
                  <a:lnTo>
                    <a:pt x="792480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936748" y="1341119"/>
            <a:ext cx="792480" cy="288290"/>
          </a:xfrm>
          <a:prstGeom prst="rect">
            <a:avLst/>
          </a:prstGeom>
          <a:solidFill>
            <a:srgbClr val="D9D9D9"/>
          </a:solidFill>
          <a:ln w="3175">
            <a:solidFill>
              <a:srgbClr val="000000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dirty="0" sz="1000" spc="-10">
                <a:latin typeface="Arial MT"/>
                <a:cs typeface="Arial MT"/>
              </a:rPr>
              <a:t>asset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791904" y="2346896"/>
            <a:ext cx="1082675" cy="291465"/>
            <a:chOff x="2791904" y="2346896"/>
            <a:chExt cx="1082675" cy="291465"/>
          </a:xfrm>
        </p:grpSpPr>
        <p:sp>
          <p:nvSpPr>
            <p:cNvPr id="27" name="object 27" descr=""/>
            <p:cNvSpPr/>
            <p:nvPr/>
          </p:nvSpPr>
          <p:spPr>
            <a:xfrm>
              <a:off x="2793492" y="2348483"/>
              <a:ext cx="1079500" cy="288290"/>
            </a:xfrm>
            <a:custGeom>
              <a:avLst/>
              <a:gdLst/>
              <a:ahLst/>
              <a:cxnLst/>
              <a:rect l="l" t="t" r="r" b="b"/>
              <a:pathLst>
                <a:path w="1079500" h="288289">
                  <a:moveTo>
                    <a:pt x="1078992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078992" y="288036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2121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793492" y="2348483"/>
              <a:ext cx="1079500" cy="288290"/>
            </a:xfrm>
            <a:custGeom>
              <a:avLst/>
              <a:gdLst/>
              <a:ahLst/>
              <a:cxnLst/>
              <a:rect l="l" t="t" r="r" b="b"/>
              <a:pathLst>
                <a:path w="1079500" h="288289">
                  <a:moveTo>
                    <a:pt x="0" y="288036"/>
                  </a:moveTo>
                  <a:lnTo>
                    <a:pt x="1078992" y="288036"/>
                  </a:lnTo>
                  <a:lnTo>
                    <a:pt x="1078992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2890266" y="2401569"/>
            <a:ext cx="8851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0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793492" y="3502152"/>
            <a:ext cx="1079500" cy="288290"/>
          </a:xfrm>
          <a:prstGeom prst="rect">
            <a:avLst/>
          </a:prstGeom>
          <a:solidFill>
            <a:srgbClr val="21218A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22250">
              <a:lnSpc>
                <a:spcPts val="1115"/>
              </a:lnSpc>
            </a:pP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endParaRPr sz="1000">
              <a:latin typeface="Arial MT"/>
              <a:cs typeface="Arial MT"/>
            </a:endParaRPr>
          </a:p>
          <a:p>
            <a:pPr marL="235585">
              <a:lnSpc>
                <a:spcPts val="1150"/>
              </a:lnSpc>
            </a:pP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72795" y="1124711"/>
            <a:ext cx="1369060" cy="30968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810895">
              <a:lnSpc>
                <a:spcPct val="100000"/>
              </a:lnSpc>
            </a:pPr>
            <a:r>
              <a:rPr dirty="0" sz="1000" spc="-85">
                <a:latin typeface="Arial MT"/>
                <a:cs typeface="Arial MT"/>
              </a:rPr>
              <a:t>implements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00">
              <a:latin typeface="Arial MT"/>
              <a:cs typeface="Arial MT"/>
            </a:endParaRPr>
          </a:p>
          <a:p>
            <a:pPr marL="425450" marR="110489" indent="385445">
              <a:lnSpc>
                <a:spcPct val="394000"/>
              </a:lnSpc>
              <a:spcBef>
                <a:spcPts val="5"/>
              </a:spcBef>
            </a:pPr>
            <a:r>
              <a:rPr dirty="0" sz="1000" spc="-90">
                <a:latin typeface="Arial MT"/>
                <a:cs typeface="Arial MT"/>
              </a:rPr>
              <a:t>consist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10">
                <a:latin typeface="Arial MT"/>
                <a:cs typeface="Arial MT"/>
              </a:rPr>
              <a:t> component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641348" y="1423415"/>
            <a:ext cx="1729739" cy="2350135"/>
          </a:xfrm>
          <a:custGeom>
            <a:avLst/>
            <a:gdLst/>
            <a:ahLst/>
            <a:cxnLst/>
            <a:rect l="l" t="t" r="r" b="b"/>
            <a:pathLst>
              <a:path w="1729739" h="2350135">
                <a:moveTo>
                  <a:pt x="1152144" y="2305558"/>
                </a:moveTo>
                <a:lnTo>
                  <a:pt x="76200" y="2305558"/>
                </a:lnTo>
                <a:lnTo>
                  <a:pt x="76200" y="2273808"/>
                </a:lnTo>
                <a:lnTo>
                  <a:pt x="0" y="2311908"/>
                </a:lnTo>
                <a:lnTo>
                  <a:pt x="76200" y="2350008"/>
                </a:lnTo>
                <a:lnTo>
                  <a:pt x="76200" y="2318258"/>
                </a:lnTo>
                <a:lnTo>
                  <a:pt x="1152144" y="2318258"/>
                </a:lnTo>
                <a:lnTo>
                  <a:pt x="1152144" y="2305558"/>
                </a:lnTo>
                <a:close/>
              </a:path>
              <a:path w="1729739" h="2350135">
                <a:moveTo>
                  <a:pt x="1152144" y="2148332"/>
                </a:moveTo>
                <a:lnTo>
                  <a:pt x="582422" y="2148332"/>
                </a:lnTo>
                <a:lnTo>
                  <a:pt x="582422" y="1211834"/>
                </a:lnTo>
                <a:lnTo>
                  <a:pt x="582422" y="1205484"/>
                </a:lnTo>
                <a:lnTo>
                  <a:pt x="582422" y="1201928"/>
                </a:lnTo>
                <a:lnTo>
                  <a:pt x="579628" y="1199134"/>
                </a:lnTo>
                <a:lnTo>
                  <a:pt x="76200" y="1199134"/>
                </a:lnTo>
                <a:lnTo>
                  <a:pt x="76200" y="1167384"/>
                </a:lnTo>
                <a:lnTo>
                  <a:pt x="0" y="1205484"/>
                </a:lnTo>
                <a:lnTo>
                  <a:pt x="76200" y="1243584"/>
                </a:lnTo>
                <a:lnTo>
                  <a:pt x="76200" y="1211834"/>
                </a:lnTo>
                <a:lnTo>
                  <a:pt x="569722" y="1211834"/>
                </a:lnTo>
                <a:lnTo>
                  <a:pt x="569722" y="2158238"/>
                </a:lnTo>
                <a:lnTo>
                  <a:pt x="572516" y="2161032"/>
                </a:lnTo>
                <a:lnTo>
                  <a:pt x="1152144" y="2161032"/>
                </a:lnTo>
                <a:lnTo>
                  <a:pt x="1152144" y="2154682"/>
                </a:lnTo>
                <a:lnTo>
                  <a:pt x="1152144" y="2148332"/>
                </a:lnTo>
                <a:close/>
              </a:path>
              <a:path w="1729739" h="2350135">
                <a:moveTo>
                  <a:pt x="1152144" y="1063498"/>
                </a:moveTo>
                <a:lnTo>
                  <a:pt x="76200" y="1063498"/>
                </a:lnTo>
                <a:lnTo>
                  <a:pt x="76200" y="1031748"/>
                </a:lnTo>
                <a:lnTo>
                  <a:pt x="0" y="1069848"/>
                </a:lnTo>
                <a:lnTo>
                  <a:pt x="76200" y="1107948"/>
                </a:lnTo>
                <a:lnTo>
                  <a:pt x="76200" y="1076198"/>
                </a:lnTo>
                <a:lnTo>
                  <a:pt x="1152144" y="1076198"/>
                </a:lnTo>
                <a:lnTo>
                  <a:pt x="1152144" y="1063498"/>
                </a:lnTo>
                <a:close/>
              </a:path>
              <a:path w="1729739" h="2350135">
                <a:moveTo>
                  <a:pt x="1224153" y="38100"/>
                </a:moveTo>
                <a:lnTo>
                  <a:pt x="1211453" y="31750"/>
                </a:lnTo>
                <a:lnTo>
                  <a:pt x="1147953" y="0"/>
                </a:lnTo>
                <a:lnTo>
                  <a:pt x="1147953" y="31750"/>
                </a:lnTo>
                <a:lnTo>
                  <a:pt x="608584" y="31750"/>
                </a:lnTo>
                <a:lnTo>
                  <a:pt x="605663" y="34544"/>
                </a:lnTo>
                <a:lnTo>
                  <a:pt x="605663" y="967867"/>
                </a:lnTo>
                <a:lnTo>
                  <a:pt x="0" y="967867"/>
                </a:lnTo>
                <a:lnTo>
                  <a:pt x="0" y="980567"/>
                </a:lnTo>
                <a:lnTo>
                  <a:pt x="615569" y="980567"/>
                </a:lnTo>
                <a:lnTo>
                  <a:pt x="618363" y="977773"/>
                </a:lnTo>
                <a:lnTo>
                  <a:pt x="618363" y="974217"/>
                </a:lnTo>
                <a:lnTo>
                  <a:pt x="618363" y="967867"/>
                </a:lnTo>
                <a:lnTo>
                  <a:pt x="618363" y="44450"/>
                </a:lnTo>
                <a:lnTo>
                  <a:pt x="1147953" y="44450"/>
                </a:lnTo>
                <a:lnTo>
                  <a:pt x="1147953" y="76200"/>
                </a:lnTo>
                <a:lnTo>
                  <a:pt x="1211453" y="44450"/>
                </a:lnTo>
                <a:lnTo>
                  <a:pt x="1224153" y="38100"/>
                </a:lnTo>
                <a:close/>
              </a:path>
              <a:path w="1729739" h="2350135">
                <a:moveTo>
                  <a:pt x="1729740" y="2002663"/>
                </a:moveTo>
                <a:lnTo>
                  <a:pt x="1697990" y="2002663"/>
                </a:lnTo>
                <a:lnTo>
                  <a:pt x="1697990" y="1213104"/>
                </a:lnTo>
                <a:lnTo>
                  <a:pt x="1685290" y="1213104"/>
                </a:lnTo>
                <a:lnTo>
                  <a:pt x="1685290" y="2002663"/>
                </a:lnTo>
                <a:lnTo>
                  <a:pt x="1653540" y="2002663"/>
                </a:lnTo>
                <a:lnTo>
                  <a:pt x="1691640" y="2078863"/>
                </a:lnTo>
                <a:lnTo>
                  <a:pt x="1723390" y="2015363"/>
                </a:lnTo>
                <a:lnTo>
                  <a:pt x="1729740" y="2002663"/>
                </a:lnTo>
                <a:close/>
              </a:path>
              <a:path w="1729739" h="2350135">
                <a:moveTo>
                  <a:pt x="1729740" y="448056"/>
                </a:moveTo>
                <a:lnTo>
                  <a:pt x="1723390" y="435356"/>
                </a:lnTo>
                <a:lnTo>
                  <a:pt x="1691640" y="371856"/>
                </a:lnTo>
                <a:lnTo>
                  <a:pt x="1653540" y="448056"/>
                </a:lnTo>
                <a:lnTo>
                  <a:pt x="1685290" y="448056"/>
                </a:lnTo>
                <a:lnTo>
                  <a:pt x="1685290" y="925068"/>
                </a:lnTo>
                <a:lnTo>
                  <a:pt x="1697990" y="925068"/>
                </a:lnTo>
                <a:lnTo>
                  <a:pt x="1697990" y="448056"/>
                </a:lnTo>
                <a:lnTo>
                  <a:pt x="1729740" y="448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2259838" y="1268984"/>
            <a:ext cx="4127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latin typeface="Arial MT"/>
                <a:cs typeface="Arial MT"/>
              </a:rPr>
              <a:t>contains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007870" y="2348611"/>
            <a:ext cx="7340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latin typeface="Arial MT"/>
                <a:cs typeface="Arial MT"/>
              </a:rPr>
              <a:t>associated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with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223642" y="2997454"/>
            <a:ext cx="5556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allocated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005710" y="3586353"/>
            <a:ext cx="5556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allocated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340100" y="2021586"/>
            <a:ext cx="3956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Arial MT"/>
                <a:cs typeface="Arial MT"/>
              </a:rPr>
              <a:t>protects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340100" y="2854198"/>
            <a:ext cx="527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realized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by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3729228" y="1446275"/>
            <a:ext cx="288290" cy="76200"/>
          </a:xfrm>
          <a:custGeom>
            <a:avLst/>
            <a:gdLst/>
            <a:ahLst/>
            <a:cxnLst/>
            <a:rect l="l" t="t" r="r" b="b"/>
            <a:pathLst>
              <a:path w="28828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8828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88289" h="76200">
                <a:moveTo>
                  <a:pt x="288036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88036" y="44450"/>
                </a:lnTo>
                <a:lnTo>
                  <a:pt x="288036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168266" y="1428749"/>
            <a:ext cx="456755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item’s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component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(memory)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contains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asset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“Confidential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data?.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114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Cybersecurity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goal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: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protect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confidential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data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from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unauthorized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reading,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modification,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deletion.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168266" y="1885949"/>
            <a:ext cx="543560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244725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Arial MT"/>
                <a:cs typeface="Arial MT"/>
              </a:rPr>
              <a:t>The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Cybersecurity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goal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realized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by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Cybersecurity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requirements </a:t>
            </a:r>
            <a:r>
              <a:rPr dirty="0" sz="1000" spc="-120">
                <a:latin typeface="Arial MT"/>
                <a:cs typeface="Arial MT"/>
              </a:rPr>
              <a:t>CySecR0001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: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Confidential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data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shall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be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encrypted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000" spc="-120">
                <a:latin typeface="Arial MT"/>
                <a:cs typeface="Arial MT"/>
              </a:rPr>
              <a:t>CySecR0002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: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Identification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authorization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14">
                <a:latin typeface="Arial MT"/>
                <a:cs typeface="Arial MT"/>
              </a:rPr>
              <a:t>mechanism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shall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allow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authorized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users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read,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modify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delete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data </a:t>
            </a:r>
            <a:r>
              <a:rPr dirty="0" sz="1000" spc="-114">
                <a:latin typeface="Arial MT"/>
                <a:cs typeface="Arial MT"/>
              </a:rPr>
              <a:t>CySecR0003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: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Deletion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of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confidential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data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by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unauthorized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users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and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processes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shall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be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prevented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by</a:t>
            </a:r>
            <a:r>
              <a:rPr dirty="0" sz="1000" spc="-20">
                <a:latin typeface="Arial MT"/>
                <a:cs typeface="Arial MT"/>
              </a:rPr>
              <a:t> MMU. </a:t>
            </a:r>
            <a:r>
              <a:rPr dirty="0" sz="1000" spc="-120">
                <a:latin typeface="Arial MT"/>
                <a:cs typeface="Arial MT"/>
              </a:rPr>
              <a:t>CySecR0004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: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….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51892" y="4406265"/>
            <a:ext cx="3610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Inputs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Requirements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Specification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5503164" y="4936235"/>
            <a:ext cx="1033780" cy="581025"/>
          </a:xfrm>
          <a:custGeom>
            <a:avLst/>
            <a:gdLst/>
            <a:ahLst/>
            <a:cxnLst/>
            <a:rect l="l" t="t" r="r" b="b"/>
            <a:pathLst>
              <a:path w="1033779" h="581025">
                <a:moveTo>
                  <a:pt x="936498" y="0"/>
                </a:moveTo>
                <a:lnTo>
                  <a:pt x="96774" y="0"/>
                </a:lnTo>
                <a:lnTo>
                  <a:pt x="59096" y="7602"/>
                </a:lnTo>
                <a:lnTo>
                  <a:pt x="28336" y="28336"/>
                </a:lnTo>
                <a:lnTo>
                  <a:pt x="7602" y="59096"/>
                </a:lnTo>
                <a:lnTo>
                  <a:pt x="0" y="96774"/>
                </a:lnTo>
                <a:lnTo>
                  <a:pt x="0" y="483869"/>
                </a:lnTo>
                <a:lnTo>
                  <a:pt x="7602" y="521547"/>
                </a:lnTo>
                <a:lnTo>
                  <a:pt x="28336" y="552307"/>
                </a:lnTo>
                <a:lnTo>
                  <a:pt x="59096" y="573041"/>
                </a:lnTo>
                <a:lnTo>
                  <a:pt x="96774" y="580644"/>
                </a:lnTo>
                <a:lnTo>
                  <a:pt x="936498" y="580644"/>
                </a:lnTo>
                <a:lnTo>
                  <a:pt x="974175" y="573041"/>
                </a:lnTo>
                <a:lnTo>
                  <a:pt x="1004935" y="552307"/>
                </a:lnTo>
                <a:lnTo>
                  <a:pt x="1025669" y="521547"/>
                </a:lnTo>
                <a:lnTo>
                  <a:pt x="1033271" y="483869"/>
                </a:lnTo>
                <a:lnTo>
                  <a:pt x="1033271" y="96774"/>
                </a:lnTo>
                <a:lnTo>
                  <a:pt x="1025669" y="59096"/>
                </a:lnTo>
                <a:lnTo>
                  <a:pt x="1004935" y="28336"/>
                </a:lnTo>
                <a:lnTo>
                  <a:pt x="974175" y="7602"/>
                </a:lnTo>
                <a:lnTo>
                  <a:pt x="936498" y="0"/>
                </a:lnTo>
                <a:close/>
              </a:path>
            </a:pathLst>
          </a:custGeom>
          <a:solidFill>
            <a:srgbClr val="33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5701410" y="4907026"/>
            <a:ext cx="63817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Already 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established </a:t>
            </a: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controls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4088891" y="4936235"/>
            <a:ext cx="1033780" cy="581025"/>
          </a:xfrm>
          <a:custGeom>
            <a:avLst/>
            <a:gdLst/>
            <a:ahLst/>
            <a:cxnLst/>
            <a:rect l="l" t="t" r="r" b="b"/>
            <a:pathLst>
              <a:path w="1033779" h="581025">
                <a:moveTo>
                  <a:pt x="936498" y="0"/>
                </a:moveTo>
                <a:lnTo>
                  <a:pt x="96774" y="0"/>
                </a:lnTo>
                <a:lnTo>
                  <a:pt x="59096" y="7602"/>
                </a:lnTo>
                <a:lnTo>
                  <a:pt x="28336" y="28336"/>
                </a:lnTo>
                <a:lnTo>
                  <a:pt x="7602" y="59096"/>
                </a:lnTo>
                <a:lnTo>
                  <a:pt x="0" y="96774"/>
                </a:lnTo>
                <a:lnTo>
                  <a:pt x="0" y="483869"/>
                </a:lnTo>
                <a:lnTo>
                  <a:pt x="7602" y="521547"/>
                </a:lnTo>
                <a:lnTo>
                  <a:pt x="28336" y="552307"/>
                </a:lnTo>
                <a:lnTo>
                  <a:pt x="59096" y="573041"/>
                </a:lnTo>
                <a:lnTo>
                  <a:pt x="96774" y="580644"/>
                </a:lnTo>
                <a:lnTo>
                  <a:pt x="936498" y="580644"/>
                </a:lnTo>
                <a:lnTo>
                  <a:pt x="974175" y="573041"/>
                </a:lnTo>
                <a:lnTo>
                  <a:pt x="1004935" y="552307"/>
                </a:lnTo>
                <a:lnTo>
                  <a:pt x="1025669" y="521547"/>
                </a:lnTo>
                <a:lnTo>
                  <a:pt x="1033272" y="483869"/>
                </a:lnTo>
                <a:lnTo>
                  <a:pt x="1033272" y="96774"/>
                </a:lnTo>
                <a:lnTo>
                  <a:pt x="1025669" y="59096"/>
                </a:lnTo>
                <a:lnTo>
                  <a:pt x="1004935" y="28336"/>
                </a:lnTo>
                <a:lnTo>
                  <a:pt x="974175" y="7602"/>
                </a:lnTo>
                <a:lnTo>
                  <a:pt x="936498" y="0"/>
                </a:lnTo>
                <a:close/>
              </a:path>
            </a:pathLst>
          </a:custGeom>
          <a:solidFill>
            <a:srgbClr val="33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4309617" y="4983226"/>
            <a:ext cx="59245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Existing </a:t>
            </a:r>
            <a:r>
              <a:rPr dirty="0" sz="1000" spc="-85">
                <a:solidFill>
                  <a:srgbClr val="FFFFFF"/>
                </a:solidFill>
                <a:latin typeface="Arial MT"/>
                <a:cs typeface="Arial MT"/>
              </a:rPr>
              <a:t>architectural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design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2677667" y="4936235"/>
            <a:ext cx="1033780" cy="581025"/>
          </a:xfrm>
          <a:custGeom>
            <a:avLst/>
            <a:gdLst/>
            <a:ahLst/>
            <a:cxnLst/>
            <a:rect l="l" t="t" r="r" b="b"/>
            <a:pathLst>
              <a:path w="1033779" h="581025">
                <a:moveTo>
                  <a:pt x="936497" y="0"/>
                </a:moveTo>
                <a:lnTo>
                  <a:pt x="96774" y="0"/>
                </a:lnTo>
                <a:lnTo>
                  <a:pt x="59096" y="7602"/>
                </a:lnTo>
                <a:lnTo>
                  <a:pt x="28336" y="28336"/>
                </a:lnTo>
                <a:lnTo>
                  <a:pt x="7602" y="59096"/>
                </a:lnTo>
                <a:lnTo>
                  <a:pt x="0" y="96774"/>
                </a:lnTo>
                <a:lnTo>
                  <a:pt x="0" y="483869"/>
                </a:lnTo>
                <a:lnTo>
                  <a:pt x="7602" y="521547"/>
                </a:lnTo>
                <a:lnTo>
                  <a:pt x="28336" y="552307"/>
                </a:lnTo>
                <a:lnTo>
                  <a:pt x="59096" y="573041"/>
                </a:lnTo>
                <a:lnTo>
                  <a:pt x="96774" y="580644"/>
                </a:lnTo>
                <a:lnTo>
                  <a:pt x="936497" y="580644"/>
                </a:lnTo>
                <a:lnTo>
                  <a:pt x="974175" y="573041"/>
                </a:lnTo>
                <a:lnTo>
                  <a:pt x="1004935" y="552307"/>
                </a:lnTo>
                <a:lnTo>
                  <a:pt x="1025669" y="521547"/>
                </a:lnTo>
                <a:lnTo>
                  <a:pt x="1033271" y="483869"/>
                </a:lnTo>
                <a:lnTo>
                  <a:pt x="1033271" y="96774"/>
                </a:lnTo>
                <a:lnTo>
                  <a:pt x="1025669" y="59096"/>
                </a:lnTo>
                <a:lnTo>
                  <a:pt x="1004935" y="28336"/>
                </a:lnTo>
                <a:lnTo>
                  <a:pt x="974175" y="7602"/>
                </a:lnTo>
                <a:lnTo>
                  <a:pt x="936497" y="0"/>
                </a:lnTo>
                <a:close/>
              </a:path>
            </a:pathLst>
          </a:custGeom>
          <a:solidFill>
            <a:srgbClr val="33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2864611" y="5059426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5890" marR="5080" indent="-123825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Concept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1263396" y="4936235"/>
            <a:ext cx="1033780" cy="581025"/>
          </a:xfrm>
          <a:custGeom>
            <a:avLst/>
            <a:gdLst/>
            <a:ahLst/>
            <a:cxnLst/>
            <a:rect l="l" t="t" r="r" b="b"/>
            <a:pathLst>
              <a:path w="1033780" h="581025">
                <a:moveTo>
                  <a:pt x="936497" y="0"/>
                </a:moveTo>
                <a:lnTo>
                  <a:pt x="96773" y="0"/>
                </a:lnTo>
                <a:lnTo>
                  <a:pt x="59096" y="7602"/>
                </a:lnTo>
                <a:lnTo>
                  <a:pt x="28336" y="28336"/>
                </a:lnTo>
                <a:lnTo>
                  <a:pt x="7602" y="59096"/>
                </a:lnTo>
                <a:lnTo>
                  <a:pt x="0" y="96774"/>
                </a:lnTo>
                <a:lnTo>
                  <a:pt x="0" y="483869"/>
                </a:lnTo>
                <a:lnTo>
                  <a:pt x="7602" y="521547"/>
                </a:lnTo>
                <a:lnTo>
                  <a:pt x="28336" y="552307"/>
                </a:lnTo>
                <a:lnTo>
                  <a:pt x="59096" y="573041"/>
                </a:lnTo>
                <a:lnTo>
                  <a:pt x="96773" y="580644"/>
                </a:lnTo>
                <a:lnTo>
                  <a:pt x="936497" y="580644"/>
                </a:lnTo>
                <a:lnTo>
                  <a:pt x="974175" y="573041"/>
                </a:lnTo>
                <a:lnTo>
                  <a:pt x="1004935" y="552307"/>
                </a:lnTo>
                <a:lnTo>
                  <a:pt x="1025669" y="521547"/>
                </a:lnTo>
                <a:lnTo>
                  <a:pt x="1033272" y="483869"/>
                </a:lnTo>
                <a:lnTo>
                  <a:pt x="1033272" y="96774"/>
                </a:lnTo>
                <a:lnTo>
                  <a:pt x="1025669" y="59096"/>
                </a:lnTo>
                <a:lnTo>
                  <a:pt x="1004935" y="28336"/>
                </a:lnTo>
                <a:lnTo>
                  <a:pt x="974175" y="7602"/>
                </a:lnTo>
                <a:lnTo>
                  <a:pt x="936497" y="0"/>
                </a:lnTo>
                <a:close/>
              </a:path>
            </a:pathLst>
          </a:custGeom>
          <a:solidFill>
            <a:srgbClr val="33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1435988" y="5135626"/>
            <a:ext cx="6877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Item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Arial MT"/>
                <a:cs typeface="Arial MT"/>
              </a:rPr>
              <a:t>Definition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3354323" y="5896355"/>
            <a:ext cx="1033780" cy="581025"/>
          </a:xfrm>
          <a:custGeom>
            <a:avLst/>
            <a:gdLst/>
            <a:ahLst/>
            <a:cxnLst/>
            <a:rect l="l" t="t" r="r" b="b"/>
            <a:pathLst>
              <a:path w="1033779" h="581025">
                <a:moveTo>
                  <a:pt x="936498" y="0"/>
                </a:moveTo>
                <a:lnTo>
                  <a:pt x="96774" y="0"/>
                </a:lnTo>
                <a:lnTo>
                  <a:pt x="59096" y="7605"/>
                </a:lnTo>
                <a:lnTo>
                  <a:pt x="28336" y="28346"/>
                </a:lnTo>
                <a:lnTo>
                  <a:pt x="7602" y="59107"/>
                </a:lnTo>
                <a:lnTo>
                  <a:pt x="0" y="96774"/>
                </a:lnTo>
                <a:lnTo>
                  <a:pt x="0" y="483870"/>
                </a:lnTo>
                <a:lnTo>
                  <a:pt x="7602" y="521536"/>
                </a:lnTo>
                <a:lnTo>
                  <a:pt x="28336" y="552297"/>
                </a:lnTo>
                <a:lnTo>
                  <a:pt x="59096" y="573038"/>
                </a:lnTo>
                <a:lnTo>
                  <a:pt x="96774" y="580644"/>
                </a:lnTo>
                <a:lnTo>
                  <a:pt x="936498" y="580644"/>
                </a:lnTo>
                <a:lnTo>
                  <a:pt x="974175" y="573038"/>
                </a:lnTo>
                <a:lnTo>
                  <a:pt x="1004935" y="552297"/>
                </a:lnTo>
                <a:lnTo>
                  <a:pt x="1025669" y="521536"/>
                </a:lnTo>
                <a:lnTo>
                  <a:pt x="1033272" y="483870"/>
                </a:lnTo>
                <a:lnTo>
                  <a:pt x="1033272" y="96774"/>
                </a:lnTo>
                <a:lnTo>
                  <a:pt x="1025669" y="59107"/>
                </a:lnTo>
                <a:lnTo>
                  <a:pt x="1004935" y="28346"/>
                </a:lnTo>
                <a:lnTo>
                  <a:pt x="974175" y="7605"/>
                </a:lnTo>
                <a:lnTo>
                  <a:pt x="936498" y="0"/>
                </a:lnTo>
                <a:close/>
              </a:path>
            </a:pathLst>
          </a:custGeom>
          <a:solidFill>
            <a:srgbClr val="33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3538473" y="6020206"/>
            <a:ext cx="6654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0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Specifications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169408" y="5868923"/>
            <a:ext cx="1583690" cy="657225"/>
          </a:xfrm>
          <a:prstGeom prst="rect">
            <a:avLst/>
          </a:prstGeom>
          <a:solidFill>
            <a:srgbClr val="C2EBEF"/>
          </a:solidFill>
          <a:ln w="3175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algn="ctr" marL="234950" marR="226695" indent="635">
              <a:lnSpc>
                <a:spcPct val="100000"/>
              </a:lnSpc>
              <a:spcBef>
                <a:spcPts val="165"/>
              </a:spcBef>
            </a:pPr>
            <a:r>
              <a:rPr dirty="0" sz="1000" spc="-95">
                <a:latin typeface="Arial MT"/>
                <a:cs typeface="Arial MT"/>
              </a:rPr>
              <a:t>Cybersecurity-</a:t>
            </a:r>
            <a:r>
              <a:rPr dirty="0" sz="1000" spc="-10">
                <a:latin typeface="Arial MT"/>
                <a:cs typeface="Arial MT"/>
              </a:rPr>
              <a:t>related </a:t>
            </a:r>
            <a:r>
              <a:rPr dirty="0" sz="1000" spc="-110">
                <a:latin typeface="Arial MT"/>
                <a:cs typeface="Arial MT"/>
              </a:rPr>
              <a:t>components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that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are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not </a:t>
            </a:r>
            <a:r>
              <a:rPr dirty="0" sz="1000" spc="-95">
                <a:latin typeface="Arial MT"/>
                <a:cs typeface="Arial MT"/>
              </a:rPr>
              <a:t>present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in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the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existing </a:t>
            </a:r>
            <a:r>
              <a:rPr dirty="0" sz="1000" spc="-85">
                <a:latin typeface="Arial MT"/>
                <a:cs typeface="Arial MT"/>
              </a:rPr>
              <a:t>architectural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763267" y="5516879"/>
            <a:ext cx="4274820" cy="709930"/>
            <a:chOff x="1763267" y="5516879"/>
            <a:chExt cx="4274820" cy="709930"/>
          </a:xfrm>
        </p:grpSpPr>
        <p:sp>
          <p:nvSpPr>
            <p:cNvPr id="55" name="object 55" descr=""/>
            <p:cNvSpPr/>
            <p:nvPr/>
          </p:nvSpPr>
          <p:spPr>
            <a:xfrm>
              <a:off x="1767839" y="5516879"/>
              <a:ext cx="4265930" cy="144780"/>
            </a:xfrm>
            <a:custGeom>
              <a:avLst/>
              <a:gdLst/>
              <a:ahLst/>
              <a:cxnLst/>
              <a:rect l="l" t="t" r="r" b="b"/>
              <a:pathLst>
                <a:path w="4265930" h="144779">
                  <a:moveTo>
                    <a:pt x="0" y="0"/>
                  </a:moveTo>
                  <a:lnTo>
                    <a:pt x="0" y="144018"/>
                  </a:lnTo>
                </a:path>
                <a:path w="4265930" h="144779">
                  <a:moveTo>
                    <a:pt x="1456944" y="0"/>
                  </a:moveTo>
                  <a:lnTo>
                    <a:pt x="1456944" y="144018"/>
                  </a:lnTo>
                </a:path>
                <a:path w="4265930" h="144779">
                  <a:moveTo>
                    <a:pt x="2825496" y="0"/>
                  </a:moveTo>
                  <a:lnTo>
                    <a:pt x="2825496" y="144018"/>
                  </a:lnTo>
                </a:path>
                <a:path w="4265930" h="144779">
                  <a:moveTo>
                    <a:pt x="4265676" y="0"/>
                  </a:moveTo>
                  <a:lnTo>
                    <a:pt x="4265676" y="144018"/>
                  </a:lnTo>
                </a:path>
                <a:path w="4265930" h="144779">
                  <a:moveTo>
                    <a:pt x="0" y="144780"/>
                  </a:moveTo>
                  <a:lnTo>
                    <a:pt x="4265549" y="144780"/>
                  </a:lnTo>
                </a:path>
              </a:pathLst>
            </a:custGeom>
            <a:ln w="9144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2860" y="5661659"/>
              <a:ext cx="76200" cy="224155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387595" y="6150317"/>
              <a:ext cx="781050" cy="76200"/>
            </a:xfrm>
            <a:custGeom>
              <a:avLst/>
              <a:gdLst/>
              <a:ahLst/>
              <a:cxnLst/>
              <a:rect l="l" t="t" r="r" b="b"/>
              <a:pathLst>
                <a:path w="781050" h="76200">
                  <a:moveTo>
                    <a:pt x="76707" y="0"/>
                  </a:moveTo>
                  <a:lnTo>
                    <a:pt x="0" y="37122"/>
                  </a:lnTo>
                  <a:lnTo>
                    <a:pt x="75691" y="76187"/>
                  </a:lnTo>
                  <a:lnTo>
                    <a:pt x="75995" y="53428"/>
                  </a:lnTo>
                  <a:lnTo>
                    <a:pt x="76115" y="44447"/>
                  </a:lnTo>
                  <a:lnTo>
                    <a:pt x="63373" y="44284"/>
                  </a:lnTo>
                  <a:lnTo>
                    <a:pt x="63444" y="40728"/>
                  </a:lnTo>
                  <a:lnTo>
                    <a:pt x="63516" y="37122"/>
                  </a:lnTo>
                  <a:lnTo>
                    <a:pt x="63626" y="31584"/>
                  </a:lnTo>
                  <a:lnTo>
                    <a:pt x="76286" y="31584"/>
                  </a:lnTo>
                  <a:lnTo>
                    <a:pt x="76707" y="0"/>
                  </a:lnTo>
                  <a:close/>
                </a:path>
                <a:path w="781050" h="76200">
                  <a:moveTo>
                    <a:pt x="76284" y="31746"/>
                  </a:moveTo>
                  <a:lnTo>
                    <a:pt x="76212" y="37122"/>
                  </a:lnTo>
                  <a:lnTo>
                    <a:pt x="76115" y="44447"/>
                  </a:lnTo>
                  <a:lnTo>
                    <a:pt x="780668" y="53428"/>
                  </a:lnTo>
                  <a:lnTo>
                    <a:pt x="780795" y="40728"/>
                  </a:lnTo>
                  <a:lnTo>
                    <a:pt x="76284" y="31746"/>
                  </a:lnTo>
                  <a:close/>
                </a:path>
                <a:path w="781050" h="76200">
                  <a:moveTo>
                    <a:pt x="63626" y="31584"/>
                  </a:moveTo>
                  <a:lnTo>
                    <a:pt x="63516" y="37122"/>
                  </a:lnTo>
                  <a:lnTo>
                    <a:pt x="63444" y="40728"/>
                  </a:lnTo>
                  <a:lnTo>
                    <a:pt x="63373" y="44284"/>
                  </a:lnTo>
                  <a:lnTo>
                    <a:pt x="76115" y="44447"/>
                  </a:lnTo>
                  <a:lnTo>
                    <a:pt x="76212" y="37122"/>
                  </a:lnTo>
                  <a:lnTo>
                    <a:pt x="76284" y="31746"/>
                  </a:lnTo>
                  <a:lnTo>
                    <a:pt x="63626" y="31584"/>
                  </a:lnTo>
                  <a:close/>
                </a:path>
                <a:path w="781050" h="76200">
                  <a:moveTo>
                    <a:pt x="76286" y="31584"/>
                  </a:moveTo>
                  <a:lnTo>
                    <a:pt x="63626" y="31584"/>
                  </a:lnTo>
                  <a:lnTo>
                    <a:pt x="76284" y="31746"/>
                  </a:lnTo>
                  <a:lnTo>
                    <a:pt x="76286" y="31584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7604" y="171830"/>
              <a:ext cx="719455" cy="244475"/>
            </a:xfrm>
            <a:custGeom>
              <a:avLst/>
              <a:gdLst/>
              <a:ahLst/>
              <a:cxnLst/>
              <a:rect l="l" t="t" r="r" b="b"/>
              <a:pathLst>
                <a:path w="719455" h="244475">
                  <a:moveTo>
                    <a:pt x="484085" y="217170"/>
                  </a:moveTo>
                  <a:lnTo>
                    <a:pt x="477735" y="237109"/>
                  </a:lnTo>
                  <a:lnTo>
                    <a:pt x="483971" y="239522"/>
                  </a:lnTo>
                  <a:lnTo>
                    <a:pt x="490448" y="241300"/>
                  </a:lnTo>
                  <a:lnTo>
                    <a:pt x="497179" y="242443"/>
                  </a:lnTo>
                  <a:lnTo>
                    <a:pt x="503910" y="243713"/>
                  </a:lnTo>
                  <a:lnTo>
                    <a:pt x="511505" y="244221"/>
                  </a:lnTo>
                  <a:lnTo>
                    <a:pt x="528891" y="244221"/>
                  </a:lnTo>
                  <a:lnTo>
                    <a:pt x="568858" y="226314"/>
                  </a:lnTo>
                  <a:lnTo>
                    <a:pt x="571229" y="222885"/>
                  </a:lnTo>
                  <a:lnTo>
                    <a:pt x="512610" y="222885"/>
                  </a:lnTo>
                  <a:lnTo>
                    <a:pt x="506387" y="222250"/>
                  </a:lnTo>
                  <a:lnTo>
                    <a:pt x="501431" y="221234"/>
                  </a:lnTo>
                  <a:lnTo>
                    <a:pt x="489661" y="218567"/>
                  </a:lnTo>
                  <a:lnTo>
                    <a:pt x="484085" y="217170"/>
                  </a:lnTo>
                  <a:close/>
                </a:path>
                <a:path w="719455" h="244475">
                  <a:moveTo>
                    <a:pt x="580199" y="178816"/>
                  </a:moveTo>
                  <a:lnTo>
                    <a:pt x="554380" y="178816"/>
                  </a:lnTo>
                  <a:lnTo>
                    <a:pt x="554380" y="194818"/>
                  </a:lnTo>
                  <a:lnTo>
                    <a:pt x="553478" y="200533"/>
                  </a:lnTo>
                  <a:lnTo>
                    <a:pt x="549871" y="209423"/>
                  </a:lnTo>
                  <a:lnTo>
                    <a:pt x="547433" y="212979"/>
                  </a:lnTo>
                  <a:lnTo>
                    <a:pt x="541223" y="218313"/>
                  </a:lnTo>
                  <a:lnTo>
                    <a:pt x="537294" y="220345"/>
                  </a:lnTo>
                  <a:lnTo>
                    <a:pt x="537006" y="220345"/>
                  </a:lnTo>
                  <a:lnTo>
                    <a:pt x="533272" y="221234"/>
                  </a:lnTo>
                  <a:lnTo>
                    <a:pt x="529005" y="222377"/>
                  </a:lnTo>
                  <a:lnTo>
                    <a:pt x="524408" y="222885"/>
                  </a:lnTo>
                  <a:lnTo>
                    <a:pt x="571229" y="222885"/>
                  </a:lnTo>
                  <a:lnTo>
                    <a:pt x="580096" y="188722"/>
                  </a:lnTo>
                  <a:lnTo>
                    <a:pt x="580199" y="178816"/>
                  </a:lnTo>
                  <a:close/>
                </a:path>
                <a:path w="719455" h="244475">
                  <a:moveTo>
                    <a:pt x="535952" y="52070"/>
                  </a:moveTo>
                  <a:lnTo>
                    <a:pt x="529221" y="52070"/>
                  </a:lnTo>
                  <a:lnTo>
                    <a:pt x="521008" y="52405"/>
                  </a:lnTo>
                  <a:lnTo>
                    <a:pt x="485305" y="66040"/>
                  </a:lnTo>
                  <a:lnTo>
                    <a:pt x="468130" y="101266"/>
                  </a:lnTo>
                  <a:lnTo>
                    <a:pt x="466255" y="122554"/>
                  </a:lnTo>
                  <a:lnTo>
                    <a:pt x="467083" y="137463"/>
                  </a:lnTo>
                  <a:lnTo>
                    <a:pt x="487106" y="179024"/>
                  </a:lnTo>
                  <a:lnTo>
                    <a:pt x="521728" y="188722"/>
                  </a:lnTo>
                  <a:lnTo>
                    <a:pt x="528980" y="188722"/>
                  </a:lnTo>
                  <a:lnTo>
                    <a:pt x="535495" y="187833"/>
                  </a:lnTo>
                  <a:lnTo>
                    <a:pt x="547090" y="184023"/>
                  </a:lnTo>
                  <a:lnTo>
                    <a:pt x="551446" y="181610"/>
                  </a:lnTo>
                  <a:lnTo>
                    <a:pt x="554380" y="178816"/>
                  </a:lnTo>
                  <a:lnTo>
                    <a:pt x="580199" y="178816"/>
                  </a:lnTo>
                  <a:lnTo>
                    <a:pt x="580199" y="167640"/>
                  </a:lnTo>
                  <a:lnTo>
                    <a:pt x="520166" y="167640"/>
                  </a:lnTo>
                  <a:lnTo>
                    <a:pt x="514477" y="166497"/>
                  </a:lnTo>
                  <a:lnTo>
                    <a:pt x="510146" y="163957"/>
                  </a:lnTo>
                  <a:lnTo>
                    <a:pt x="505815" y="161544"/>
                  </a:lnTo>
                  <a:lnTo>
                    <a:pt x="502361" y="158242"/>
                  </a:lnTo>
                  <a:lnTo>
                    <a:pt x="497205" y="149860"/>
                  </a:lnTo>
                  <a:lnTo>
                    <a:pt x="495401" y="145034"/>
                  </a:lnTo>
                  <a:lnTo>
                    <a:pt x="493331" y="134239"/>
                  </a:lnTo>
                  <a:lnTo>
                    <a:pt x="492810" y="128524"/>
                  </a:lnTo>
                  <a:lnTo>
                    <a:pt x="492810" y="122554"/>
                  </a:lnTo>
                  <a:lnTo>
                    <a:pt x="502005" y="84327"/>
                  </a:lnTo>
                  <a:lnTo>
                    <a:pt x="531710" y="73025"/>
                  </a:lnTo>
                  <a:lnTo>
                    <a:pt x="580199" y="73025"/>
                  </a:lnTo>
                  <a:lnTo>
                    <a:pt x="580199" y="59309"/>
                  </a:lnTo>
                  <a:lnTo>
                    <a:pt x="558609" y="59309"/>
                  </a:lnTo>
                  <a:lnTo>
                    <a:pt x="555967" y="57658"/>
                  </a:lnTo>
                  <a:lnTo>
                    <a:pt x="552094" y="56007"/>
                  </a:lnTo>
                  <a:lnTo>
                    <a:pt x="546976" y="54483"/>
                  </a:lnTo>
                  <a:lnTo>
                    <a:pt x="541870" y="52832"/>
                  </a:lnTo>
                  <a:lnTo>
                    <a:pt x="535952" y="52070"/>
                  </a:lnTo>
                  <a:close/>
                </a:path>
                <a:path w="719455" h="244475">
                  <a:moveTo>
                    <a:pt x="580199" y="73025"/>
                  </a:moveTo>
                  <a:lnTo>
                    <a:pt x="536219" y="73025"/>
                  </a:lnTo>
                  <a:lnTo>
                    <a:pt x="540978" y="73737"/>
                  </a:lnTo>
                  <a:lnTo>
                    <a:pt x="540680" y="73737"/>
                  </a:lnTo>
                  <a:lnTo>
                    <a:pt x="544423" y="75057"/>
                  </a:lnTo>
                  <a:lnTo>
                    <a:pt x="548373" y="76326"/>
                  </a:lnTo>
                  <a:lnTo>
                    <a:pt x="551700" y="77597"/>
                  </a:lnTo>
                  <a:lnTo>
                    <a:pt x="554380" y="78867"/>
                  </a:lnTo>
                  <a:lnTo>
                    <a:pt x="554380" y="159003"/>
                  </a:lnTo>
                  <a:lnTo>
                    <a:pt x="550392" y="161544"/>
                  </a:lnTo>
                  <a:lnTo>
                    <a:pt x="546214" y="163575"/>
                  </a:lnTo>
                  <a:lnTo>
                    <a:pt x="537464" y="166877"/>
                  </a:lnTo>
                  <a:lnTo>
                    <a:pt x="532587" y="167640"/>
                  </a:lnTo>
                  <a:lnTo>
                    <a:pt x="580199" y="167640"/>
                  </a:lnTo>
                  <a:lnTo>
                    <a:pt x="580199" y="73025"/>
                  </a:lnTo>
                  <a:close/>
                </a:path>
                <a:path w="719455" h="244475">
                  <a:moveTo>
                    <a:pt x="580199" y="55123"/>
                  </a:moveTo>
                  <a:lnTo>
                    <a:pt x="559776" y="55123"/>
                  </a:lnTo>
                  <a:lnTo>
                    <a:pt x="558609" y="59309"/>
                  </a:lnTo>
                  <a:lnTo>
                    <a:pt x="580199" y="59309"/>
                  </a:lnTo>
                  <a:lnTo>
                    <a:pt x="580199" y="55123"/>
                  </a:lnTo>
                  <a:close/>
                </a:path>
                <a:path w="719455" h="244475">
                  <a:moveTo>
                    <a:pt x="223202" y="52070"/>
                  </a:moveTo>
                  <a:lnTo>
                    <a:pt x="186131" y="61446"/>
                  </a:lnTo>
                  <a:lnTo>
                    <a:pt x="163902" y="103586"/>
                  </a:lnTo>
                  <a:lnTo>
                    <a:pt x="162979" y="119634"/>
                  </a:lnTo>
                  <a:lnTo>
                    <a:pt x="163171" y="128017"/>
                  </a:lnTo>
                  <a:lnTo>
                    <a:pt x="171577" y="165608"/>
                  </a:lnTo>
                  <a:lnTo>
                    <a:pt x="208189" y="187674"/>
                  </a:lnTo>
                  <a:lnTo>
                    <a:pt x="223697" y="188722"/>
                  </a:lnTo>
                  <a:lnTo>
                    <a:pt x="228587" y="188722"/>
                  </a:lnTo>
                  <a:lnTo>
                    <a:pt x="268185" y="179070"/>
                  </a:lnTo>
                  <a:lnTo>
                    <a:pt x="274675" y="175005"/>
                  </a:lnTo>
                  <a:lnTo>
                    <a:pt x="271836" y="167386"/>
                  </a:lnTo>
                  <a:lnTo>
                    <a:pt x="216687" y="167386"/>
                  </a:lnTo>
                  <a:lnTo>
                    <a:pt x="208813" y="165608"/>
                  </a:lnTo>
                  <a:lnTo>
                    <a:pt x="189534" y="133603"/>
                  </a:lnTo>
                  <a:lnTo>
                    <a:pt x="189534" y="128270"/>
                  </a:lnTo>
                  <a:lnTo>
                    <a:pt x="276428" y="128270"/>
                  </a:lnTo>
                  <a:lnTo>
                    <a:pt x="276428" y="107823"/>
                  </a:lnTo>
                  <a:lnTo>
                    <a:pt x="189534" y="107823"/>
                  </a:lnTo>
                  <a:lnTo>
                    <a:pt x="189674" y="107315"/>
                  </a:lnTo>
                  <a:lnTo>
                    <a:pt x="189759" y="106679"/>
                  </a:lnTo>
                  <a:lnTo>
                    <a:pt x="189826" y="106172"/>
                  </a:lnTo>
                  <a:lnTo>
                    <a:pt x="190036" y="103586"/>
                  </a:lnTo>
                  <a:lnTo>
                    <a:pt x="190157" y="102108"/>
                  </a:lnTo>
                  <a:lnTo>
                    <a:pt x="190360" y="100584"/>
                  </a:lnTo>
                  <a:lnTo>
                    <a:pt x="213321" y="72771"/>
                  </a:lnTo>
                  <a:lnTo>
                    <a:pt x="267925" y="72771"/>
                  </a:lnTo>
                  <a:lnTo>
                    <a:pt x="266369" y="70485"/>
                  </a:lnTo>
                  <a:lnTo>
                    <a:pt x="230974" y="52379"/>
                  </a:lnTo>
                  <a:lnTo>
                    <a:pt x="223202" y="52070"/>
                  </a:lnTo>
                  <a:close/>
                </a:path>
                <a:path w="719455" h="244475">
                  <a:moveTo>
                    <a:pt x="267957" y="156972"/>
                  </a:moveTo>
                  <a:lnTo>
                    <a:pt x="262255" y="159639"/>
                  </a:lnTo>
                  <a:lnTo>
                    <a:pt x="255748" y="162178"/>
                  </a:lnTo>
                  <a:lnTo>
                    <a:pt x="243039" y="166370"/>
                  </a:lnTo>
                  <a:lnTo>
                    <a:pt x="235407" y="167386"/>
                  </a:lnTo>
                  <a:lnTo>
                    <a:pt x="271836" y="167386"/>
                  </a:lnTo>
                  <a:lnTo>
                    <a:pt x="267957" y="156972"/>
                  </a:lnTo>
                  <a:close/>
                </a:path>
                <a:path w="719455" h="244475">
                  <a:moveTo>
                    <a:pt x="267925" y="72771"/>
                  </a:moveTo>
                  <a:lnTo>
                    <a:pt x="231406" y="72771"/>
                  </a:lnTo>
                  <a:lnTo>
                    <a:pt x="237909" y="75438"/>
                  </a:lnTo>
                  <a:lnTo>
                    <a:pt x="242697" y="80645"/>
                  </a:lnTo>
                  <a:lnTo>
                    <a:pt x="249776" y="106172"/>
                  </a:lnTo>
                  <a:lnTo>
                    <a:pt x="249859" y="107823"/>
                  </a:lnTo>
                  <a:lnTo>
                    <a:pt x="276428" y="107823"/>
                  </a:lnTo>
                  <a:lnTo>
                    <a:pt x="276385" y="106172"/>
                  </a:lnTo>
                  <a:lnTo>
                    <a:pt x="276171" y="103586"/>
                  </a:lnTo>
                  <a:lnTo>
                    <a:pt x="276048" y="102108"/>
                  </a:lnTo>
                  <a:lnTo>
                    <a:pt x="270344" y="76326"/>
                  </a:lnTo>
                  <a:lnTo>
                    <a:pt x="267925" y="72771"/>
                  </a:lnTo>
                  <a:close/>
                </a:path>
                <a:path w="719455" h="244475">
                  <a:moveTo>
                    <a:pt x="442417" y="55118"/>
                  </a:moveTo>
                  <a:lnTo>
                    <a:pt x="416356" y="55118"/>
                  </a:lnTo>
                  <a:lnTo>
                    <a:pt x="416356" y="185674"/>
                  </a:lnTo>
                  <a:lnTo>
                    <a:pt x="442417" y="185674"/>
                  </a:lnTo>
                  <a:lnTo>
                    <a:pt x="442417" y="55118"/>
                  </a:lnTo>
                  <a:close/>
                </a:path>
                <a:path w="719455" h="244475">
                  <a:moveTo>
                    <a:pt x="632282" y="55123"/>
                  </a:moveTo>
                  <a:lnTo>
                    <a:pt x="607911" y="55123"/>
                  </a:lnTo>
                  <a:lnTo>
                    <a:pt x="608960" y="74041"/>
                  </a:lnTo>
                  <a:lnTo>
                    <a:pt x="609010" y="74929"/>
                  </a:lnTo>
                  <a:lnTo>
                    <a:pt x="609136" y="77216"/>
                  </a:lnTo>
                  <a:lnTo>
                    <a:pt x="609165" y="77724"/>
                  </a:lnTo>
                  <a:lnTo>
                    <a:pt x="609277" y="79755"/>
                  </a:lnTo>
                  <a:lnTo>
                    <a:pt x="609390" y="81788"/>
                  </a:lnTo>
                  <a:lnTo>
                    <a:pt x="609482" y="83439"/>
                  </a:lnTo>
                  <a:lnTo>
                    <a:pt x="609573" y="85090"/>
                  </a:lnTo>
                  <a:lnTo>
                    <a:pt x="609700" y="87375"/>
                  </a:lnTo>
                  <a:lnTo>
                    <a:pt x="609785" y="88900"/>
                  </a:lnTo>
                  <a:lnTo>
                    <a:pt x="609904" y="185674"/>
                  </a:lnTo>
                  <a:lnTo>
                    <a:pt x="635965" y="185674"/>
                  </a:lnTo>
                  <a:lnTo>
                    <a:pt x="635965" y="85598"/>
                  </a:lnTo>
                  <a:lnTo>
                    <a:pt x="636612" y="85090"/>
                  </a:lnTo>
                  <a:lnTo>
                    <a:pt x="637666" y="84327"/>
                  </a:lnTo>
                  <a:lnTo>
                    <a:pt x="639140" y="83439"/>
                  </a:lnTo>
                  <a:lnTo>
                    <a:pt x="640600" y="82676"/>
                  </a:lnTo>
                  <a:lnTo>
                    <a:pt x="642213" y="81788"/>
                  </a:lnTo>
                  <a:lnTo>
                    <a:pt x="643940" y="81025"/>
                  </a:lnTo>
                  <a:lnTo>
                    <a:pt x="648195" y="78867"/>
                  </a:lnTo>
                  <a:lnTo>
                    <a:pt x="652487" y="77216"/>
                  </a:lnTo>
                  <a:lnTo>
                    <a:pt x="661162" y="74675"/>
                  </a:lnTo>
                  <a:lnTo>
                    <a:pt x="665505" y="74041"/>
                  </a:lnTo>
                  <a:lnTo>
                    <a:pt x="715672" y="74041"/>
                  </a:lnTo>
                  <a:lnTo>
                    <a:pt x="713778" y="69596"/>
                  </a:lnTo>
                  <a:lnTo>
                    <a:pt x="711048" y="66040"/>
                  </a:lnTo>
                  <a:lnTo>
                    <a:pt x="632891" y="66040"/>
                  </a:lnTo>
                  <a:lnTo>
                    <a:pt x="632700" y="62611"/>
                  </a:lnTo>
                  <a:lnTo>
                    <a:pt x="632608" y="60960"/>
                  </a:lnTo>
                  <a:lnTo>
                    <a:pt x="632537" y="59690"/>
                  </a:lnTo>
                  <a:lnTo>
                    <a:pt x="632416" y="57530"/>
                  </a:lnTo>
                  <a:lnTo>
                    <a:pt x="632303" y="55499"/>
                  </a:lnTo>
                  <a:lnTo>
                    <a:pt x="632282" y="55123"/>
                  </a:lnTo>
                  <a:close/>
                </a:path>
                <a:path w="719455" h="244475">
                  <a:moveTo>
                    <a:pt x="715672" y="74041"/>
                  </a:moveTo>
                  <a:lnTo>
                    <a:pt x="675093" y="74041"/>
                  </a:lnTo>
                  <a:lnTo>
                    <a:pt x="679208" y="74675"/>
                  </a:lnTo>
                  <a:lnTo>
                    <a:pt x="685241" y="77724"/>
                  </a:lnTo>
                  <a:lnTo>
                    <a:pt x="693293" y="101726"/>
                  </a:lnTo>
                  <a:lnTo>
                    <a:pt x="693293" y="185674"/>
                  </a:lnTo>
                  <a:lnTo>
                    <a:pt x="719112" y="185674"/>
                  </a:lnTo>
                  <a:lnTo>
                    <a:pt x="719112" y="94488"/>
                  </a:lnTo>
                  <a:lnTo>
                    <a:pt x="718502" y="87375"/>
                  </a:lnTo>
                  <a:lnTo>
                    <a:pt x="716051" y="74929"/>
                  </a:lnTo>
                  <a:lnTo>
                    <a:pt x="715672" y="74041"/>
                  </a:lnTo>
                  <a:close/>
                </a:path>
                <a:path w="719455" h="244475">
                  <a:moveTo>
                    <a:pt x="683907" y="52070"/>
                  </a:moveTo>
                  <a:lnTo>
                    <a:pt x="675119" y="52070"/>
                  </a:lnTo>
                  <a:lnTo>
                    <a:pt x="668182" y="52405"/>
                  </a:lnTo>
                  <a:lnTo>
                    <a:pt x="632891" y="66040"/>
                  </a:lnTo>
                  <a:lnTo>
                    <a:pt x="711048" y="66040"/>
                  </a:lnTo>
                  <a:lnTo>
                    <a:pt x="707148" y="60960"/>
                  </a:lnTo>
                  <a:lnTo>
                    <a:pt x="702627" y="57658"/>
                  </a:lnTo>
                  <a:lnTo>
                    <a:pt x="696899" y="55499"/>
                  </a:lnTo>
                  <a:lnTo>
                    <a:pt x="691172" y="53213"/>
                  </a:lnTo>
                  <a:lnTo>
                    <a:pt x="683907" y="52070"/>
                  </a:lnTo>
                  <a:close/>
                </a:path>
                <a:path w="719455" h="244475">
                  <a:moveTo>
                    <a:pt x="300558" y="159130"/>
                  </a:moveTo>
                  <a:lnTo>
                    <a:pt x="292544" y="178816"/>
                  </a:lnTo>
                  <a:lnTo>
                    <a:pt x="299173" y="182245"/>
                  </a:lnTo>
                  <a:lnTo>
                    <a:pt x="306489" y="184785"/>
                  </a:lnTo>
                  <a:lnTo>
                    <a:pt x="315027" y="186420"/>
                  </a:lnTo>
                  <a:lnTo>
                    <a:pt x="322478" y="187960"/>
                  </a:lnTo>
                  <a:lnTo>
                    <a:pt x="330657" y="188722"/>
                  </a:lnTo>
                  <a:lnTo>
                    <a:pt x="339026" y="188722"/>
                  </a:lnTo>
                  <a:lnTo>
                    <a:pt x="380111" y="179450"/>
                  </a:lnTo>
                  <a:lnTo>
                    <a:pt x="391094" y="167433"/>
                  </a:lnTo>
                  <a:lnTo>
                    <a:pt x="332509" y="167433"/>
                  </a:lnTo>
                  <a:lnTo>
                    <a:pt x="325069" y="166750"/>
                  </a:lnTo>
                  <a:lnTo>
                    <a:pt x="312445" y="163957"/>
                  </a:lnTo>
                  <a:lnTo>
                    <a:pt x="306374" y="161925"/>
                  </a:lnTo>
                  <a:lnTo>
                    <a:pt x="300558" y="159130"/>
                  </a:lnTo>
                  <a:close/>
                </a:path>
                <a:path w="719455" h="244475">
                  <a:moveTo>
                    <a:pt x="357670" y="52070"/>
                  </a:moveTo>
                  <a:lnTo>
                    <a:pt x="341922" y="52070"/>
                  </a:lnTo>
                  <a:lnTo>
                    <a:pt x="335711" y="52704"/>
                  </a:lnTo>
                  <a:lnTo>
                    <a:pt x="329349" y="53975"/>
                  </a:lnTo>
                  <a:lnTo>
                    <a:pt x="322999" y="55118"/>
                  </a:lnTo>
                  <a:lnTo>
                    <a:pt x="317220" y="57276"/>
                  </a:lnTo>
                  <a:lnTo>
                    <a:pt x="312013" y="60198"/>
                  </a:lnTo>
                  <a:lnTo>
                    <a:pt x="306793" y="62992"/>
                  </a:lnTo>
                  <a:lnTo>
                    <a:pt x="302590" y="67055"/>
                  </a:lnTo>
                  <a:lnTo>
                    <a:pt x="296151" y="76962"/>
                  </a:lnTo>
                  <a:lnTo>
                    <a:pt x="294538" y="83185"/>
                  </a:lnTo>
                  <a:lnTo>
                    <a:pt x="294538" y="99568"/>
                  </a:lnTo>
                  <a:lnTo>
                    <a:pt x="318414" y="122427"/>
                  </a:lnTo>
                  <a:lnTo>
                    <a:pt x="323913" y="124714"/>
                  </a:lnTo>
                  <a:lnTo>
                    <a:pt x="329895" y="127000"/>
                  </a:lnTo>
                  <a:lnTo>
                    <a:pt x="342874" y="131318"/>
                  </a:lnTo>
                  <a:lnTo>
                    <a:pt x="349135" y="133603"/>
                  </a:lnTo>
                  <a:lnTo>
                    <a:pt x="355193" y="136144"/>
                  </a:lnTo>
                  <a:lnTo>
                    <a:pt x="364363" y="139446"/>
                  </a:lnTo>
                  <a:lnTo>
                    <a:pt x="368947" y="144525"/>
                  </a:lnTo>
                  <a:lnTo>
                    <a:pt x="368947" y="154813"/>
                  </a:lnTo>
                  <a:lnTo>
                    <a:pt x="368198" y="157607"/>
                  </a:lnTo>
                  <a:lnTo>
                    <a:pt x="345972" y="167433"/>
                  </a:lnTo>
                  <a:lnTo>
                    <a:pt x="391094" y="167433"/>
                  </a:lnTo>
                  <a:lnTo>
                    <a:pt x="393712" y="159766"/>
                  </a:lnTo>
                  <a:lnTo>
                    <a:pt x="393839" y="159394"/>
                  </a:lnTo>
                  <a:lnTo>
                    <a:pt x="394754" y="149987"/>
                  </a:lnTo>
                  <a:lnTo>
                    <a:pt x="394754" y="140462"/>
                  </a:lnTo>
                  <a:lnTo>
                    <a:pt x="392252" y="133223"/>
                  </a:lnTo>
                  <a:lnTo>
                    <a:pt x="355815" y="111505"/>
                  </a:lnTo>
                  <a:lnTo>
                    <a:pt x="342493" y="107188"/>
                  </a:lnTo>
                  <a:lnTo>
                    <a:pt x="337045" y="104901"/>
                  </a:lnTo>
                  <a:lnTo>
                    <a:pt x="332816" y="102489"/>
                  </a:lnTo>
                  <a:lnTo>
                    <a:pt x="328015" y="100457"/>
                  </a:lnTo>
                  <a:lnTo>
                    <a:pt x="324700" y="98425"/>
                  </a:lnTo>
                  <a:lnTo>
                    <a:pt x="322859" y="96266"/>
                  </a:lnTo>
                  <a:lnTo>
                    <a:pt x="321017" y="94234"/>
                  </a:lnTo>
                  <a:lnTo>
                    <a:pt x="320103" y="91313"/>
                  </a:lnTo>
                  <a:lnTo>
                    <a:pt x="320103" y="83947"/>
                  </a:lnTo>
                  <a:lnTo>
                    <a:pt x="322033" y="80645"/>
                  </a:lnTo>
                  <a:lnTo>
                    <a:pt x="329755" y="74549"/>
                  </a:lnTo>
                  <a:lnTo>
                    <a:pt x="336880" y="73025"/>
                  </a:lnTo>
                  <a:lnTo>
                    <a:pt x="387619" y="73025"/>
                  </a:lnTo>
                  <a:lnTo>
                    <a:pt x="392506" y="60705"/>
                  </a:lnTo>
                  <a:lnTo>
                    <a:pt x="386664" y="58166"/>
                  </a:lnTo>
                  <a:lnTo>
                    <a:pt x="380199" y="56134"/>
                  </a:lnTo>
                  <a:lnTo>
                    <a:pt x="373113" y="54610"/>
                  </a:lnTo>
                  <a:lnTo>
                    <a:pt x="366039" y="52959"/>
                  </a:lnTo>
                  <a:lnTo>
                    <a:pt x="357670" y="52070"/>
                  </a:lnTo>
                  <a:close/>
                </a:path>
                <a:path w="719455" h="244475">
                  <a:moveTo>
                    <a:pt x="387619" y="73025"/>
                  </a:moveTo>
                  <a:lnTo>
                    <a:pt x="354482" y="73025"/>
                  </a:lnTo>
                  <a:lnTo>
                    <a:pt x="360946" y="73660"/>
                  </a:lnTo>
                  <a:lnTo>
                    <a:pt x="372389" y="76200"/>
                  </a:lnTo>
                  <a:lnTo>
                    <a:pt x="378447" y="77977"/>
                  </a:lnTo>
                  <a:lnTo>
                    <a:pt x="384848" y="80010"/>
                  </a:lnTo>
                  <a:lnTo>
                    <a:pt x="387619" y="73025"/>
                  </a:lnTo>
                  <a:close/>
                </a:path>
                <a:path w="719455" h="244475">
                  <a:moveTo>
                    <a:pt x="53733" y="0"/>
                  </a:moveTo>
                  <a:lnTo>
                    <a:pt x="0" y="0"/>
                  </a:lnTo>
                  <a:lnTo>
                    <a:pt x="0" y="185674"/>
                  </a:lnTo>
                  <a:lnTo>
                    <a:pt x="46494" y="185674"/>
                  </a:lnTo>
                  <a:lnTo>
                    <a:pt x="56969" y="185408"/>
                  </a:lnTo>
                  <a:lnTo>
                    <a:pt x="102331" y="175228"/>
                  </a:lnTo>
                  <a:lnTo>
                    <a:pt x="119350" y="163322"/>
                  </a:lnTo>
                  <a:lnTo>
                    <a:pt x="26073" y="163322"/>
                  </a:lnTo>
                  <a:lnTo>
                    <a:pt x="26073" y="22860"/>
                  </a:lnTo>
                  <a:lnTo>
                    <a:pt x="121817" y="22860"/>
                  </a:lnTo>
                  <a:lnTo>
                    <a:pt x="120573" y="21463"/>
                  </a:lnTo>
                  <a:lnTo>
                    <a:pt x="83451" y="2839"/>
                  </a:lnTo>
                  <a:lnTo>
                    <a:pt x="64230" y="311"/>
                  </a:lnTo>
                  <a:lnTo>
                    <a:pt x="53733" y="0"/>
                  </a:lnTo>
                  <a:close/>
                </a:path>
                <a:path w="719455" h="244475">
                  <a:moveTo>
                    <a:pt x="121817" y="22860"/>
                  </a:moveTo>
                  <a:lnTo>
                    <a:pt x="53975" y="22860"/>
                  </a:lnTo>
                  <a:lnTo>
                    <a:pt x="68779" y="23858"/>
                  </a:lnTo>
                  <a:lnTo>
                    <a:pt x="81567" y="26844"/>
                  </a:lnTo>
                  <a:lnTo>
                    <a:pt x="112722" y="59483"/>
                  </a:lnTo>
                  <a:lnTo>
                    <a:pt x="116598" y="90043"/>
                  </a:lnTo>
                  <a:lnTo>
                    <a:pt x="116303" y="100500"/>
                  </a:lnTo>
                  <a:lnTo>
                    <a:pt x="106092" y="138763"/>
                  </a:lnTo>
                  <a:lnTo>
                    <a:pt x="69486" y="161446"/>
                  </a:lnTo>
                  <a:lnTo>
                    <a:pt x="45986" y="163322"/>
                  </a:lnTo>
                  <a:lnTo>
                    <a:pt x="119350" y="163322"/>
                  </a:lnTo>
                  <a:lnTo>
                    <a:pt x="139865" y="128139"/>
                  </a:lnTo>
                  <a:lnTo>
                    <a:pt x="143916" y="93599"/>
                  </a:lnTo>
                  <a:lnTo>
                    <a:pt x="143547" y="81478"/>
                  </a:lnTo>
                  <a:lnTo>
                    <a:pt x="134725" y="42090"/>
                  </a:lnTo>
                  <a:lnTo>
                    <a:pt x="126000" y="27560"/>
                  </a:lnTo>
                  <a:lnTo>
                    <a:pt x="121817" y="22860"/>
                  </a:lnTo>
                  <a:close/>
                </a:path>
                <a:path w="719455" h="244475">
                  <a:moveTo>
                    <a:pt x="442417" y="3048"/>
                  </a:moveTo>
                  <a:lnTo>
                    <a:pt x="416102" y="3048"/>
                  </a:lnTo>
                  <a:lnTo>
                    <a:pt x="416102" y="29972"/>
                  </a:lnTo>
                  <a:lnTo>
                    <a:pt x="442417" y="29972"/>
                  </a:lnTo>
                  <a:lnTo>
                    <a:pt x="442417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2793492" y="4669535"/>
            <a:ext cx="1184275" cy="1225550"/>
            <a:chOff x="2793492" y="4669535"/>
            <a:chExt cx="1184275" cy="1225550"/>
          </a:xfrm>
        </p:grpSpPr>
        <p:sp>
          <p:nvSpPr>
            <p:cNvPr id="9" name="object 9" descr=""/>
            <p:cNvSpPr/>
            <p:nvPr/>
          </p:nvSpPr>
          <p:spPr>
            <a:xfrm>
              <a:off x="3346704" y="5068823"/>
              <a:ext cx="76200" cy="826769"/>
            </a:xfrm>
            <a:custGeom>
              <a:avLst/>
              <a:gdLst/>
              <a:ahLst/>
              <a:cxnLst/>
              <a:rect l="l" t="t" r="r" b="b"/>
              <a:pathLst>
                <a:path w="76200" h="826770">
                  <a:moveTo>
                    <a:pt x="31750" y="749973"/>
                  </a:moveTo>
                  <a:lnTo>
                    <a:pt x="0" y="749973"/>
                  </a:lnTo>
                  <a:lnTo>
                    <a:pt x="38100" y="826173"/>
                  </a:lnTo>
                  <a:lnTo>
                    <a:pt x="69850" y="762673"/>
                  </a:lnTo>
                  <a:lnTo>
                    <a:pt x="31750" y="762673"/>
                  </a:lnTo>
                  <a:lnTo>
                    <a:pt x="31750" y="749973"/>
                  </a:lnTo>
                  <a:close/>
                </a:path>
                <a:path w="76200" h="826770">
                  <a:moveTo>
                    <a:pt x="44450" y="0"/>
                  </a:moveTo>
                  <a:lnTo>
                    <a:pt x="31750" y="0"/>
                  </a:lnTo>
                  <a:lnTo>
                    <a:pt x="31750" y="762673"/>
                  </a:lnTo>
                  <a:lnTo>
                    <a:pt x="44450" y="762673"/>
                  </a:lnTo>
                  <a:lnTo>
                    <a:pt x="44450" y="0"/>
                  </a:lnTo>
                  <a:close/>
                </a:path>
                <a:path w="76200" h="826770">
                  <a:moveTo>
                    <a:pt x="76200" y="749973"/>
                  </a:moveTo>
                  <a:lnTo>
                    <a:pt x="44450" y="749973"/>
                  </a:lnTo>
                  <a:lnTo>
                    <a:pt x="44450" y="762673"/>
                  </a:lnTo>
                  <a:lnTo>
                    <a:pt x="69850" y="762673"/>
                  </a:lnTo>
                  <a:lnTo>
                    <a:pt x="76200" y="749973"/>
                  </a:lnTo>
                  <a:close/>
                </a:path>
              </a:pathLst>
            </a:custGeom>
            <a:solidFill>
              <a:srgbClr val="2525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793492" y="4669535"/>
              <a:ext cx="1184275" cy="399415"/>
            </a:xfrm>
            <a:custGeom>
              <a:avLst/>
              <a:gdLst/>
              <a:ahLst/>
              <a:cxnLst/>
              <a:rect l="l" t="t" r="r" b="b"/>
              <a:pathLst>
                <a:path w="1184275" h="399414">
                  <a:moveTo>
                    <a:pt x="1184147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1184147" y="399288"/>
                  </a:lnTo>
                  <a:lnTo>
                    <a:pt x="1184147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1892" y="740486"/>
            <a:ext cx="7527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defined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allocated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architectural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design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1892" y="3199357"/>
            <a:ext cx="9224010" cy="10572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Procedures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ensure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after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development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specified</a:t>
            </a:r>
            <a:endParaRPr sz="1600">
              <a:latin typeface="Arial MT"/>
              <a:cs typeface="Arial MT"/>
            </a:endParaRPr>
          </a:p>
          <a:p>
            <a:pPr lvl="1" marL="646430" marR="5080" indent="-177165">
              <a:lnSpc>
                <a:spcPct val="120000"/>
              </a:lnSpc>
              <a:spcBef>
                <a:spcPts val="60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E.g.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Procedures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correct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integration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initialization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controls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well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maintaining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cybersecurity </a:t>
            </a:r>
            <a:r>
              <a:rPr dirty="0" sz="1600" spc="-150">
                <a:latin typeface="Arial MT"/>
                <a:cs typeface="Arial MT"/>
              </a:rPr>
              <a:t>throughout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production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652016" y="1162621"/>
            <a:ext cx="3305810" cy="1521460"/>
            <a:chOff x="1652016" y="1162621"/>
            <a:chExt cx="3305810" cy="1521460"/>
          </a:xfrm>
        </p:grpSpPr>
        <p:sp>
          <p:nvSpPr>
            <p:cNvPr id="14" name="object 14" descr=""/>
            <p:cNvSpPr/>
            <p:nvPr/>
          </p:nvSpPr>
          <p:spPr>
            <a:xfrm>
              <a:off x="2013204" y="1167383"/>
              <a:ext cx="2940050" cy="1511935"/>
            </a:xfrm>
            <a:custGeom>
              <a:avLst/>
              <a:gdLst/>
              <a:ahLst/>
              <a:cxnLst/>
              <a:rect l="l" t="t" r="r" b="b"/>
              <a:pathLst>
                <a:path w="2940050" h="1511935">
                  <a:moveTo>
                    <a:pt x="0" y="251967"/>
                  </a:moveTo>
                  <a:lnTo>
                    <a:pt x="4058" y="206667"/>
                  </a:lnTo>
                  <a:lnTo>
                    <a:pt x="15759" y="164034"/>
                  </a:lnTo>
                  <a:lnTo>
                    <a:pt x="34393" y="124779"/>
                  </a:lnTo>
                  <a:lnTo>
                    <a:pt x="59248" y="89614"/>
                  </a:lnTo>
                  <a:lnTo>
                    <a:pt x="89614" y="59248"/>
                  </a:lnTo>
                  <a:lnTo>
                    <a:pt x="124779" y="34393"/>
                  </a:lnTo>
                  <a:lnTo>
                    <a:pt x="164034" y="15759"/>
                  </a:lnTo>
                  <a:lnTo>
                    <a:pt x="206667" y="4058"/>
                  </a:lnTo>
                  <a:lnTo>
                    <a:pt x="251968" y="0"/>
                  </a:lnTo>
                  <a:lnTo>
                    <a:pt x="2687828" y="0"/>
                  </a:lnTo>
                  <a:lnTo>
                    <a:pt x="2733128" y="4058"/>
                  </a:lnTo>
                  <a:lnTo>
                    <a:pt x="2775761" y="15759"/>
                  </a:lnTo>
                  <a:lnTo>
                    <a:pt x="2815016" y="34393"/>
                  </a:lnTo>
                  <a:lnTo>
                    <a:pt x="2850181" y="59248"/>
                  </a:lnTo>
                  <a:lnTo>
                    <a:pt x="2880547" y="89614"/>
                  </a:lnTo>
                  <a:lnTo>
                    <a:pt x="2905402" y="124779"/>
                  </a:lnTo>
                  <a:lnTo>
                    <a:pt x="2924036" y="164034"/>
                  </a:lnTo>
                  <a:lnTo>
                    <a:pt x="2935737" y="206667"/>
                  </a:lnTo>
                  <a:lnTo>
                    <a:pt x="2939796" y="251967"/>
                  </a:lnTo>
                  <a:lnTo>
                    <a:pt x="2939796" y="1259839"/>
                  </a:lnTo>
                  <a:lnTo>
                    <a:pt x="2935737" y="1305140"/>
                  </a:lnTo>
                  <a:lnTo>
                    <a:pt x="2924036" y="1347773"/>
                  </a:lnTo>
                  <a:lnTo>
                    <a:pt x="2905402" y="1387028"/>
                  </a:lnTo>
                  <a:lnTo>
                    <a:pt x="2880547" y="1422193"/>
                  </a:lnTo>
                  <a:lnTo>
                    <a:pt x="2850181" y="1452559"/>
                  </a:lnTo>
                  <a:lnTo>
                    <a:pt x="2815016" y="1477414"/>
                  </a:lnTo>
                  <a:lnTo>
                    <a:pt x="2775761" y="1496048"/>
                  </a:lnTo>
                  <a:lnTo>
                    <a:pt x="2733128" y="1507749"/>
                  </a:lnTo>
                  <a:lnTo>
                    <a:pt x="2687828" y="1511807"/>
                  </a:lnTo>
                  <a:lnTo>
                    <a:pt x="251968" y="1511807"/>
                  </a:lnTo>
                  <a:lnTo>
                    <a:pt x="206667" y="1507749"/>
                  </a:lnTo>
                  <a:lnTo>
                    <a:pt x="164034" y="1496048"/>
                  </a:lnTo>
                  <a:lnTo>
                    <a:pt x="124779" y="1477414"/>
                  </a:lnTo>
                  <a:lnTo>
                    <a:pt x="89614" y="1452559"/>
                  </a:lnTo>
                  <a:lnTo>
                    <a:pt x="59248" y="1422193"/>
                  </a:lnTo>
                  <a:lnTo>
                    <a:pt x="34393" y="1387028"/>
                  </a:lnTo>
                  <a:lnTo>
                    <a:pt x="15759" y="1347773"/>
                  </a:lnTo>
                  <a:lnTo>
                    <a:pt x="4058" y="1305140"/>
                  </a:lnTo>
                  <a:lnTo>
                    <a:pt x="0" y="1259839"/>
                  </a:lnTo>
                  <a:lnTo>
                    <a:pt x="0" y="251967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52016" y="1312163"/>
              <a:ext cx="576580" cy="215265"/>
            </a:xfrm>
            <a:custGeom>
              <a:avLst/>
              <a:gdLst/>
              <a:ahLst/>
              <a:cxnLst/>
              <a:rect l="l" t="t" r="r" b="b"/>
              <a:pathLst>
                <a:path w="576580" h="215265">
                  <a:moveTo>
                    <a:pt x="468629" y="0"/>
                  </a:moveTo>
                  <a:lnTo>
                    <a:pt x="468629" y="53721"/>
                  </a:lnTo>
                  <a:lnTo>
                    <a:pt x="107441" y="53721"/>
                  </a:lnTo>
                  <a:lnTo>
                    <a:pt x="107441" y="0"/>
                  </a:lnTo>
                  <a:lnTo>
                    <a:pt x="0" y="107441"/>
                  </a:lnTo>
                  <a:lnTo>
                    <a:pt x="107441" y="214884"/>
                  </a:lnTo>
                  <a:lnTo>
                    <a:pt x="107441" y="161162"/>
                  </a:lnTo>
                  <a:lnTo>
                    <a:pt x="468629" y="161162"/>
                  </a:lnTo>
                  <a:lnTo>
                    <a:pt x="468629" y="214884"/>
                  </a:lnTo>
                  <a:lnTo>
                    <a:pt x="576071" y="107441"/>
                  </a:lnTo>
                  <a:lnTo>
                    <a:pt x="468629" y="0"/>
                  </a:lnTo>
                  <a:close/>
                </a:path>
              </a:pathLst>
            </a:custGeom>
            <a:solidFill>
              <a:srgbClr val="252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809114" y="1328166"/>
            <a:ext cx="261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solidFill>
                  <a:srgbClr val="FFFFFF"/>
                </a:solidFill>
                <a:latin typeface="Arial MT"/>
                <a:cs typeface="Arial MT"/>
              </a:rPr>
              <a:t>GSM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652016" y="1717548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80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5"/>
                </a:lnTo>
                <a:lnTo>
                  <a:pt x="467867" y="162305"/>
                </a:lnTo>
                <a:lnTo>
                  <a:pt x="467867" y="216407"/>
                </a:lnTo>
                <a:lnTo>
                  <a:pt x="576071" y="108203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818258" y="1734057"/>
            <a:ext cx="245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WIFI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652016" y="2125979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80" h="216535">
                <a:moveTo>
                  <a:pt x="467867" y="0"/>
                </a:moveTo>
                <a:lnTo>
                  <a:pt x="467867" y="54102"/>
                </a:lnTo>
                <a:lnTo>
                  <a:pt x="108203" y="54102"/>
                </a:lnTo>
                <a:lnTo>
                  <a:pt x="108203" y="0"/>
                </a:lnTo>
                <a:lnTo>
                  <a:pt x="0" y="108204"/>
                </a:lnTo>
                <a:lnTo>
                  <a:pt x="108203" y="216408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8"/>
                </a:lnTo>
                <a:lnTo>
                  <a:pt x="576071" y="108204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824354" y="2143505"/>
            <a:ext cx="232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0">
                <a:solidFill>
                  <a:srgbClr val="FFFFFF"/>
                </a:solidFill>
                <a:latin typeface="Arial MT"/>
                <a:cs typeface="Arial MT"/>
              </a:rPr>
              <a:t>Etc..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809744" y="1312163"/>
            <a:ext cx="574675" cy="215265"/>
          </a:xfrm>
          <a:custGeom>
            <a:avLst/>
            <a:gdLst/>
            <a:ahLst/>
            <a:cxnLst/>
            <a:rect l="l" t="t" r="r" b="b"/>
            <a:pathLst>
              <a:path w="574675" h="215265">
                <a:moveTo>
                  <a:pt x="467105" y="0"/>
                </a:moveTo>
                <a:lnTo>
                  <a:pt x="467105" y="53721"/>
                </a:lnTo>
                <a:lnTo>
                  <a:pt x="107441" y="53721"/>
                </a:lnTo>
                <a:lnTo>
                  <a:pt x="107441" y="0"/>
                </a:lnTo>
                <a:lnTo>
                  <a:pt x="0" y="107441"/>
                </a:lnTo>
                <a:lnTo>
                  <a:pt x="107441" y="214884"/>
                </a:lnTo>
                <a:lnTo>
                  <a:pt x="107441" y="161162"/>
                </a:lnTo>
                <a:lnTo>
                  <a:pt x="467105" y="161162"/>
                </a:lnTo>
                <a:lnTo>
                  <a:pt x="467105" y="214884"/>
                </a:lnTo>
                <a:lnTo>
                  <a:pt x="574547" y="107441"/>
                </a:lnTo>
                <a:lnTo>
                  <a:pt x="467105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978146" y="1328166"/>
            <a:ext cx="238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solidFill>
                  <a:srgbClr val="FFFFFF"/>
                </a:solidFill>
                <a:latin typeface="Arial MT"/>
                <a:cs typeface="Arial MT"/>
              </a:rPr>
              <a:t>USB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809744" y="1717548"/>
            <a:ext cx="574675" cy="216535"/>
          </a:xfrm>
          <a:custGeom>
            <a:avLst/>
            <a:gdLst/>
            <a:ahLst/>
            <a:cxnLst/>
            <a:rect l="l" t="t" r="r" b="b"/>
            <a:pathLst>
              <a:path w="574675" h="216535">
                <a:moveTo>
                  <a:pt x="466343" y="0"/>
                </a:moveTo>
                <a:lnTo>
                  <a:pt x="466343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5"/>
                </a:lnTo>
                <a:lnTo>
                  <a:pt x="466343" y="162305"/>
                </a:lnTo>
                <a:lnTo>
                  <a:pt x="466343" y="216407"/>
                </a:lnTo>
                <a:lnTo>
                  <a:pt x="574547" y="108203"/>
                </a:lnTo>
                <a:lnTo>
                  <a:pt x="466343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5017770" y="1734057"/>
            <a:ext cx="156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BT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4809744" y="2125979"/>
            <a:ext cx="574675" cy="216535"/>
          </a:xfrm>
          <a:custGeom>
            <a:avLst/>
            <a:gdLst/>
            <a:ahLst/>
            <a:cxnLst/>
            <a:rect l="l" t="t" r="r" b="b"/>
            <a:pathLst>
              <a:path w="574675" h="216535">
                <a:moveTo>
                  <a:pt x="466343" y="0"/>
                </a:moveTo>
                <a:lnTo>
                  <a:pt x="466343" y="54102"/>
                </a:lnTo>
                <a:lnTo>
                  <a:pt x="108203" y="54102"/>
                </a:lnTo>
                <a:lnTo>
                  <a:pt x="108203" y="0"/>
                </a:lnTo>
                <a:lnTo>
                  <a:pt x="0" y="108204"/>
                </a:lnTo>
                <a:lnTo>
                  <a:pt x="108203" y="216408"/>
                </a:lnTo>
                <a:lnTo>
                  <a:pt x="108203" y="162306"/>
                </a:lnTo>
                <a:lnTo>
                  <a:pt x="466343" y="162306"/>
                </a:lnTo>
                <a:lnTo>
                  <a:pt x="466343" y="216408"/>
                </a:lnTo>
                <a:lnTo>
                  <a:pt x="574547" y="108204"/>
                </a:lnTo>
                <a:lnTo>
                  <a:pt x="466343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4975097" y="2143505"/>
            <a:ext cx="243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228088" y="1292352"/>
            <a:ext cx="504825" cy="2959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535"/>
              </a:spcBef>
            </a:pPr>
            <a:r>
              <a:rPr dirty="0" sz="1000" spc="-25">
                <a:latin typeface="Arial MT"/>
                <a:cs typeface="Arial MT"/>
              </a:rPr>
              <a:t>GSM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2228088" y="1677923"/>
            <a:ext cx="504825" cy="281940"/>
          </a:xfrm>
          <a:custGeom>
            <a:avLst/>
            <a:gdLst/>
            <a:ahLst/>
            <a:cxnLst/>
            <a:rect l="l" t="t" r="r" b="b"/>
            <a:pathLst>
              <a:path w="504825" h="281939">
                <a:moveTo>
                  <a:pt x="0" y="281939"/>
                </a:moveTo>
                <a:lnTo>
                  <a:pt x="504444" y="281939"/>
                </a:lnTo>
                <a:lnTo>
                  <a:pt x="504444" y="0"/>
                </a:lnTo>
                <a:lnTo>
                  <a:pt x="0" y="0"/>
                </a:lnTo>
                <a:lnTo>
                  <a:pt x="0" y="28193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2358389" y="1727707"/>
            <a:ext cx="245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WIFI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228088" y="2084832"/>
            <a:ext cx="504825" cy="451484"/>
          </a:xfrm>
          <a:custGeom>
            <a:avLst/>
            <a:gdLst/>
            <a:ahLst/>
            <a:cxnLst/>
            <a:rect l="l" t="t" r="r" b="b"/>
            <a:pathLst>
              <a:path w="504825" h="451485">
                <a:moveTo>
                  <a:pt x="0" y="451103"/>
                </a:moveTo>
                <a:lnTo>
                  <a:pt x="504444" y="451103"/>
                </a:lnTo>
                <a:lnTo>
                  <a:pt x="504444" y="0"/>
                </a:lnTo>
                <a:lnTo>
                  <a:pt x="0" y="0"/>
                </a:lnTo>
                <a:lnTo>
                  <a:pt x="0" y="45110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309622" y="2142489"/>
            <a:ext cx="3422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16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Power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Supply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852864" y="1670240"/>
            <a:ext cx="1186180" cy="291465"/>
            <a:chOff x="2852864" y="1670240"/>
            <a:chExt cx="1186180" cy="291465"/>
          </a:xfrm>
        </p:grpSpPr>
        <p:sp>
          <p:nvSpPr>
            <p:cNvPr id="33" name="object 33" descr=""/>
            <p:cNvSpPr/>
            <p:nvPr/>
          </p:nvSpPr>
          <p:spPr>
            <a:xfrm>
              <a:off x="2854451" y="1671827"/>
              <a:ext cx="1183005" cy="288290"/>
            </a:xfrm>
            <a:custGeom>
              <a:avLst/>
              <a:gdLst/>
              <a:ahLst/>
              <a:cxnLst/>
              <a:rect l="l" t="t" r="r" b="b"/>
              <a:pathLst>
                <a:path w="1183004" h="288289">
                  <a:moveTo>
                    <a:pt x="118262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182624" y="288036"/>
                  </a:lnTo>
                  <a:lnTo>
                    <a:pt x="1182624" y="0"/>
                  </a:lnTo>
                  <a:close/>
                </a:path>
              </a:pathLst>
            </a:custGeom>
            <a:solidFill>
              <a:srgbClr val="D2D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854451" y="1671827"/>
              <a:ext cx="1183005" cy="288290"/>
            </a:xfrm>
            <a:custGeom>
              <a:avLst/>
              <a:gdLst/>
              <a:ahLst/>
              <a:cxnLst/>
              <a:rect l="l" t="t" r="r" b="b"/>
              <a:pathLst>
                <a:path w="1183004" h="288289">
                  <a:moveTo>
                    <a:pt x="0" y="288036"/>
                  </a:moveTo>
                  <a:lnTo>
                    <a:pt x="1182624" y="288036"/>
                  </a:lnTo>
                  <a:lnTo>
                    <a:pt x="1182624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3318128" y="1724405"/>
            <a:ext cx="2552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latin typeface="Arial MT"/>
                <a:cs typeface="Arial MT"/>
              </a:rPr>
              <a:t>HSM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852864" y="2083244"/>
            <a:ext cx="681355" cy="454659"/>
            <a:chOff x="2852864" y="2083244"/>
            <a:chExt cx="681355" cy="454659"/>
          </a:xfrm>
        </p:grpSpPr>
        <p:sp>
          <p:nvSpPr>
            <p:cNvPr id="37" name="object 37" descr=""/>
            <p:cNvSpPr/>
            <p:nvPr/>
          </p:nvSpPr>
          <p:spPr>
            <a:xfrm>
              <a:off x="2854451" y="2084832"/>
              <a:ext cx="678180" cy="451484"/>
            </a:xfrm>
            <a:custGeom>
              <a:avLst/>
              <a:gdLst/>
              <a:ahLst/>
              <a:cxnLst/>
              <a:rect l="l" t="t" r="r" b="b"/>
              <a:pathLst>
                <a:path w="678179" h="451485">
                  <a:moveTo>
                    <a:pt x="678179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678179" y="451103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D2D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854451" y="2084832"/>
              <a:ext cx="678180" cy="451484"/>
            </a:xfrm>
            <a:custGeom>
              <a:avLst/>
              <a:gdLst/>
              <a:ahLst/>
              <a:cxnLst/>
              <a:rect l="l" t="t" r="r" b="b"/>
              <a:pathLst>
                <a:path w="678179" h="451485">
                  <a:moveTo>
                    <a:pt x="0" y="451103"/>
                  </a:moveTo>
                  <a:lnTo>
                    <a:pt x="678179" y="451103"/>
                  </a:lnTo>
                  <a:lnTo>
                    <a:pt x="678179" y="0"/>
                  </a:lnTo>
                  <a:lnTo>
                    <a:pt x="0" y="0"/>
                  </a:lnTo>
                  <a:lnTo>
                    <a:pt x="0" y="4511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2855976" y="2218689"/>
            <a:ext cx="6756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Processor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2854451" y="1292352"/>
            <a:ext cx="647700" cy="288290"/>
          </a:xfrm>
          <a:custGeom>
            <a:avLst/>
            <a:gdLst/>
            <a:ahLst/>
            <a:cxnLst/>
            <a:rect l="l" t="t" r="r" b="b"/>
            <a:pathLst>
              <a:path w="647700" h="288290">
                <a:moveTo>
                  <a:pt x="0" y="288036"/>
                </a:moveTo>
                <a:lnTo>
                  <a:pt x="647700" y="288036"/>
                </a:lnTo>
                <a:lnTo>
                  <a:pt x="647700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2855976" y="1268348"/>
            <a:ext cx="660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Display</a:t>
            </a:r>
            <a:endParaRPr sz="1000">
              <a:latin typeface="Arial MT"/>
              <a:cs typeface="Arial MT"/>
            </a:endParaRPr>
          </a:p>
          <a:p>
            <a:pPr marL="95885">
              <a:lnSpc>
                <a:spcPct val="100000"/>
              </a:lnSpc>
            </a:pPr>
            <a:r>
              <a:rPr dirty="0" sz="1000" spc="-10">
                <a:latin typeface="Arial MT"/>
                <a:cs typeface="Arial MT"/>
              </a:rPr>
              <a:t>Controller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3532632" y="1293875"/>
            <a:ext cx="504825" cy="287020"/>
          </a:xfrm>
          <a:custGeom>
            <a:avLst/>
            <a:gdLst/>
            <a:ahLst/>
            <a:cxnLst/>
            <a:rect l="l" t="t" r="r" b="b"/>
            <a:pathLst>
              <a:path w="504825" h="287019">
                <a:moveTo>
                  <a:pt x="0" y="286512"/>
                </a:moveTo>
                <a:lnTo>
                  <a:pt x="504443" y="286512"/>
                </a:lnTo>
                <a:lnTo>
                  <a:pt x="504443" y="0"/>
                </a:lnTo>
                <a:lnTo>
                  <a:pt x="0" y="0"/>
                </a:lnTo>
                <a:lnTo>
                  <a:pt x="0" y="28651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3518915" y="1345184"/>
            <a:ext cx="5168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GPS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573779" y="2087879"/>
            <a:ext cx="504825" cy="190500"/>
          </a:xfrm>
          <a:custGeom>
            <a:avLst/>
            <a:gdLst/>
            <a:ahLst/>
            <a:cxnLst/>
            <a:rect l="l" t="t" r="r" b="b"/>
            <a:pathLst>
              <a:path w="504825" h="190500">
                <a:moveTo>
                  <a:pt x="0" y="190500"/>
                </a:moveTo>
                <a:lnTo>
                  <a:pt x="504444" y="190500"/>
                </a:lnTo>
                <a:lnTo>
                  <a:pt x="504444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3534155" y="2091943"/>
            <a:ext cx="542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NVM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532632" y="2345435"/>
            <a:ext cx="546100" cy="1905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5"/>
              </a:spcBef>
            </a:pPr>
            <a:r>
              <a:rPr dirty="0" sz="1000" spc="-25">
                <a:latin typeface="Arial MT"/>
                <a:cs typeface="Arial MT"/>
              </a:rPr>
              <a:t>RAM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4296155" y="1292352"/>
            <a:ext cx="504825" cy="295910"/>
          </a:xfrm>
          <a:custGeom>
            <a:avLst/>
            <a:gdLst/>
            <a:ahLst/>
            <a:cxnLst/>
            <a:rect l="l" t="t" r="r" b="b"/>
            <a:pathLst>
              <a:path w="504825" h="295909">
                <a:moveTo>
                  <a:pt x="0" y="295656"/>
                </a:moveTo>
                <a:lnTo>
                  <a:pt x="504444" y="295656"/>
                </a:lnTo>
                <a:lnTo>
                  <a:pt x="504444" y="0"/>
                </a:lnTo>
                <a:lnTo>
                  <a:pt x="0" y="0"/>
                </a:lnTo>
                <a:lnTo>
                  <a:pt x="0" y="29565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4429505" y="1348231"/>
            <a:ext cx="238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Arial MT"/>
                <a:cs typeface="Arial MT"/>
              </a:rPr>
              <a:t>USB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4305300" y="1677923"/>
            <a:ext cx="504825" cy="281940"/>
          </a:xfrm>
          <a:custGeom>
            <a:avLst/>
            <a:gdLst/>
            <a:ahLst/>
            <a:cxnLst/>
            <a:rect l="l" t="t" r="r" b="b"/>
            <a:pathLst>
              <a:path w="504825" h="281939">
                <a:moveTo>
                  <a:pt x="0" y="281939"/>
                </a:moveTo>
                <a:lnTo>
                  <a:pt x="504444" y="281939"/>
                </a:lnTo>
                <a:lnTo>
                  <a:pt x="504444" y="0"/>
                </a:lnTo>
                <a:lnTo>
                  <a:pt x="0" y="0"/>
                </a:lnTo>
                <a:lnTo>
                  <a:pt x="0" y="28193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4477639" y="1727707"/>
            <a:ext cx="156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latin typeface="Arial MT"/>
                <a:cs typeface="Arial MT"/>
              </a:rPr>
              <a:t>BT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4152900" y="2074164"/>
            <a:ext cx="647700" cy="452755"/>
          </a:xfrm>
          <a:custGeom>
            <a:avLst/>
            <a:gdLst/>
            <a:ahLst/>
            <a:cxnLst/>
            <a:rect l="l" t="t" r="r" b="b"/>
            <a:pathLst>
              <a:path w="647700" h="452755">
                <a:moveTo>
                  <a:pt x="0" y="452627"/>
                </a:moveTo>
                <a:lnTo>
                  <a:pt x="647700" y="452627"/>
                </a:lnTo>
                <a:lnTo>
                  <a:pt x="647700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4245355" y="2148077"/>
            <a:ext cx="46291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800" spc="-60">
                <a:latin typeface="Arial MT"/>
                <a:cs typeface="Arial MT"/>
              </a:rPr>
              <a:t>Transceiver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1580388" y="1764792"/>
            <a:ext cx="1387475" cy="1059180"/>
          </a:xfrm>
          <a:custGeom>
            <a:avLst/>
            <a:gdLst/>
            <a:ahLst/>
            <a:cxnLst/>
            <a:rect l="l" t="t" r="r" b="b"/>
            <a:pathLst>
              <a:path w="1387475" h="1059180">
                <a:moveTo>
                  <a:pt x="1387475" y="0"/>
                </a:moveTo>
                <a:lnTo>
                  <a:pt x="0" y="1059180"/>
                </a:lnTo>
              </a:path>
            </a:pathLst>
          </a:custGeom>
          <a:ln w="9144">
            <a:solidFill>
              <a:srgbClr val="001F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279298" y="2811525"/>
            <a:ext cx="31572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Arial MT"/>
                <a:cs typeface="Arial MT"/>
              </a:rPr>
              <a:t>The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50">
                <a:latin typeface="Arial MT"/>
                <a:cs typeface="Arial MT"/>
              </a:rPr>
              <a:t>HSM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shall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store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private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key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for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validation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signed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firmware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3445764" y="1420367"/>
            <a:ext cx="2444115" cy="1361440"/>
          </a:xfrm>
          <a:custGeom>
            <a:avLst/>
            <a:gdLst/>
            <a:ahLst/>
            <a:cxnLst/>
            <a:rect l="l" t="t" r="r" b="b"/>
            <a:pathLst>
              <a:path w="2444115" h="1361439">
                <a:moveTo>
                  <a:pt x="0" y="763524"/>
                </a:moveTo>
                <a:lnTo>
                  <a:pt x="1939544" y="1361186"/>
                </a:lnTo>
              </a:path>
              <a:path w="2444115" h="1361439">
                <a:moveTo>
                  <a:pt x="381000" y="395986"/>
                </a:moveTo>
                <a:lnTo>
                  <a:pt x="2443861" y="0"/>
                </a:lnTo>
              </a:path>
            </a:pathLst>
          </a:custGeom>
          <a:ln w="9144">
            <a:solidFill>
              <a:srgbClr val="001F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5930265" y="1336929"/>
            <a:ext cx="30930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latin typeface="Arial MT"/>
                <a:cs typeface="Arial MT"/>
              </a:rPr>
              <a:t>Symmetric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crypto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engine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of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50">
                <a:latin typeface="Arial MT"/>
                <a:cs typeface="Arial MT"/>
              </a:rPr>
              <a:t>HSM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shall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be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95">
                <a:latin typeface="Arial MT"/>
                <a:cs typeface="Arial MT"/>
              </a:rPr>
              <a:t>configured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128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Bit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key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2886201" y="4702302"/>
            <a:ext cx="995044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8415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solidFill>
                  <a:srgbClr val="FFFFFF"/>
                </a:solidFill>
                <a:latin typeface="Arial MT"/>
                <a:cs typeface="Arial MT"/>
              </a:rPr>
              <a:t>Timestamp</a:t>
            </a:r>
            <a:r>
              <a:rPr dirty="0" sz="10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= </a:t>
            </a:r>
            <a:r>
              <a:rPr dirty="0" sz="1000" spc="-110">
                <a:solidFill>
                  <a:srgbClr val="FFFFFF"/>
                </a:solidFill>
                <a:latin typeface="Arial MT"/>
                <a:cs typeface="Arial MT"/>
              </a:rPr>
              <a:t>GetGPSTimestamp()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3144011" y="5301996"/>
            <a:ext cx="481965" cy="287020"/>
          </a:xfrm>
          <a:custGeom>
            <a:avLst/>
            <a:gdLst/>
            <a:ahLst/>
            <a:cxnLst/>
            <a:rect l="l" t="t" r="r" b="b"/>
            <a:pathLst>
              <a:path w="481964" h="287020">
                <a:moveTo>
                  <a:pt x="240791" y="0"/>
                </a:moveTo>
                <a:lnTo>
                  <a:pt x="0" y="143255"/>
                </a:lnTo>
                <a:lnTo>
                  <a:pt x="240791" y="286511"/>
                </a:lnTo>
                <a:lnTo>
                  <a:pt x="481584" y="143255"/>
                </a:lnTo>
                <a:lnTo>
                  <a:pt x="240791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2793492" y="5894832"/>
            <a:ext cx="1184275" cy="558165"/>
          </a:xfrm>
          <a:prstGeom prst="rect">
            <a:avLst/>
          </a:prstGeom>
          <a:solidFill>
            <a:srgbClr val="0066FF"/>
          </a:solidFill>
        </p:spPr>
        <p:txBody>
          <a:bodyPr wrap="square" lIns="0" tIns="1244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dirty="0" sz="1000" spc="-110">
                <a:solidFill>
                  <a:srgbClr val="FFFFFF"/>
                </a:solidFill>
                <a:latin typeface="Arial MT"/>
                <a:cs typeface="Arial MT"/>
              </a:rPr>
              <a:t>WiifPW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PRNG(timestamp)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4300728" y="5894832"/>
            <a:ext cx="1184275" cy="558165"/>
          </a:xfrm>
          <a:custGeom>
            <a:avLst/>
            <a:gdLst/>
            <a:ahLst/>
            <a:cxnLst/>
            <a:rect l="l" t="t" r="r" b="b"/>
            <a:pathLst>
              <a:path w="1184275" h="558164">
                <a:moveTo>
                  <a:pt x="1184148" y="0"/>
                </a:moveTo>
                <a:lnTo>
                  <a:pt x="0" y="0"/>
                </a:lnTo>
                <a:lnTo>
                  <a:pt x="0" y="557784"/>
                </a:lnTo>
                <a:lnTo>
                  <a:pt x="1184148" y="557784"/>
                </a:lnTo>
                <a:lnTo>
                  <a:pt x="1184148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4300728" y="5894832"/>
            <a:ext cx="1184275" cy="55816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ctr" marL="113664" marR="105410">
              <a:lnSpc>
                <a:spcPct val="100000"/>
              </a:lnSpc>
              <a:spcBef>
                <a:spcPts val="380"/>
              </a:spcBef>
            </a:pPr>
            <a:r>
              <a:rPr dirty="0" sz="1000" spc="-114">
                <a:solidFill>
                  <a:srgbClr val="FFFFFF"/>
                </a:solidFill>
                <a:latin typeface="Arial MT"/>
                <a:cs typeface="Arial MT"/>
              </a:rPr>
              <a:t>WiifPW</a:t>
            </a:r>
            <a:r>
              <a:rPr dirty="0" sz="10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= </a:t>
            </a:r>
            <a:r>
              <a:rPr dirty="0" sz="1000" spc="-120">
                <a:solidFill>
                  <a:srgbClr val="FFFFFF"/>
                </a:solidFill>
                <a:latin typeface="Arial MT"/>
                <a:cs typeface="Arial MT"/>
              </a:rPr>
              <a:t>PRNG(DEFAULT_TI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MESTAMP)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3346703" y="4293108"/>
            <a:ext cx="1584960" cy="1602105"/>
            <a:chOff x="3346703" y="4293108"/>
            <a:chExt cx="1584960" cy="1602105"/>
          </a:xfrm>
        </p:grpSpPr>
        <p:sp>
          <p:nvSpPr>
            <p:cNvPr id="63" name="object 63" descr=""/>
            <p:cNvSpPr/>
            <p:nvPr/>
          </p:nvSpPr>
          <p:spPr>
            <a:xfrm>
              <a:off x="3346704" y="4293107"/>
              <a:ext cx="1584960" cy="1602105"/>
            </a:xfrm>
            <a:custGeom>
              <a:avLst/>
              <a:gdLst/>
              <a:ahLst/>
              <a:cxnLst/>
              <a:rect l="l" t="t" r="r" b="b"/>
              <a:pathLst>
                <a:path w="1584960" h="1602104">
                  <a:moveTo>
                    <a:pt x="1584452" y="1525651"/>
                  </a:moveTo>
                  <a:lnTo>
                    <a:pt x="1552702" y="1525651"/>
                  </a:lnTo>
                  <a:lnTo>
                    <a:pt x="1552702" y="195326"/>
                  </a:lnTo>
                  <a:lnTo>
                    <a:pt x="1552702" y="188976"/>
                  </a:lnTo>
                  <a:lnTo>
                    <a:pt x="1552702" y="185420"/>
                  </a:lnTo>
                  <a:lnTo>
                    <a:pt x="1549781" y="182626"/>
                  </a:lnTo>
                  <a:lnTo>
                    <a:pt x="44450" y="182626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300736"/>
                  </a:lnTo>
                  <a:lnTo>
                    <a:pt x="0" y="300736"/>
                  </a:lnTo>
                  <a:lnTo>
                    <a:pt x="38100" y="376936"/>
                  </a:lnTo>
                  <a:lnTo>
                    <a:pt x="69850" y="313436"/>
                  </a:lnTo>
                  <a:lnTo>
                    <a:pt x="76200" y="300736"/>
                  </a:lnTo>
                  <a:lnTo>
                    <a:pt x="44450" y="300736"/>
                  </a:lnTo>
                  <a:lnTo>
                    <a:pt x="44450" y="195326"/>
                  </a:lnTo>
                  <a:lnTo>
                    <a:pt x="1540002" y="195326"/>
                  </a:lnTo>
                  <a:lnTo>
                    <a:pt x="1540002" y="1525651"/>
                  </a:lnTo>
                  <a:lnTo>
                    <a:pt x="1508252" y="1525651"/>
                  </a:lnTo>
                  <a:lnTo>
                    <a:pt x="1546352" y="1601851"/>
                  </a:lnTo>
                  <a:lnTo>
                    <a:pt x="1578102" y="1538351"/>
                  </a:lnTo>
                  <a:lnTo>
                    <a:pt x="1584452" y="1525651"/>
                  </a:lnTo>
                  <a:close/>
                </a:path>
              </a:pathLst>
            </a:custGeom>
            <a:solidFill>
              <a:srgbClr val="2525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625595" y="5445252"/>
              <a:ext cx="1268095" cy="0"/>
            </a:xfrm>
            <a:custGeom>
              <a:avLst/>
              <a:gdLst/>
              <a:ahLst/>
              <a:cxnLst/>
              <a:rect l="l" t="t" r="r" b="b"/>
              <a:pathLst>
                <a:path w="1268095" h="0">
                  <a:moveTo>
                    <a:pt x="0" y="0"/>
                  </a:moveTo>
                  <a:lnTo>
                    <a:pt x="1267714" y="0"/>
                  </a:lnTo>
                </a:path>
              </a:pathLst>
            </a:custGeom>
            <a:ln w="9144">
              <a:solidFill>
                <a:srgbClr val="2525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3433317" y="5268595"/>
            <a:ext cx="890905" cy="488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 MT"/>
                <a:cs typeface="Arial MT"/>
              </a:rPr>
              <a:t>fail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latin typeface="Arial MT"/>
                <a:cs typeface="Arial MT"/>
              </a:rPr>
              <a:t>success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4497323" y="5516879"/>
            <a:ext cx="800100" cy="871219"/>
          </a:xfrm>
          <a:custGeom>
            <a:avLst/>
            <a:gdLst/>
            <a:ahLst/>
            <a:cxnLst/>
            <a:rect l="l" t="t" r="r" b="b"/>
            <a:pathLst>
              <a:path w="800100" h="871220">
                <a:moveTo>
                  <a:pt x="461010" y="0"/>
                </a:moveTo>
                <a:lnTo>
                  <a:pt x="316991" y="172389"/>
                </a:lnTo>
              </a:path>
              <a:path w="800100" h="871220">
                <a:moveTo>
                  <a:pt x="332231" y="10668"/>
                </a:moveTo>
                <a:lnTo>
                  <a:pt x="474090" y="172554"/>
                </a:lnTo>
              </a:path>
              <a:path w="800100" h="871220">
                <a:moveTo>
                  <a:pt x="737742" y="370332"/>
                </a:moveTo>
                <a:lnTo>
                  <a:pt x="0" y="870991"/>
                </a:lnTo>
              </a:path>
              <a:path w="800100" h="871220">
                <a:moveTo>
                  <a:pt x="73151" y="400812"/>
                </a:moveTo>
                <a:lnTo>
                  <a:pt x="800100" y="870966"/>
                </a:lnTo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5348478" y="4681220"/>
            <a:ext cx="40132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35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default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WiFi-</a:t>
            </a:r>
            <a:r>
              <a:rPr dirty="0" sz="1200" spc="-125">
                <a:latin typeface="Arial MT"/>
                <a:cs typeface="Arial MT"/>
              </a:rPr>
              <a:t>Password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calculated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65">
                <a:latin typeface="Arial MT"/>
                <a:cs typeface="Arial MT"/>
              </a:rPr>
              <a:t>PRNG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based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30">
                <a:latin typeface="Arial MT"/>
                <a:cs typeface="Arial MT"/>
              </a:rPr>
              <a:t>the </a:t>
            </a:r>
            <a:r>
              <a:rPr dirty="0" sz="1200" spc="-145">
                <a:latin typeface="Arial MT"/>
                <a:cs typeface="Arial MT"/>
              </a:rPr>
              <a:t>GPS-</a:t>
            </a:r>
            <a:r>
              <a:rPr dirty="0" sz="1200" spc="-130">
                <a:latin typeface="Arial MT"/>
                <a:cs typeface="Arial MT"/>
              </a:rPr>
              <a:t>Timestamp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when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device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turned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firs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time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in </a:t>
            </a:r>
            <a:r>
              <a:rPr dirty="0" sz="1200" spc="-10">
                <a:latin typeface="Arial MT"/>
                <a:cs typeface="Arial MT"/>
              </a:rPr>
              <a:t>production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8" name="object 6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7604" y="171830"/>
              <a:ext cx="719455" cy="244475"/>
            </a:xfrm>
            <a:custGeom>
              <a:avLst/>
              <a:gdLst/>
              <a:ahLst/>
              <a:cxnLst/>
              <a:rect l="l" t="t" r="r" b="b"/>
              <a:pathLst>
                <a:path w="719455" h="244475">
                  <a:moveTo>
                    <a:pt x="484085" y="217170"/>
                  </a:moveTo>
                  <a:lnTo>
                    <a:pt x="477735" y="237109"/>
                  </a:lnTo>
                  <a:lnTo>
                    <a:pt x="483971" y="239522"/>
                  </a:lnTo>
                  <a:lnTo>
                    <a:pt x="490448" y="241300"/>
                  </a:lnTo>
                  <a:lnTo>
                    <a:pt x="497179" y="242443"/>
                  </a:lnTo>
                  <a:lnTo>
                    <a:pt x="503910" y="243713"/>
                  </a:lnTo>
                  <a:lnTo>
                    <a:pt x="511505" y="244221"/>
                  </a:lnTo>
                  <a:lnTo>
                    <a:pt x="528891" y="244221"/>
                  </a:lnTo>
                  <a:lnTo>
                    <a:pt x="568858" y="226314"/>
                  </a:lnTo>
                  <a:lnTo>
                    <a:pt x="571229" y="222885"/>
                  </a:lnTo>
                  <a:lnTo>
                    <a:pt x="512610" y="222885"/>
                  </a:lnTo>
                  <a:lnTo>
                    <a:pt x="506387" y="222250"/>
                  </a:lnTo>
                  <a:lnTo>
                    <a:pt x="501431" y="221234"/>
                  </a:lnTo>
                  <a:lnTo>
                    <a:pt x="489661" y="218567"/>
                  </a:lnTo>
                  <a:lnTo>
                    <a:pt x="484085" y="217170"/>
                  </a:lnTo>
                  <a:close/>
                </a:path>
                <a:path w="719455" h="244475">
                  <a:moveTo>
                    <a:pt x="580199" y="178816"/>
                  </a:moveTo>
                  <a:lnTo>
                    <a:pt x="554380" y="178816"/>
                  </a:lnTo>
                  <a:lnTo>
                    <a:pt x="554380" y="194818"/>
                  </a:lnTo>
                  <a:lnTo>
                    <a:pt x="553478" y="200533"/>
                  </a:lnTo>
                  <a:lnTo>
                    <a:pt x="549871" y="209423"/>
                  </a:lnTo>
                  <a:lnTo>
                    <a:pt x="547433" y="212979"/>
                  </a:lnTo>
                  <a:lnTo>
                    <a:pt x="541223" y="218313"/>
                  </a:lnTo>
                  <a:lnTo>
                    <a:pt x="537294" y="220345"/>
                  </a:lnTo>
                  <a:lnTo>
                    <a:pt x="537006" y="220345"/>
                  </a:lnTo>
                  <a:lnTo>
                    <a:pt x="533272" y="221234"/>
                  </a:lnTo>
                  <a:lnTo>
                    <a:pt x="529005" y="222377"/>
                  </a:lnTo>
                  <a:lnTo>
                    <a:pt x="524408" y="222885"/>
                  </a:lnTo>
                  <a:lnTo>
                    <a:pt x="571229" y="222885"/>
                  </a:lnTo>
                  <a:lnTo>
                    <a:pt x="580096" y="188722"/>
                  </a:lnTo>
                  <a:lnTo>
                    <a:pt x="580199" y="178816"/>
                  </a:lnTo>
                  <a:close/>
                </a:path>
                <a:path w="719455" h="244475">
                  <a:moveTo>
                    <a:pt x="535952" y="52070"/>
                  </a:moveTo>
                  <a:lnTo>
                    <a:pt x="529221" y="52070"/>
                  </a:lnTo>
                  <a:lnTo>
                    <a:pt x="521008" y="52405"/>
                  </a:lnTo>
                  <a:lnTo>
                    <a:pt x="485305" y="66040"/>
                  </a:lnTo>
                  <a:lnTo>
                    <a:pt x="468130" y="101266"/>
                  </a:lnTo>
                  <a:lnTo>
                    <a:pt x="466255" y="122554"/>
                  </a:lnTo>
                  <a:lnTo>
                    <a:pt x="467083" y="137463"/>
                  </a:lnTo>
                  <a:lnTo>
                    <a:pt x="487106" y="179024"/>
                  </a:lnTo>
                  <a:lnTo>
                    <a:pt x="521728" y="188722"/>
                  </a:lnTo>
                  <a:lnTo>
                    <a:pt x="528980" y="188722"/>
                  </a:lnTo>
                  <a:lnTo>
                    <a:pt x="535495" y="187833"/>
                  </a:lnTo>
                  <a:lnTo>
                    <a:pt x="547090" y="184023"/>
                  </a:lnTo>
                  <a:lnTo>
                    <a:pt x="551446" y="181610"/>
                  </a:lnTo>
                  <a:lnTo>
                    <a:pt x="554380" y="178816"/>
                  </a:lnTo>
                  <a:lnTo>
                    <a:pt x="580199" y="178816"/>
                  </a:lnTo>
                  <a:lnTo>
                    <a:pt x="580199" y="167640"/>
                  </a:lnTo>
                  <a:lnTo>
                    <a:pt x="520166" y="167640"/>
                  </a:lnTo>
                  <a:lnTo>
                    <a:pt x="514477" y="166497"/>
                  </a:lnTo>
                  <a:lnTo>
                    <a:pt x="510146" y="163957"/>
                  </a:lnTo>
                  <a:lnTo>
                    <a:pt x="505815" y="161544"/>
                  </a:lnTo>
                  <a:lnTo>
                    <a:pt x="502361" y="158242"/>
                  </a:lnTo>
                  <a:lnTo>
                    <a:pt x="497205" y="149860"/>
                  </a:lnTo>
                  <a:lnTo>
                    <a:pt x="495401" y="145034"/>
                  </a:lnTo>
                  <a:lnTo>
                    <a:pt x="493331" y="134239"/>
                  </a:lnTo>
                  <a:lnTo>
                    <a:pt x="492810" y="128524"/>
                  </a:lnTo>
                  <a:lnTo>
                    <a:pt x="492810" y="122554"/>
                  </a:lnTo>
                  <a:lnTo>
                    <a:pt x="502005" y="84327"/>
                  </a:lnTo>
                  <a:lnTo>
                    <a:pt x="531710" y="73025"/>
                  </a:lnTo>
                  <a:lnTo>
                    <a:pt x="580199" y="73025"/>
                  </a:lnTo>
                  <a:lnTo>
                    <a:pt x="580199" y="59309"/>
                  </a:lnTo>
                  <a:lnTo>
                    <a:pt x="558609" y="59309"/>
                  </a:lnTo>
                  <a:lnTo>
                    <a:pt x="555967" y="57658"/>
                  </a:lnTo>
                  <a:lnTo>
                    <a:pt x="552094" y="56007"/>
                  </a:lnTo>
                  <a:lnTo>
                    <a:pt x="546976" y="54483"/>
                  </a:lnTo>
                  <a:lnTo>
                    <a:pt x="541870" y="52832"/>
                  </a:lnTo>
                  <a:lnTo>
                    <a:pt x="535952" y="52070"/>
                  </a:lnTo>
                  <a:close/>
                </a:path>
                <a:path w="719455" h="244475">
                  <a:moveTo>
                    <a:pt x="580199" y="73025"/>
                  </a:moveTo>
                  <a:lnTo>
                    <a:pt x="536219" y="73025"/>
                  </a:lnTo>
                  <a:lnTo>
                    <a:pt x="540978" y="73737"/>
                  </a:lnTo>
                  <a:lnTo>
                    <a:pt x="540680" y="73737"/>
                  </a:lnTo>
                  <a:lnTo>
                    <a:pt x="544423" y="75057"/>
                  </a:lnTo>
                  <a:lnTo>
                    <a:pt x="548373" y="76326"/>
                  </a:lnTo>
                  <a:lnTo>
                    <a:pt x="551700" y="77597"/>
                  </a:lnTo>
                  <a:lnTo>
                    <a:pt x="554380" y="78867"/>
                  </a:lnTo>
                  <a:lnTo>
                    <a:pt x="554380" y="159003"/>
                  </a:lnTo>
                  <a:lnTo>
                    <a:pt x="550392" y="161544"/>
                  </a:lnTo>
                  <a:lnTo>
                    <a:pt x="546214" y="163575"/>
                  </a:lnTo>
                  <a:lnTo>
                    <a:pt x="537464" y="166877"/>
                  </a:lnTo>
                  <a:lnTo>
                    <a:pt x="532587" y="167640"/>
                  </a:lnTo>
                  <a:lnTo>
                    <a:pt x="580199" y="167640"/>
                  </a:lnTo>
                  <a:lnTo>
                    <a:pt x="580199" y="73025"/>
                  </a:lnTo>
                  <a:close/>
                </a:path>
                <a:path w="719455" h="244475">
                  <a:moveTo>
                    <a:pt x="580199" y="55123"/>
                  </a:moveTo>
                  <a:lnTo>
                    <a:pt x="559776" y="55123"/>
                  </a:lnTo>
                  <a:lnTo>
                    <a:pt x="558609" y="59309"/>
                  </a:lnTo>
                  <a:lnTo>
                    <a:pt x="580199" y="59309"/>
                  </a:lnTo>
                  <a:lnTo>
                    <a:pt x="580199" y="55123"/>
                  </a:lnTo>
                  <a:close/>
                </a:path>
                <a:path w="719455" h="244475">
                  <a:moveTo>
                    <a:pt x="223202" y="52070"/>
                  </a:moveTo>
                  <a:lnTo>
                    <a:pt x="186131" y="61446"/>
                  </a:lnTo>
                  <a:lnTo>
                    <a:pt x="163902" y="103586"/>
                  </a:lnTo>
                  <a:lnTo>
                    <a:pt x="162979" y="119634"/>
                  </a:lnTo>
                  <a:lnTo>
                    <a:pt x="163171" y="128017"/>
                  </a:lnTo>
                  <a:lnTo>
                    <a:pt x="171577" y="165608"/>
                  </a:lnTo>
                  <a:lnTo>
                    <a:pt x="208189" y="187674"/>
                  </a:lnTo>
                  <a:lnTo>
                    <a:pt x="223697" y="188722"/>
                  </a:lnTo>
                  <a:lnTo>
                    <a:pt x="228587" y="188722"/>
                  </a:lnTo>
                  <a:lnTo>
                    <a:pt x="268185" y="179070"/>
                  </a:lnTo>
                  <a:lnTo>
                    <a:pt x="274675" y="175005"/>
                  </a:lnTo>
                  <a:lnTo>
                    <a:pt x="271836" y="167386"/>
                  </a:lnTo>
                  <a:lnTo>
                    <a:pt x="216687" y="167386"/>
                  </a:lnTo>
                  <a:lnTo>
                    <a:pt x="208813" y="165608"/>
                  </a:lnTo>
                  <a:lnTo>
                    <a:pt x="189534" y="133603"/>
                  </a:lnTo>
                  <a:lnTo>
                    <a:pt x="189534" y="128270"/>
                  </a:lnTo>
                  <a:lnTo>
                    <a:pt x="276428" y="128270"/>
                  </a:lnTo>
                  <a:lnTo>
                    <a:pt x="276428" y="107823"/>
                  </a:lnTo>
                  <a:lnTo>
                    <a:pt x="189534" y="107823"/>
                  </a:lnTo>
                  <a:lnTo>
                    <a:pt x="189674" y="107315"/>
                  </a:lnTo>
                  <a:lnTo>
                    <a:pt x="189759" y="106679"/>
                  </a:lnTo>
                  <a:lnTo>
                    <a:pt x="189826" y="106172"/>
                  </a:lnTo>
                  <a:lnTo>
                    <a:pt x="190036" y="103586"/>
                  </a:lnTo>
                  <a:lnTo>
                    <a:pt x="190157" y="102108"/>
                  </a:lnTo>
                  <a:lnTo>
                    <a:pt x="190360" y="100584"/>
                  </a:lnTo>
                  <a:lnTo>
                    <a:pt x="213321" y="72771"/>
                  </a:lnTo>
                  <a:lnTo>
                    <a:pt x="267925" y="72771"/>
                  </a:lnTo>
                  <a:lnTo>
                    <a:pt x="266369" y="70485"/>
                  </a:lnTo>
                  <a:lnTo>
                    <a:pt x="230974" y="52379"/>
                  </a:lnTo>
                  <a:lnTo>
                    <a:pt x="223202" y="52070"/>
                  </a:lnTo>
                  <a:close/>
                </a:path>
                <a:path w="719455" h="244475">
                  <a:moveTo>
                    <a:pt x="267957" y="156972"/>
                  </a:moveTo>
                  <a:lnTo>
                    <a:pt x="262255" y="159639"/>
                  </a:lnTo>
                  <a:lnTo>
                    <a:pt x="255748" y="162178"/>
                  </a:lnTo>
                  <a:lnTo>
                    <a:pt x="243039" y="166370"/>
                  </a:lnTo>
                  <a:lnTo>
                    <a:pt x="235407" y="167386"/>
                  </a:lnTo>
                  <a:lnTo>
                    <a:pt x="271836" y="167386"/>
                  </a:lnTo>
                  <a:lnTo>
                    <a:pt x="267957" y="156972"/>
                  </a:lnTo>
                  <a:close/>
                </a:path>
                <a:path w="719455" h="244475">
                  <a:moveTo>
                    <a:pt x="267925" y="72771"/>
                  </a:moveTo>
                  <a:lnTo>
                    <a:pt x="231406" y="72771"/>
                  </a:lnTo>
                  <a:lnTo>
                    <a:pt x="237909" y="75438"/>
                  </a:lnTo>
                  <a:lnTo>
                    <a:pt x="242697" y="80645"/>
                  </a:lnTo>
                  <a:lnTo>
                    <a:pt x="249776" y="106172"/>
                  </a:lnTo>
                  <a:lnTo>
                    <a:pt x="249859" y="107823"/>
                  </a:lnTo>
                  <a:lnTo>
                    <a:pt x="276428" y="107823"/>
                  </a:lnTo>
                  <a:lnTo>
                    <a:pt x="276385" y="106172"/>
                  </a:lnTo>
                  <a:lnTo>
                    <a:pt x="276171" y="103586"/>
                  </a:lnTo>
                  <a:lnTo>
                    <a:pt x="276048" y="102108"/>
                  </a:lnTo>
                  <a:lnTo>
                    <a:pt x="270344" y="76326"/>
                  </a:lnTo>
                  <a:lnTo>
                    <a:pt x="267925" y="72771"/>
                  </a:lnTo>
                  <a:close/>
                </a:path>
                <a:path w="719455" h="244475">
                  <a:moveTo>
                    <a:pt x="442417" y="55118"/>
                  </a:moveTo>
                  <a:lnTo>
                    <a:pt x="416356" y="55118"/>
                  </a:lnTo>
                  <a:lnTo>
                    <a:pt x="416356" y="185674"/>
                  </a:lnTo>
                  <a:lnTo>
                    <a:pt x="442417" y="185674"/>
                  </a:lnTo>
                  <a:lnTo>
                    <a:pt x="442417" y="55118"/>
                  </a:lnTo>
                  <a:close/>
                </a:path>
                <a:path w="719455" h="244475">
                  <a:moveTo>
                    <a:pt x="632282" y="55123"/>
                  </a:moveTo>
                  <a:lnTo>
                    <a:pt x="607911" y="55123"/>
                  </a:lnTo>
                  <a:lnTo>
                    <a:pt x="608960" y="74041"/>
                  </a:lnTo>
                  <a:lnTo>
                    <a:pt x="609010" y="74929"/>
                  </a:lnTo>
                  <a:lnTo>
                    <a:pt x="609136" y="77216"/>
                  </a:lnTo>
                  <a:lnTo>
                    <a:pt x="609165" y="77724"/>
                  </a:lnTo>
                  <a:lnTo>
                    <a:pt x="609277" y="79755"/>
                  </a:lnTo>
                  <a:lnTo>
                    <a:pt x="609390" y="81788"/>
                  </a:lnTo>
                  <a:lnTo>
                    <a:pt x="609482" y="83439"/>
                  </a:lnTo>
                  <a:lnTo>
                    <a:pt x="609573" y="85090"/>
                  </a:lnTo>
                  <a:lnTo>
                    <a:pt x="609700" y="87375"/>
                  </a:lnTo>
                  <a:lnTo>
                    <a:pt x="609785" y="88900"/>
                  </a:lnTo>
                  <a:lnTo>
                    <a:pt x="609904" y="185674"/>
                  </a:lnTo>
                  <a:lnTo>
                    <a:pt x="635965" y="185674"/>
                  </a:lnTo>
                  <a:lnTo>
                    <a:pt x="635965" y="85598"/>
                  </a:lnTo>
                  <a:lnTo>
                    <a:pt x="636612" y="85090"/>
                  </a:lnTo>
                  <a:lnTo>
                    <a:pt x="637666" y="84327"/>
                  </a:lnTo>
                  <a:lnTo>
                    <a:pt x="639140" y="83439"/>
                  </a:lnTo>
                  <a:lnTo>
                    <a:pt x="640600" y="82676"/>
                  </a:lnTo>
                  <a:lnTo>
                    <a:pt x="642213" y="81788"/>
                  </a:lnTo>
                  <a:lnTo>
                    <a:pt x="643940" y="81025"/>
                  </a:lnTo>
                  <a:lnTo>
                    <a:pt x="648195" y="78867"/>
                  </a:lnTo>
                  <a:lnTo>
                    <a:pt x="652487" y="77216"/>
                  </a:lnTo>
                  <a:lnTo>
                    <a:pt x="661162" y="74675"/>
                  </a:lnTo>
                  <a:lnTo>
                    <a:pt x="665505" y="74041"/>
                  </a:lnTo>
                  <a:lnTo>
                    <a:pt x="715672" y="74041"/>
                  </a:lnTo>
                  <a:lnTo>
                    <a:pt x="713778" y="69596"/>
                  </a:lnTo>
                  <a:lnTo>
                    <a:pt x="711048" y="66040"/>
                  </a:lnTo>
                  <a:lnTo>
                    <a:pt x="632891" y="66040"/>
                  </a:lnTo>
                  <a:lnTo>
                    <a:pt x="632700" y="62611"/>
                  </a:lnTo>
                  <a:lnTo>
                    <a:pt x="632608" y="60960"/>
                  </a:lnTo>
                  <a:lnTo>
                    <a:pt x="632537" y="59690"/>
                  </a:lnTo>
                  <a:lnTo>
                    <a:pt x="632416" y="57530"/>
                  </a:lnTo>
                  <a:lnTo>
                    <a:pt x="632303" y="55499"/>
                  </a:lnTo>
                  <a:lnTo>
                    <a:pt x="632282" y="55123"/>
                  </a:lnTo>
                  <a:close/>
                </a:path>
                <a:path w="719455" h="244475">
                  <a:moveTo>
                    <a:pt x="715672" y="74041"/>
                  </a:moveTo>
                  <a:lnTo>
                    <a:pt x="675093" y="74041"/>
                  </a:lnTo>
                  <a:lnTo>
                    <a:pt x="679208" y="74675"/>
                  </a:lnTo>
                  <a:lnTo>
                    <a:pt x="685241" y="77724"/>
                  </a:lnTo>
                  <a:lnTo>
                    <a:pt x="693293" y="101726"/>
                  </a:lnTo>
                  <a:lnTo>
                    <a:pt x="693293" y="185674"/>
                  </a:lnTo>
                  <a:lnTo>
                    <a:pt x="719112" y="185674"/>
                  </a:lnTo>
                  <a:lnTo>
                    <a:pt x="719112" y="94488"/>
                  </a:lnTo>
                  <a:lnTo>
                    <a:pt x="718502" y="87375"/>
                  </a:lnTo>
                  <a:lnTo>
                    <a:pt x="716051" y="74929"/>
                  </a:lnTo>
                  <a:lnTo>
                    <a:pt x="715672" y="74041"/>
                  </a:lnTo>
                  <a:close/>
                </a:path>
                <a:path w="719455" h="244475">
                  <a:moveTo>
                    <a:pt x="683907" y="52070"/>
                  </a:moveTo>
                  <a:lnTo>
                    <a:pt x="675119" y="52070"/>
                  </a:lnTo>
                  <a:lnTo>
                    <a:pt x="668182" y="52405"/>
                  </a:lnTo>
                  <a:lnTo>
                    <a:pt x="632891" y="66040"/>
                  </a:lnTo>
                  <a:lnTo>
                    <a:pt x="711048" y="66040"/>
                  </a:lnTo>
                  <a:lnTo>
                    <a:pt x="707148" y="60960"/>
                  </a:lnTo>
                  <a:lnTo>
                    <a:pt x="702627" y="57658"/>
                  </a:lnTo>
                  <a:lnTo>
                    <a:pt x="696899" y="55499"/>
                  </a:lnTo>
                  <a:lnTo>
                    <a:pt x="691172" y="53213"/>
                  </a:lnTo>
                  <a:lnTo>
                    <a:pt x="683907" y="52070"/>
                  </a:lnTo>
                  <a:close/>
                </a:path>
                <a:path w="719455" h="244475">
                  <a:moveTo>
                    <a:pt x="300558" y="159130"/>
                  </a:moveTo>
                  <a:lnTo>
                    <a:pt x="292544" y="178816"/>
                  </a:lnTo>
                  <a:lnTo>
                    <a:pt x="299173" y="182245"/>
                  </a:lnTo>
                  <a:lnTo>
                    <a:pt x="306489" y="184785"/>
                  </a:lnTo>
                  <a:lnTo>
                    <a:pt x="315027" y="186420"/>
                  </a:lnTo>
                  <a:lnTo>
                    <a:pt x="322478" y="187960"/>
                  </a:lnTo>
                  <a:lnTo>
                    <a:pt x="330657" y="188722"/>
                  </a:lnTo>
                  <a:lnTo>
                    <a:pt x="339026" y="188722"/>
                  </a:lnTo>
                  <a:lnTo>
                    <a:pt x="380111" y="179450"/>
                  </a:lnTo>
                  <a:lnTo>
                    <a:pt x="391094" y="167433"/>
                  </a:lnTo>
                  <a:lnTo>
                    <a:pt x="332509" y="167433"/>
                  </a:lnTo>
                  <a:lnTo>
                    <a:pt x="325069" y="166750"/>
                  </a:lnTo>
                  <a:lnTo>
                    <a:pt x="312445" y="163957"/>
                  </a:lnTo>
                  <a:lnTo>
                    <a:pt x="306374" y="161925"/>
                  </a:lnTo>
                  <a:lnTo>
                    <a:pt x="300558" y="159130"/>
                  </a:lnTo>
                  <a:close/>
                </a:path>
                <a:path w="719455" h="244475">
                  <a:moveTo>
                    <a:pt x="357670" y="52070"/>
                  </a:moveTo>
                  <a:lnTo>
                    <a:pt x="341922" y="52070"/>
                  </a:lnTo>
                  <a:lnTo>
                    <a:pt x="335711" y="52704"/>
                  </a:lnTo>
                  <a:lnTo>
                    <a:pt x="329349" y="53975"/>
                  </a:lnTo>
                  <a:lnTo>
                    <a:pt x="322999" y="55118"/>
                  </a:lnTo>
                  <a:lnTo>
                    <a:pt x="317220" y="57276"/>
                  </a:lnTo>
                  <a:lnTo>
                    <a:pt x="312013" y="60198"/>
                  </a:lnTo>
                  <a:lnTo>
                    <a:pt x="306793" y="62992"/>
                  </a:lnTo>
                  <a:lnTo>
                    <a:pt x="302590" y="67055"/>
                  </a:lnTo>
                  <a:lnTo>
                    <a:pt x="296151" y="76962"/>
                  </a:lnTo>
                  <a:lnTo>
                    <a:pt x="294538" y="83185"/>
                  </a:lnTo>
                  <a:lnTo>
                    <a:pt x="294538" y="99568"/>
                  </a:lnTo>
                  <a:lnTo>
                    <a:pt x="318414" y="122427"/>
                  </a:lnTo>
                  <a:lnTo>
                    <a:pt x="323913" y="124714"/>
                  </a:lnTo>
                  <a:lnTo>
                    <a:pt x="329895" y="127000"/>
                  </a:lnTo>
                  <a:lnTo>
                    <a:pt x="342874" y="131318"/>
                  </a:lnTo>
                  <a:lnTo>
                    <a:pt x="349135" y="133603"/>
                  </a:lnTo>
                  <a:lnTo>
                    <a:pt x="355193" y="136144"/>
                  </a:lnTo>
                  <a:lnTo>
                    <a:pt x="364363" y="139446"/>
                  </a:lnTo>
                  <a:lnTo>
                    <a:pt x="368947" y="144525"/>
                  </a:lnTo>
                  <a:lnTo>
                    <a:pt x="368947" y="154813"/>
                  </a:lnTo>
                  <a:lnTo>
                    <a:pt x="368198" y="157607"/>
                  </a:lnTo>
                  <a:lnTo>
                    <a:pt x="345972" y="167433"/>
                  </a:lnTo>
                  <a:lnTo>
                    <a:pt x="391094" y="167433"/>
                  </a:lnTo>
                  <a:lnTo>
                    <a:pt x="393712" y="159766"/>
                  </a:lnTo>
                  <a:lnTo>
                    <a:pt x="393839" y="159394"/>
                  </a:lnTo>
                  <a:lnTo>
                    <a:pt x="394754" y="149987"/>
                  </a:lnTo>
                  <a:lnTo>
                    <a:pt x="394754" y="140462"/>
                  </a:lnTo>
                  <a:lnTo>
                    <a:pt x="392252" y="133223"/>
                  </a:lnTo>
                  <a:lnTo>
                    <a:pt x="355815" y="111505"/>
                  </a:lnTo>
                  <a:lnTo>
                    <a:pt x="342493" y="107188"/>
                  </a:lnTo>
                  <a:lnTo>
                    <a:pt x="337045" y="104901"/>
                  </a:lnTo>
                  <a:lnTo>
                    <a:pt x="332816" y="102489"/>
                  </a:lnTo>
                  <a:lnTo>
                    <a:pt x="328015" y="100457"/>
                  </a:lnTo>
                  <a:lnTo>
                    <a:pt x="324700" y="98425"/>
                  </a:lnTo>
                  <a:lnTo>
                    <a:pt x="322859" y="96266"/>
                  </a:lnTo>
                  <a:lnTo>
                    <a:pt x="321017" y="94234"/>
                  </a:lnTo>
                  <a:lnTo>
                    <a:pt x="320103" y="91313"/>
                  </a:lnTo>
                  <a:lnTo>
                    <a:pt x="320103" y="83947"/>
                  </a:lnTo>
                  <a:lnTo>
                    <a:pt x="322033" y="80645"/>
                  </a:lnTo>
                  <a:lnTo>
                    <a:pt x="329755" y="74549"/>
                  </a:lnTo>
                  <a:lnTo>
                    <a:pt x="336880" y="73025"/>
                  </a:lnTo>
                  <a:lnTo>
                    <a:pt x="387619" y="73025"/>
                  </a:lnTo>
                  <a:lnTo>
                    <a:pt x="392506" y="60705"/>
                  </a:lnTo>
                  <a:lnTo>
                    <a:pt x="386664" y="58166"/>
                  </a:lnTo>
                  <a:lnTo>
                    <a:pt x="380199" y="56134"/>
                  </a:lnTo>
                  <a:lnTo>
                    <a:pt x="373113" y="54610"/>
                  </a:lnTo>
                  <a:lnTo>
                    <a:pt x="366039" y="52959"/>
                  </a:lnTo>
                  <a:lnTo>
                    <a:pt x="357670" y="52070"/>
                  </a:lnTo>
                  <a:close/>
                </a:path>
                <a:path w="719455" h="244475">
                  <a:moveTo>
                    <a:pt x="387619" y="73025"/>
                  </a:moveTo>
                  <a:lnTo>
                    <a:pt x="354482" y="73025"/>
                  </a:lnTo>
                  <a:lnTo>
                    <a:pt x="360946" y="73660"/>
                  </a:lnTo>
                  <a:lnTo>
                    <a:pt x="372389" y="76200"/>
                  </a:lnTo>
                  <a:lnTo>
                    <a:pt x="378447" y="77977"/>
                  </a:lnTo>
                  <a:lnTo>
                    <a:pt x="384848" y="80010"/>
                  </a:lnTo>
                  <a:lnTo>
                    <a:pt x="387619" y="73025"/>
                  </a:lnTo>
                  <a:close/>
                </a:path>
                <a:path w="719455" h="244475">
                  <a:moveTo>
                    <a:pt x="53733" y="0"/>
                  </a:moveTo>
                  <a:lnTo>
                    <a:pt x="0" y="0"/>
                  </a:lnTo>
                  <a:lnTo>
                    <a:pt x="0" y="185674"/>
                  </a:lnTo>
                  <a:lnTo>
                    <a:pt x="46494" y="185674"/>
                  </a:lnTo>
                  <a:lnTo>
                    <a:pt x="56969" y="185408"/>
                  </a:lnTo>
                  <a:lnTo>
                    <a:pt x="102331" y="175228"/>
                  </a:lnTo>
                  <a:lnTo>
                    <a:pt x="119350" y="163322"/>
                  </a:lnTo>
                  <a:lnTo>
                    <a:pt x="26073" y="163322"/>
                  </a:lnTo>
                  <a:lnTo>
                    <a:pt x="26073" y="22860"/>
                  </a:lnTo>
                  <a:lnTo>
                    <a:pt x="121817" y="22860"/>
                  </a:lnTo>
                  <a:lnTo>
                    <a:pt x="120573" y="21463"/>
                  </a:lnTo>
                  <a:lnTo>
                    <a:pt x="83451" y="2839"/>
                  </a:lnTo>
                  <a:lnTo>
                    <a:pt x="64230" y="311"/>
                  </a:lnTo>
                  <a:lnTo>
                    <a:pt x="53733" y="0"/>
                  </a:lnTo>
                  <a:close/>
                </a:path>
                <a:path w="719455" h="244475">
                  <a:moveTo>
                    <a:pt x="121817" y="22860"/>
                  </a:moveTo>
                  <a:lnTo>
                    <a:pt x="53975" y="22860"/>
                  </a:lnTo>
                  <a:lnTo>
                    <a:pt x="68779" y="23858"/>
                  </a:lnTo>
                  <a:lnTo>
                    <a:pt x="81567" y="26844"/>
                  </a:lnTo>
                  <a:lnTo>
                    <a:pt x="112722" y="59483"/>
                  </a:lnTo>
                  <a:lnTo>
                    <a:pt x="116598" y="90043"/>
                  </a:lnTo>
                  <a:lnTo>
                    <a:pt x="116303" y="100500"/>
                  </a:lnTo>
                  <a:lnTo>
                    <a:pt x="106092" y="138763"/>
                  </a:lnTo>
                  <a:lnTo>
                    <a:pt x="69486" y="161446"/>
                  </a:lnTo>
                  <a:lnTo>
                    <a:pt x="45986" y="163322"/>
                  </a:lnTo>
                  <a:lnTo>
                    <a:pt x="119350" y="163322"/>
                  </a:lnTo>
                  <a:lnTo>
                    <a:pt x="139865" y="128139"/>
                  </a:lnTo>
                  <a:lnTo>
                    <a:pt x="143916" y="93599"/>
                  </a:lnTo>
                  <a:lnTo>
                    <a:pt x="143547" y="81478"/>
                  </a:lnTo>
                  <a:lnTo>
                    <a:pt x="134725" y="42090"/>
                  </a:lnTo>
                  <a:lnTo>
                    <a:pt x="126000" y="27560"/>
                  </a:lnTo>
                  <a:lnTo>
                    <a:pt x="121817" y="22860"/>
                  </a:lnTo>
                  <a:close/>
                </a:path>
                <a:path w="719455" h="244475">
                  <a:moveTo>
                    <a:pt x="442417" y="3048"/>
                  </a:moveTo>
                  <a:lnTo>
                    <a:pt x="416102" y="3048"/>
                  </a:lnTo>
                  <a:lnTo>
                    <a:pt x="416102" y="29972"/>
                  </a:lnTo>
                  <a:lnTo>
                    <a:pt x="442417" y="29972"/>
                  </a:lnTo>
                  <a:lnTo>
                    <a:pt x="442417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631680" cy="398907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90">
                <a:latin typeface="Arial MT"/>
                <a:cs typeface="Arial MT"/>
              </a:rPr>
              <a:t>If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design,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modelling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programming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notations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languages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are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used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specifications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their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implementation,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following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considered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when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selecting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such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notation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language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5">
                <a:latin typeface="Arial MT"/>
                <a:cs typeface="Arial MT"/>
              </a:rPr>
              <a:t>Unambiguous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comprehensible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definition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both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syntax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semantics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Support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achievement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modularity,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abstraction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encapsulation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Support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use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structured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constructs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Support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use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secure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design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implementation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techniques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14">
                <a:latin typeface="Arial MT"/>
                <a:cs typeface="Arial MT"/>
              </a:rPr>
              <a:t>Ability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integrate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already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existing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(e.g.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library,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framework,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software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written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another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language)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Resilience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language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against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vulnerabilities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due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its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improper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use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(e.g.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resilience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against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buffer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overflows)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75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marR="90170" indent="-177165">
              <a:lnSpc>
                <a:spcPct val="120000"/>
              </a:lnSpc>
              <a:spcBef>
                <a:spcPts val="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0">
                <a:latin typeface="Arial MT"/>
                <a:cs typeface="Arial MT"/>
              </a:rPr>
              <a:t>Criteria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suitable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design,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modelling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programming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languages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not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addressed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language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itself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covered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design,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modelling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 b="1">
                <a:latin typeface="Arial"/>
                <a:cs typeface="Arial"/>
              </a:rPr>
              <a:t>coding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guidelines</a:t>
            </a:r>
            <a:r>
              <a:rPr dirty="0" sz="1600" spc="-150">
                <a:latin typeface="Arial MT"/>
                <a:cs typeface="Arial MT"/>
              </a:rPr>
              <a:t>,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environment.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41348" y="4960620"/>
            <a:ext cx="4680585" cy="434340"/>
          </a:xfrm>
          <a:prstGeom prst="rect">
            <a:avLst/>
          </a:prstGeom>
          <a:solidFill>
            <a:srgbClr val="EDF8F4"/>
          </a:solidFill>
          <a:ln w="3175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 sz="1200" spc="-150" b="1">
                <a:solidFill>
                  <a:srgbClr val="0000CC"/>
                </a:solidFill>
                <a:latin typeface="Arial"/>
                <a:cs typeface="Arial"/>
              </a:rPr>
              <a:t>MISRA</a:t>
            </a:r>
            <a:r>
              <a:rPr dirty="0" sz="1200" spc="-5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CC"/>
                </a:solidFill>
                <a:latin typeface="Arial"/>
                <a:cs typeface="Arial"/>
              </a:rPr>
              <a:t>C:2012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200" spc="-120" b="1">
                <a:solidFill>
                  <a:srgbClr val="0000CC"/>
                </a:solidFill>
                <a:latin typeface="Arial"/>
                <a:cs typeface="Arial"/>
              </a:rPr>
              <a:t>“Guidelines</a:t>
            </a:r>
            <a:r>
              <a:rPr dirty="0" sz="1200" spc="-6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10" b="1">
                <a:solidFill>
                  <a:srgbClr val="0000CC"/>
                </a:solidFill>
                <a:latin typeface="Arial"/>
                <a:cs typeface="Arial"/>
              </a:rPr>
              <a:t>for</a:t>
            </a:r>
            <a:r>
              <a:rPr dirty="0" sz="1200" spc="-2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14" b="1">
                <a:solidFill>
                  <a:srgbClr val="0000CC"/>
                </a:solidFill>
                <a:latin typeface="Arial"/>
                <a:cs typeface="Arial"/>
              </a:rPr>
              <a:t>the</a:t>
            </a:r>
            <a:r>
              <a:rPr dirty="0" sz="1200" spc="-4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35" b="1">
                <a:solidFill>
                  <a:srgbClr val="0000CC"/>
                </a:solidFill>
                <a:latin typeface="Arial"/>
                <a:cs typeface="Arial"/>
              </a:rPr>
              <a:t>use</a:t>
            </a:r>
            <a:r>
              <a:rPr dirty="0" sz="1200" spc="-3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14" b="1">
                <a:solidFill>
                  <a:srgbClr val="0000CC"/>
                </a:solidFill>
                <a:latin typeface="Arial"/>
                <a:cs typeface="Arial"/>
              </a:rPr>
              <a:t>of</a:t>
            </a:r>
            <a:r>
              <a:rPr dirty="0" sz="1200" spc="-3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65" b="1">
                <a:solidFill>
                  <a:srgbClr val="0000CC"/>
                </a:solidFill>
                <a:latin typeface="Arial"/>
                <a:cs typeface="Arial"/>
              </a:rPr>
              <a:t>C</a:t>
            </a:r>
            <a:r>
              <a:rPr dirty="0" sz="1200" spc="-3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25" b="1">
                <a:solidFill>
                  <a:srgbClr val="0000CC"/>
                </a:solidFill>
                <a:latin typeface="Arial"/>
                <a:cs typeface="Arial"/>
              </a:rPr>
              <a:t>language</a:t>
            </a:r>
            <a:r>
              <a:rPr dirty="0" sz="1200" spc="-3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10" b="1">
                <a:solidFill>
                  <a:srgbClr val="0000CC"/>
                </a:solidFill>
                <a:latin typeface="Arial"/>
                <a:cs typeface="Arial"/>
              </a:rPr>
              <a:t>in</a:t>
            </a:r>
            <a:r>
              <a:rPr dirty="0" sz="1200" spc="-3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95" b="1">
                <a:solidFill>
                  <a:srgbClr val="0000CC"/>
                </a:solidFill>
                <a:latin typeface="Arial"/>
                <a:cs typeface="Arial"/>
              </a:rPr>
              <a:t>critical</a:t>
            </a:r>
            <a:r>
              <a:rPr dirty="0" sz="1200" spc="-4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CC"/>
                </a:solidFill>
                <a:latin typeface="Arial"/>
                <a:cs typeface="Arial"/>
              </a:rPr>
              <a:t>systems”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41348" y="5495544"/>
            <a:ext cx="2304415" cy="434340"/>
          </a:xfrm>
          <a:prstGeom prst="rect">
            <a:avLst/>
          </a:prstGeom>
          <a:solidFill>
            <a:srgbClr val="EDF8F4"/>
          </a:solidFill>
          <a:ln w="3175">
            <a:solidFill>
              <a:srgbClr val="0000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sz="1200" spc="-125">
                <a:latin typeface="Arial MT"/>
                <a:cs typeface="Arial MT"/>
              </a:rPr>
              <a:t>ISO/IEC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55">
                <a:latin typeface="Arial MT"/>
                <a:cs typeface="Arial MT"/>
              </a:rPr>
              <a:t>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17961:2013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200" spc="-140" b="1">
                <a:latin typeface="Arial"/>
                <a:cs typeface="Arial"/>
              </a:rPr>
              <a:t>“C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Secure”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17264" y="5495544"/>
            <a:ext cx="2304415" cy="434340"/>
          </a:xfrm>
          <a:prstGeom prst="rect">
            <a:avLst/>
          </a:prstGeom>
          <a:solidFill>
            <a:srgbClr val="EDF8F4"/>
          </a:solidFill>
          <a:ln w="3175">
            <a:solidFill>
              <a:srgbClr val="000000"/>
            </a:solidFill>
          </a:ln>
        </p:spPr>
        <p:txBody>
          <a:bodyPr wrap="square" lIns="0" tIns="123825" rIns="0" bIns="0" rtlCol="0" vert="horz">
            <a:spAutoFit/>
          </a:bodyPr>
          <a:lstStyle/>
          <a:p>
            <a:pPr marL="643255">
              <a:lnSpc>
                <a:spcPct val="100000"/>
              </a:lnSpc>
              <a:spcBef>
                <a:spcPts val="975"/>
              </a:spcBef>
            </a:pPr>
            <a:r>
              <a:rPr dirty="0" sz="1200" spc="-125">
                <a:latin typeface="Arial MT"/>
                <a:cs typeface="Arial MT"/>
              </a:rPr>
              <a:t>2016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SEI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55" b="1">
                <a:latin typeface="Arial"/>
                <a:cs typeface="Arial"/>
              </a:rPr>
              <a:t>CERT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47570" y="6023254"/>
            <a:ext cx="4540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25">
                <a:latin typeface="Arial MT"/>
                <a:cs typeface="Arial MT"/>
              </a:rPr>
              <a:t>Mapping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50">
                <a:latin typeface="Arial MT"/>
                <a:cs typeface="Arial MT"/>
              </a:rPr>
              <a:t>MISRA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65">
                <a:latin typeface="Arial MT"/>
                <a:cs typeface="Arial MT"/>
              </a:rPr>
              <a:t>C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coverage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45">
                <a:latin typeface="Arial MT"/>
                <a:cs typeface="Arial MT"/>
              </a:rPr>
              <a:t>"CERT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C“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70">
                <a:latin typeface="Arial MT"/>
                <a:cs typeface="Arial MT"/>
              </a:rPr>
              <a:t>/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“C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Secure”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requirements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shows </a:t>
            </a:r>
            <a:r>
              <a:rPr dirty="0" sz="1200" spc="-9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50">
                <a:latin typeface="Arial MT"/>
                <a:cs typeface="Arial MT"/>
              </a:rPr>
              <a:t>MISRA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65">
                <a:latin typeface="Arial MT"/>
                <a:cs typeface="Arial MT"/>
              </a:rPr>
              <a:t>C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already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has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excellent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coverage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those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recommendations.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7604" y="171830"/>
              <a:ext cx="719455" cy="244475"/>
            </a:xfrm>
            <a:custGeom>
              <a:avLst/>
              <a:gdLst/>
              <a:ahLst/>
              <a:cxnLst/>
              <a:rect l="l" t="t" r="r" b="b"/>
              <a:pathLst>
                <a:path w="719455" h="244475">
                  <a:moveTo>
                    <a:pt x="484085" y="217170"/>
                  </a:moveTo>
                  <a:lnTo>
                    <a:pt x="477735" y="237109"/>
                  </a:lnTo>
                  <a:lnTo>
                    <a:pt x="483971" y="239522"/>
                  </a:lnTo>
                  <a:lnTo>
                    <a:pt x="490448" y="241300"/>
                  </a:lnTo>
                  <a:lnTo>
                    <a:pt x="497179" y="242443"/>
                  </a:lnTo>
                  <a:lnTo>
                    <a:pt x="503910" y="243713"/>
                  </a:lnTo>
                  <a:lnTo>
                    <a:pt x="511505" y="244221"/>
                  </a:lnTo>
                  <a:lnTo>
                    <a:pt x="528891" y="244221"/>
                  </a:lnTo>
                  <a:lnTo>
                    <a:pt x="568858" y="226314"/>
                  </a:lnTo>
                  <a:lnTo>
                    <a:pt x="571229" y="222885"/>
                  </a:lnTo>
                  <a:lnTo>
                    <a:pt x="512610" y="222885"/>
                  </a:lnTo>
                  <a:lnTo>
                    <a:pt x="506387" y="222250"/>
                  </a:lnTo>
                  <a:lnTo>
                    <a:pt x="501431" y="221234"/>
                  </a:lnTo>
                  <a:lnTo>
                    <a:pt x="489661" y="218567"/>
                  </a:lnTo>
                  <a:lnTo>
                    <a:pt x="484085" y="217170"/>
                  </a:lnTo>
                  <a:close/>
                </a:path>
                <a:path w="719455" h="244475">
                  <a:moveTo>
                    <a:pt x="580199" y="178816"/>
                  </a:moveTo>
                  <a:lnTo>
                    <a:pt x="554380" y="178816"/>
                  </a:lnTo>
                  <a:lnTo>
                    <a:pt x="554380" y="194818"/>
                  </a:lnTo>
                  <a:lnTo>
                    <a:pt x="553478" y="200533"/>
                  </a:lnTo>
                  <a:lnTo>
                    <a:pt x="549871" y="209423"/>
                  </a:lnTo>
                  <a:lnTo>
                    <a:pt x="547433" y="212979"/>
                  </a:lnTo>
                  <a:lnTo>
                    <a:pt x="541223" y="218313"/>
                  </a:lnTo>
                  <a:lnTo>
                    <a:pt x="537294" y="220345"/>
                  </a:lnTo>
                  <a:lnTo>
                    <a:pt x="537006" y="220345"/>
                  </a:lnTo>
                  <a:lnTo>
                    <a:pt x="533272" y="221234"/>
                  </a:lnTo>
                  <a:lnTo>
                    <a:pt x="529005" y="222377"/>
                  </a:lnTo>
                  <a:lnTo>
                    <a:pt x="524408" y="222885"/>
                  </a:lnTo>
                  <a:lnTo>
                    <a:pt x="571229" y="222885"/>
                  </a:lnTo>
                  <a:lnTo>
                    <a:pt x="580096" y="188722"/>
                  </a:lnTo>
                  <a:lnTo>
                    <a:pt x="580199" y="178816"/>
                  </a:lnTo>
                  <a:close/>
                </a:path>
                <a:path w="719455" h="244475">
                  <a:moveTo>
                    <a:pt x="535952" y="52070"/>
                  </a:moveTo>
                  <a:lnTo>
                    <a:pt x="529221" y="52070"/>
                  </a:lnTo>
                  <a:lnTo>
                    <a:pt x="521008" y="52405"/>
                  </a:lnTo>
                  <a:lnTo>
                    <a:pt x="485305" y="66040"/>
                  </a:lnTo>
                  <a:lnTo>
                    <a:pt x="468130" y="101266"/>
                  </a:lnTo>
                  <a:lnTo>
                    <a:pt x="466255" y="122554"/>
                  </a:lnTo>
                  <a:lnTo>
                    <a:pt x="467083" y="137463"/>
                  </a:lnTo>
                  <a:lnTo>
                    <a:pt x="487106" y="179024"/>
                  </a:lnTo>
                  <a:lnTo>
                    <a:pt x="521728" y="188722"/>
                  </a:lnTo>
                  <a:lnTo>
                    <a:pt x="528980" y="188722"/>
                  </a:lnTo>
                  <a:lnTo>
                    <a:pt x="535495" y="187833"/>
                  </a:lnTo>
                  <a:lnTo>
                    <a:pt x="547090" y="184023"/>
                  </a:lnTo>
                  <a:lnTo>
                    <a:pt x="551446" y="181610"/>
                  </a:lnTo>
                  <a:lnTo>
                    <a:pt x="554380" y="178816"/>
                  </a:lnTo>
                  <a:lnTo>
                    <a:pt x="580199" y="178816"/>
                  </a:lnTo>
                  <a:lnTo>
                    <a:pt x="580199" y="167640"/>
                  </a:lnTo>
                  <a:lnTo>
                    <a:pt x="520166" y="167640"/>
                  </a:lnTo>
                  <a:lnTo>
                    <a:pt x="514477" y="166497"/>
                  </a:lnTo>
                  <a:lnTo>
                    <a:pt x="510146" y="163957"/>
                  </a:lnTo>
                  <a:lnTo>
                    <a:pt x="505815" y="161544"/>
                  </a:lnTo>
                  <a:lnTo>
                    <a:pt x="502361" y="158242"/>
                  </a:lnTo>
                  <a:lnTo>
                    <a:pt x="497205" y="149860"/>
                  </a:lnTo>
                  <a:lnTo>
                    <a:pt x="495401" y="145034"/>
                  </a:lnTo>
                  <a:lnTo>
                    <a:pt x="493331" y="134239"/>
                  </a:lnTo>
                  <a:lnTo>
                    <a:pt x="492810" y="128524"/>
                  </a:lnTo>
                  <a:lnTo>
                    <a:pt x="492810" y="122554"/>
                  </a:lnTo>
                  <a:lnTo>
                    <a:pt x="502005" y="84327"/>
                  </a:lnTo>
                  <a:lnTo>
                    <a:pt x="531710" y="73025"/>
                  </a:lnTo>
                  <a:lnTo>
                    <a:pt x="580199" y="73025"/>
                  </a:lnTo>
                  <a:lnTo>
                    <a:pt x="580199" y="59309"/>
                  </a:lnTo>
                  <a:lnTo>
                    <a:pt x="558609" y="59309"/>
                  </a:lnTo>
                  <a:lnTo>
                    <a:pt x="555967" y="57658"/>
                  </a:lnTo>
                  <a:lnTo>
                    <a:pt x="552094" y="56007"/>
                  </a:lnTo>
                  <a:lnTo>
                    <a:pt x="546976" y="54483"/>
                  </a:lnTo>
                  <a:lnTo>
                    <a:pt x="541870" y="52832"/>
                  </a:lnTo>
                  <a:lnTo>
                    <a:pt x="535952" y="52070"/>
                  </a:lnTo>
                  <a:close/>
                </a:path>
                <a:path w="719455" h="244475">
                  <a:moveTo>
                    <a:pt x="580199" y="73025"/>
                  </a:moveTo>
                  <a:lnTo>
                    <a:pt x="536219" y="73025"/>
                  </a:lnTo>
                  <a:lnTo>
                    <a:pt x="540978" y="73737"/>
                  </a:lnTo>
                  <a:lnTo>
                    <a:pt x="540680" y="73737"/>
                  </a:lnTo>
                  <a:lnTo>
                    <a:pt x="544423" y="75057"/>
                  </a:lnTo>
                  <a:lnTo>
                    <a:pt x="548373" y="76326"/>
                  </a:lnTo>
                  <a:lnTo>
                    <a:pt x="551700" y="77597"/>
                  </a:lnTo>
                  <a:lnTo>
                    <a:pt x="554380" y="78867"/>
                  </a:lnTo>
                  <a:lnTo>
                    <a:pt x="554380" y="159003"/>
                  </a:lnTo>
                  <a:lnTo>
                    <a:pt x="550392" y="161544"/>
                  </a:lnTo>
                  <a:lnTo>
                    <a:pt x="546214" y="163575"/>
                  </a:lnTo>
                  <a:lnTo>
                    <a:pt x="537464" y="166877"/>
                  </a:lnTo>
                  <a:lnTo>
                    <a:pt x="532587" y="167640"/>
                  </a:lnTo>
                  <a:lnTo>
                    <a:pt x="580199" y="167640"/>
                  </a:lnTo>
                  <a:lnTo>
                    <a:pt x="580199" y="73025"/>
                  </a:lnTo>
                  <a:close/>
                </a:path>
                <a:path w="719455" h="244475">
                  <a:moveTo>
                    <a:pt x="580199" y="55123"/>
                  </a:moveTo>
                  <a:lnTo>
                    <a:pt x="559776" y="55123"/>
                  </a:lnTo>
                  <a:lnTo>
                    <a:pt x="558609" y="59309"/>
                  </a:lnTo>
                  <a:lnTo>
                    <a:pt x="580199" y="59309"/>
                  </a:lnTo>
                  <a:lnTo>
                    <a:pt x="580199" y="55123"/>
                  </a:lnTo>
                  <a:close/>
                </a:path>
                <a:path w="719455" h="244475">
                  <a:moveTo>
                    <a:pt x="223202" y="52070"/>
                  </a:moveTo>
                  <a:lnTo>
                    <a:pt x="186131" y="61446"/>
                  </a:lnTo>
                  <a:lnTo>
                    <a:pt x="163902" y="103586"/>
                  </a:lnTo>
                  <a:lnTo>
                    <a:pt x="162979" y="119634"/>
                  </a:lnTo>
                  <a:lnTo>
                    <a:pt x="163171" y="128017"/>
                  </a:lnTo>
                  <a:lnTo>
                    <a:pt x="171577" y="165608"/>
                  </a:lnTo>
                  <a:lnTo>
                    <a:pt x="208189" y="187674"/>
                  </a:lnTo>
                  <a:lnTo>
                    <a:pt x="223697" y="188722"/>
                  </a:lnTo>
                  <a:lnTo>
                    <a:pt x="228587" y="188722"/>
                  </a:lnTo>
                  <a:lnTo>
                    <a:pt x="268185" y="179070"/>
                  </a:lnTo>
                  <a:lnTo>
                    <a:pt x="274675" y="175005"/>
                  </a:lnTo>
                  <a:lnTo>
                    <a:pt x="271836" y="167386"/>
                  </a:lnTo>
                  <a:lnTo>
                    <a:pt x="216687" y="167386"/>
                  </a:lnTo>
                  <a:lnTo>
                    <a:pt x="208813" y="165608"/>
                  </a:lnTo>
                  <a:lnTo>
                    <a:pt x="189534" y="133603"/>
                  </a:lnTo>
                  <a:lnTo>
                    <a:pt x="189534" y="128270"/>
                  </a:lnTo>
                  <a:lnTo>
                    <a:pt x="276428" y="128270"/>
                  </a:lnTo>
                  <a:lnTo>
                    <a:pt x="276428" y="107823"/>
                  </a:lnTo>
                  <a:lnTo>
                    <a:pt x="189534" y="107823"/>
                  </a:lnTo>
                  <a:lnTo>
                    <a:pt x="189674" y="107315"/>
                  </a:lnTo>
                  <a:lnTo>
                    <a:pt x="189759" y="106679"/>
                  </a:lnTo>
                  <a:lnTo>
                    <a:pt x="189826" y="106172"/>
                  </a:lnTo>
                  <a:lnTo>
                    <a:pt x="190036" y="103586"/>
                  </a:lnTo>
                  <a:lnTo>
                    <a:pt x="190157" y="102108"/>
                  </a:lnTo>
                  <a:lnTo>
                    <a:pt x="190360" y="100584"/>
                  </a:lnTo>
                  <a:lnTo>
                    <a:pt x="213321" y="72771"/>
                  </a:lnTo>
                  <a:lnTo>
                    <a:pt x="267925" y="72771"/>
                  </a:lnTo>
                  <a:lnTo>
                    <a:pt x="266369" y="70485"/>
                  </a:lnTo>
                  <a:lnTo>
                    <a:pt x="230974" y="52379"/>
                  </a:lnTo>
                  <a:lnTo>
                    <a:pt x="223202" y="52070"/>
                  </a:lnTo>
                  <a:close/>
                </a:path>
                <a:path w="719455" h="244475">
                  <a:moveTo>
                    <a:pt x="267957" y="156972"/>
                  </a:moveTo>
                  <a:lnTo>
                    <a:pt x="262255" y="159639"/>
                  </a:lnTo>
                  <a:lnTo>
                    <a:pt x="255748" y="162178"/>
                  </a:lnTo>
                  <a:lnTo>
                    <a:pt x="243039" y="166370"/>
                  </a:lnTo>
                  <a:lnTo>
                    <a:pt x="235407" y="167386"/>
                  </a:lnTo>
                  <a:lnTo>
                    <a:pt x="271836" y="167386"/>
                  </a:lnTo>
                  <a:lnTo>
                    <a:pt x="267957" y="156972"/>
                  </a:lnTo>
                  <a:close/>
                </a:path>
                <a:path w="719455" h="244475">
                  <a:moveTo>
                    <a:pt x="267925" y="72771"/>
                  </a:moveTo>
                  <a:lnTo>
                    <a:pt x="231406" y="72771"/>
                  </a:lnTo>
                  <a:lnTo>
                    <a:pt x="237909" y="75438"/>
                  </a:lnTo>
                  <a:lnTo>
                    <a:pt x="242697" y="80645"/>
                  </a:lnTo>
                  <a:lnTo>
                    <a:pt x="249776" y="106172"/>
                  </a:lnTo>
                  <a:lnTo>
                    <a:pt x="249859" y="107823"/>
                  </a:lnTo>
                  <a:lnTo>
                    <a:pt x="276428" y="107823"/>
                  </a:lnTo>
                  <a:lnTo>
                    <a:pt x="276385" y="106172"/>
                  </a:lnTo>
                  <a:lnTo>
                    <a:pt x="276171" y="103586"/>
                  </a:lnTo>
                  <a:lnTo>
                    <a:pt x="276048" y="102108"/>
                  </a:lnTo>
                  <a:lnTo>
                    <a:pt x="270344" y="76326"/>
                  </a:lnTo>
                  <a:lnTo>
                    <a:pt x="267925" y="72771"/>
                  </a:lnTo>
                  <a:close/>
                </a:path>
                <a:path w="719455" h="244475">
                  <a:moveTo>
                    <a:pt x="442417" y="55118"/>
                  </a:moveTo>
                  <a:lnTo>
                    <a:pt x="416356" y="55118"/>
                  </a:lnTo>
                  <a:lnTo>
                    <a:pt x="416356" y="185674"/>
                  </a:lnTo>
                  <a:lnTo>
                    <a:pt x="442417" y="185674"/>
                  </a:lnTo>
                  <a:lnTo>
                    <a:pt x="442417" y="55118"/>
                  </a:lnTo>
                  <a:close/>
                </a:path>
                <a:path w="719455" h="244475">
                  <a:moveTo>
                    <a:pt x="632282" y="55123"/>
                  </a:moveTo>
                  <a:lnTo>
                    <a:pt x="607911" y="55123"/>
                  </a:lnTo>
                  <a:lnTo>
                    <a:pt x="608960" y="74041"/>
                  </a:lnTo>
                  <a:lnTo>
                    <a:pt x="609010" y="74929"/>
                  </a:lnTo>
                  <a:lnTo>
                    <a:pt x="609136" y="77216"/>
                  </a:lnTo>
                  <a:lnTo>
                    <a:pt x="609165" y="77724"/>
                  </a:lnTo>
                  <a:lnTo>
                    <a:pt x="609277" y="79755"/>
                  </a:lnTo>
                  <a:lnTo>
                    <a:pt x="609390" y="81788"/>
                  </a:lnTo>
                  <a:lnTo>
                    <a:pt x="609482" y="83439"/>
                  </a:lnTo>
                  <a:lnTo>
                    <a:pt x="609573" y="85090"/>
                  </a:lnTo>
                  <a:lnTo>
                    <a:pt x="609700" y="87375"/>
                  </a:lnTo>
                  <a:lnTo>
                    <a:pt x="609785" y="88900"/>
                  </a:lnTo>
                  <a:lnTo>
                    <a:pt x="609904" y="185674"/>
                  </a:lnTo>
                  <a:lnTo>
                    <a:pt x="635965" y="185674"/>
                  </a:lnTo>
                  <a:lnTo>
                    <a:pt x="635965" y="85598"/>
                  </a:lnTo>
                  <a:lnTo>
                    <a:pt x="636612" y="85090"/>
                  </a:lnTo>
                  <a:lnTo>
                    <a:pt x="637666" y="84327"/>
                  </a:lnTo>
                  <a:lnTo>
                    <a:pt x="639140" y="83439"/>
                  </a:lnTo>
                  <a:lnTo>
                    <a:pt x="640600" y="82676"/>
                  </a:lnTo>
                  <a:lnTo>
                    <a:pt x="642213" y="81788"/>
                  </a:lnTo>
                  <a:lnTo>
                    <a:pt x="643940" y="81025"/>
                  </a:lnTo>
                  <a:lnTo>
                    <a:pt x="648195" y="78867"/>
                  </a:lnTo>
                  <a:lnTo>
                    <a:pt x="652487" y="77216"/>
                  </a:lnTo>
                  <a:lnTo>
                    <a:pt x="661162" y="74675"/>
                  </a:lnTo>
                  <a:lnTo>
                    <a:pt x="665505" y="74041"/>
                  </a:lnTo>
                  <a:lnTo>
                    <a:pt x="715672" y="74041"/>
                  </a:lnTo>
                  <a:lnTo>
                    <a:pt x="713778" y="69596"/>
                  </a:lnTo>
                  <a:lnTo>
                    <a:pt x="711048" y="66040"/>
                  </a:lnTo>
                  <a:lnTo>
                    <a:pt x="632891" y="66040"/>
                  </a:lnTo>
                  <a:lnTo>
                    <a:pt x="632700" y="62611"/>
                  </a:lnTo>
                  <a:lnTo>
                    <a:pt x="632608" y="60960"/>
                  </a:lnTo>
                  <a:lnTo>
                    <a:pt x="632537" y="59690"/>
                  </a:lnTo>
                  <a:lnTo>
                    <a:pt x="632416" y="57530"/>
                  </a:lnTo>
                  <a:lnTo>
                    <a:pt x="632303" y="55499"/>
                  </a:lnTo>
                  <a:lnTo>
                    <a:pt x="632282" y="55123"/>
                  </a:lnTo>
                  <a:close/>
                </a:path>
                <a:path w="719455" h="244475">
                  <a:moveTo>
                    <a:pt x="715672" y="74041"/>
                  </a:moveTo>
                  <a:lnTo>
                    <a:pt x="675093" y="74041"/>
                  </a:lnTo>
                  <a:lnTo>
                    <a:pt x="679208" y="74675"/>
                  </a:lnTo>
                  <a:lnTo>
                    <a:pt x="685241" y="77724"/>
                  </a:lnTo>
                  <a:lnTo>
                    <a:pt x="693293" y="101726"/>
                  </a:lnTo>
                  <a:lnTo>
                    <a:pt x="693293" y="185674"/>
                  </a:lnTo>
                  <a:lnTo>
                    <a:pt x="719112" y="185674"/>
                  </a:lnTo>
                  <a:lnTo>
                    <a:pt x="719112" y="94488"/>
                  </a:lnTo>
                  <a:lnTo>
                    <a:pt x="718502" y="87375"/>
                  </a:lnTo>
                  <a:lnTo>
                    <a:pt x="716051" y="74929"/>
                  </a:lnTo>
                  <a:lnTo>
                    <a:pt x="715672" y="74041"/>
                  </a:lnTo>
                  <a:close/>
                </a:path>
                <a:path w="719455" h="244475">
                  <a:moveTo>
                    <a:pt x="683907" y="52070"/>
                  </a:moveTo>
                  <a:lnTo>
                    <a:pt x="675119" y="52070"/>
                  </a:lnTo>
                  <a:lnTo>
                    <a:pt x="668182" y="52405"/>
                  </a:lnTo>
                  <a:lnTo>
                    <a:pt x="632891" y="66040"/>
                  </a:lnTo>
                  <a:lnTo>
                    <a:pt x="711048" y="66040"/>
                  </a:lnTo>
                  <a:lnTo>
                    <a:pt x="707148" y="60960"/>
                  </a:lnTo>
                  <a:lnTo>
                    <a:pt x="702627" y="57658"/>
                  </a:lnTo>
                  <a:lnTo>
                    <a:pt x="696899" y="55499"/>
                  </a:lnTo>
                  <a:lnTo>
                    <a:pt x="691172" y="53213"/>
                  </a:lnTo>
                  <a:lnTo>
                    <a:pt x="683907" y="52070"/>
                  </a:lnTo>
                  <a:close/>
                </a:path>
                <a:path w="719455" h="244475">
                  <a:moveTo>
                    <a:pt x="300558" y="159130"/>
                  </a:moveTo>
                  <a:lnTo>
                    <a:pt x="292544" y="178816"/>
                  </a:lnTo>
                  <a:lnTo>
                    <a:pt x="299173" y="182245"/>
                  </a:lnTo>
                  <a:lnTo>
                    <a:pt x="306489" y="184785"/>
                  </a:lnTo>
                  <a:lnTo>
                    <a:pt x="315027" y="186420"/>
                  </a:lnTo>
                  <a:lnTo>
                    <a:pt x="322478" y="187960"/>
                  </a:lnTo>
                  <a:lnTo>
                    <a:pt x="330657" y="188722"/>
                  </a:lnTo>
                  <a:lnTo>
                    <a:pt x="339026" y="188722"/>
                  </a:lnTo>
                  <a:lnTo>
                    <a:pt x="380111" y="179450"/>
                  </a:lnTo>
                  <a:lnTo>
                    <a:pt x="391094" y="167433"/>
                  </a:lnTo>
                  <a:lnTo>
                    <a:pt x="332509" y="167433"/>
                  </a:lnTo>
                  <a:lnTo>
                    <a:pt x="325069" y="166750"/>
                  </a:lnTo>
                  <a:lnTo>
                    <a:pt x="312445" y="163957"/>
                  </a:lnTo>
                  <a:lnTo>
                    <a:pt x="306374" y="161925"/>
                  </a:lnTo>
                  <a:lnTo>
                    <a:pt x="300558" y="159130"/>
                  </a:lnTo>
                  <a:close/>
                </a:path>
                <a:path w="719455" h="244475">
                  <a:moveTo>
                    <a:pt x="357670" y="52070"/>
                  </a:moveTo>
                  <a:lnTo>
                    <a:pt x="341922" y="52070"/>
                  </a:lnTo>
                  <a:lnTo>
                    <a:pt x="335711" y="52704"/>
                  </a:lnTo>
                  <a:lnTo>
                    <a:pt x="329349" y="53975"/>
                  </a:lnTo>
                  <a:lnTo>
                    <a:pt x="322999" y="55118"/>
                  </a:lnTo>
                  <a:lnTo>
                    <a:pt x="317220" y="57276"/>
                  </a:lnTo>
                  <a:lnTo>
                    <a:pt x="312013" y="60198"/>
                  </a:lnTo>
                  <a:lnTo>
                    <a:pt x="306793" y="62992"/>
                  </a:lnTo>
                  <a:lnTo>
                    <a:pt x="302590" y="67055"/>
                  </a:lnTo>
                  <a:lnTo>
                    <a:pt x="296151" y="76962"/>
                  </a:lnTo>
                  <a:lnTo>
                    <a:pt x="294538" y="83185"/>
                  </a:lnTo>
                  <a:lnTo>
                    <a:pt x="294538" y="99568"/>
                  </a:lnTo>
                  <a:lnTo>
                    <a:pt x="318414" y="122427"/>
                  </a:lnTo>
                  <a:lnTo>
                    <a:pt x="323913" y="124714"/>
                  </a:lnTo>
                  <a:lnTo>
                    <a:pt x="329895" y="127000"/>
                  </a:lnTo>
                  <a:lnTo>
                    <a:pt x="342874" y="131318"/>
                  </a:lnTo>
                  <a:lnTo>
                    <a:pt x="349135" y="133603"/>
                  </a:lnTo>
                  <a:lnTo>
                    <a:pt x="355193" y="136144"/>
                  </a:lnTo>
                  <a:lnTo>
                    <a:pt x="364363" y="139446"/>
                  </a:lnTo>
                  <a:lnTo>
                    <a:pt x="368947" y="144525"/>
                  </a:lnTo>
                  <a:lnTo>
                    <a:pt x="368947" y="154813"/>
                  </a:lnTo>
                  <a:lnTo>
                    <a:pt x="368198" y="157607"/>
                  </a:lnTo>
                  <a:lnTo>
                    <a:pt x="345972" y="167433"/>
                  </a:lnTo>
                  <a:lnTo>
                    <a:pt x="391094" y="167433"/>
                  </a:lnTo>
                  <a:lnTo>
                    <a:pt x="393712" y="159766"/>
                  </a:lnTo>
                  <a:lnTo>
                    <a:pt x="393839" y="159394"/>
                  </a:lnTo>
                  <a:lnTo>
                    <a:pt x="394754" y="149987"/>
                  </a:lnTo>
                  <a:lnTo>
                    <a:pt x="394754" y="140462"/>
                  </a:lnTo>
                  <a:lnTo>
                    <a:pt x="392252" y="133223"/>
                  </a:lnTo>
                  <a:lnTo>
                    <a:pt x="355815" y="111505"/>
                  </a:lnTo>
                  <a:lnTo>
                    <a:pt x="342493" y="107188"/>
                  </a:lnTo>
                  <a:lnTo>
                    <a:pt x="337045" y="104901"/>
                  </a:lnTo>
                  <a:lnTo>
                    <a:pt x="332816" y="102489"/>
                  </a:lnTo>
                  <a:lnTo>
                    <a:pt x="328015" y="100457"/>
                  </a:lnTo>
                  <a:lnTo>
                    <a:pt x="324700" y="98425"/>
                  </a:lnTo>
                  <a:lnTo>
                    <a:pt x="322859" y="96266"/>
                  </a:lnTo>
                  <a:lnTo>
                    <a:pt x="321017" y="94234"/>
                  </a:lnTo>
                  <a:lnTo>
                    <a:pt x="320103" y="91313"/>
                  </a:lnTo>
                  <a:lnTo>
                    <a:pt x="320103" y="83947"/>
                  </a:lnTo>
                  <a:lnTo>
                    <a:pt x="322033" y="80645"/>
                  </a:lnTo>
                  <a:lnTo>
                    <a:pt x="329755" y="74549"/>
                  </a:lnTo>
                  <a:lnTo>
                    <a:pt x="336880" y="73025"/>
                  </a:lnTo>
                  <a:lnTo>
                    <a:pt x="387619" y="73025"/>
                  </a:lnTo>
                  <a:lnTo>
                    <a:pt x="392506" y="60705"/>
                  </a:lnTo>
                  <a:lnTo>
                    <a:pt x="386664" y="58166"/>
                  </a:lnTo>
                  <a:lnTo>
                    <a:pt x="380199" y="56134"/>
                  </a:lnTo>
                  <a:lnTo>
                    <a:pt x="373113" y="54610"/>
                  </a:lnTo>
                  <a:lnTo>
                    <a:pt x="366039" y="52959"/>
                  </a:lnTo>
                  <a:lnTo>
                    <a:pt x="357670" y="52070"/>
                  </a:lnTo>
                  <a:close/>
                </a:path>
                <a:path w="719455" h="244475">
                  <a:moveTo>
                    <a:pt x="387619" y="73025"/>
                  </a:moveTo>
                  <a:lnTo>
                    <a:pt x="354482" y="73025"/>
                  </a:lnTo>
                  <a:lnTo>
                    <a:pt x="360946" y="73660"/>
                  </a:lnTo>
                  <a:lnTo>
                    <a:pt x="372389" y="76200"/>
                  </a:lnTo>
                  <a:lnTo>
                    <a:pt x="378447" y="77977"/>
                  </a:lnTo>
                  <a:lnTo>
                    <a:pt x="384848" y="80010"/>
                  </a:lnTo>
                  <a:lnTo>
                    <a:pt x="387619" y="73025"/>
                  </a:lnTo>
                  <a:close/>
                </a:path>
                <a:path w="719455" h="244475">
                  <a:moveTo>
                    <a:pt x="53733" y="0"/>
                  </a:moveTo>
                  <a:lnTo>
                    <a:pt x="0" y="0"/>
                  </a:lnTo>
                  <a:lnTo>
                    <a:pt x="0" y="185674"/>
                  </a:lnTo>
                  <a:lnTo>
                    <a:pt x="46494" y="185674"/>
                  </a:lnTo>
                  <a:lnTo>
                    <a:pt x="56969" y="185408"/>
                  </a:lnTo>
                  <a:lnTo>
                    <a:pt x="102331" y="175228"/>
                  </a:lnTo>
                  <a:lnTo>
                    <a:pt x="119350" y="163322"/>
                  </a:lnTo>
                  <a:lnTo>
                    <a:pt x="26073" y="163322"/>
                  </a:lnTo>
                  <a:lnTo>
                    <a:pt x="26073" y="22860"/>
                  </a:lnTo>
                  <a:lnTo>
                    <a:pt x="121817" y="22860"/>
                  </a:lnTo>
                  <a:lnTo>
                    <a:pt x="120573" y="21463"/>
                  </a:lnTo>
                  <a:lnTo>
                    <a:pt x="83451" y="2839"/>
                  </a:lnTo>
                  <a:lnTo>
                    <a:pt x="64230" y="311"/>
                  </a:lnTo>
                  <a:lnTo>
                    <a:pt x="53733" y="0"/>
                  </a:lnTo>
                  <a:close/>
                </a:path>
                <a:path w="719455" h="244475">
                  <a:moveTo>
                    <a:pt x="121817" y="22860"/>
                  </a:moveTo>
                  <a:lnTo>
                    <a:pt x="53975" y="22860"/>
                  </a:lnTo>
                  <a:lnTo>
                    <a:pt x="68779" y="23858"/>
                  </a:lnTo>
                  <a:lnTo>
                    <a:pt x="81567" y="26844"/>
                  </a:lnTo>
                  <a:lnTo>
                    <a:pt x="112722" y="59483"/>
                  </a:lnTo>
                  <a:lnTo>
                    <a:pt x="116598" y="90043"/>
                  </a:lnTo>
                  <a:lnTo>
                    <a:pt x="116303" y="100500"/>
                  </a:lnTo>
                  <a:lnTo>
                    <a:pt x="106092" y="138763"/>
                  </a:lnTo>
                  <a:lnTo>
                    <a:pt x="69486" y="161446"/>
                  </a:lnTo>
                  <a:lnTo>
                    <a:pt x="45986" y="163322"/>
                  </a:lnTo>
                  <a:lnTo>
                    <a:pt x="119350" y="163322"/>
                  </a:lnTo>
                  <a:lnTo>
                    <a:pt x="139865" y="128139"/>
                  </a:lnTo>
                  <a:lnTo>
                    <a:pt x="143916" y="93599"/>
                  </a:lnTo>
                  <a:lnTo>
                    <a:pt x="143547" y="81478"/>
                  </a:lnTo>
                  <a:lnTo>
                    <a:pt x="134725" y="42090"/>
                  </a:lnTo>
                  <a:lnTo>
                    <a:pt x="126000" y="27560"/>
                  </a:lnTo>
                  <a:lnTo>
                    <a:pt x="121817" y="22860"/>
                  </a:lnTo>
                  <a:close/>
                </a:path>
                <a:path w="719455" h="244475">
                  <a:moveTo>
                    <a:pt x="442417" y="3048"/>
                  </a:moveTo>
                  <a:lnTo>
                    <a:pt x="416102" y="3048"/>
                  </a:lnTo>
                  <a:lnTo>
                    <a:pt x="416102" y="29972"/>
                  </a:lnTo>
                  <a:lnTo>
                    <a:pt x="442417" y="29972"/>
                  </a:lnTo>
                  <a:lnTo>
                    <a:pt x="442417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853439" y="2811589"/>
            <a:ext cx="3450590" cy="1703070"/>
            <a:chOff x="853439" y="2811589"/>
            <a:chExt cx="3450590" cy="1703070"/>
          </a:xfrm>
        </p:grpSpPr>
        <p:sp>
          <p:nvSpPr>
            <p:cNvPr id="9" name="object 9" descr=""/>
            <p:cNvSpPr/>
            <p:nvPr/>
          </p:nvSpPr>
          <p:spPr>
            <a:xfrm>
              <a:off x="1429511" y="2889503"/>
              <a:ext cx="2743200" cy="873760"/>
            </a:xfrm>
            <a:custGeom>
              <a:avLst/>
              <a:gdLst/>
              <a:ahLst/>
              <a:cxnLst/>
              <a:rect l="l" t="t" r="r" b="b"/>
              <a:pathLst>
                <a:path w="2743200" h="873760">
                  <a:moveTo>
                    <a:pt x="27432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743200" y="873252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ACA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29511" y="2889503"/>
              <a:ext cx="2743200" cy="873760"/>
            </a:xfrm>
            <a:custGeom>
              <a:avLst/>
              <a:gdLst/>
              <a:ahLst/>
              <a:cxnLst/>
              <a:rect l="l" t="t" r="r" b="b"/>
              <a:pathLst>
                <a:path w="2743200" h="873760">
                  <a:moveTo>
                    <a:pt x="0" y="873252"/>
                  </a:moveTo>
                  <a:lnTo>
                    <a:pt x="2743200" y="87325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14627" y="2816351"/>
              <a:ext cx="3084830" cy="1693545"/>
            </a:xfrm>
            <a:custGeom>
              <a:avLst/>
              <a:gdLst/>
              <a:ahLst/>
              <a:cxnLst/>
              <a:rect l="l" t="t" r="r" b="b"/>
              <a:pathLst>
                <a:path w="3084829" h="1693545">
                  <a:moveTo>
                    <a:pt x="0" y="282194"/>
                  </a:moveTo>
                  <a:lnTo>
                    <a:pt x="3694" y="236426"/>
                  </a:lnTo>
                  <a:lnTo>
                    <a:pt x="14388" y="193007"/>
                  </a:lnTo>
                  <a:lnTo>
                    <a:pt x="31502" y="152519"/>
                  </a:lnTo>
                  <a:lnTo>
                    <a:pt x="54453" y="115543"/>
                  </a:lnTo>
                  <a:lnTo>
                    <a:pt x="82661" y="82661"/>
                  </a:lnTo>
                  <a:lnTo>
                    <a:pt x="115543" y="54453"/>
                  </a:lnTo>
                  <a:lnTo>
                    <a:pt x="152519" y="31502"/>
                  </a:lnTo>
                  <a:lnTo>
                    <a:pt x="193007" y="14388"/>
                  </a:lnTo>
                  <a:lnTo>
                    <a:pt x="236426" y="3694"/>
                  </a:lnTo>
                  <a:lnTo>
                    <a:pt x="282194" y="0"/>
                  </a:lnTo>
                  <a:lnTo>
                    <a:pt x="2802382" y="0"/>
                  </a:lnTo>
                  <a:lnTo>
                    <a:pt x="2848149" y="3694"/>
                  </a:lnTo>
                  <a:lnTo>
                    <a:pt x="2891568" y="14388"/>
                  </a:lnTo>
                  <a:lnTo>
                    <a:pt x="2932056" y="31502"/>
                  </a:lnTo>
                  <a:lnTo>
                    <a:pt x="2969032" y="54453"/>
                  </a:lnTo>
                  <a:lnTo>
                    <a:pt x="3001914" y="82661"/>
                  </a:lnTo>
                  <a:lnTo>
                    <a:pt x="3030122" y="115543"/>
                  </a:lnTo>
                  <a:lnTo>
                    <a:pt x="3053073" y="152519"/>
                  </a:lnTo>
                  <a:lnTo>
                    <a:pt x="3070187" y="193007"/>
                  </a:lnTo>
                  <a:lnTo>
                    <a:pt x="3080881" y="236426"/>
                  </a:lnTo>
                  <a:lnTo>
                    <a:pt x="3084576" y="282194"/>
                  </a:lnTo>
                  <a:lnTo>
                    <a:pt x="3084576" y="1410970"/>
                  </a:lnTo>
                  <a:lnTo>
                    <a:pt x="3080881" y="1456737"/>
                  </a:lnTo>
                  <a:lnTo>
                    <a:pt x="3070187" y="1500156"/>
                  </a:lnTo>
                  <a:lnTo>
                    <a:pt x="3053073" y="1540644"/>
                  </a:lnTo>
                  <a:lnTo>
                    <a:pt x="3030122" y="1577620"/>
                  </a:lnTo>
                  <a:lnTo>
                    <a:pt x="3001914" y="1610502"/>
                  </a:lnTo>
                  <a:lnTo>
                    <a:pt x="2969032" y="1638710"/>
                  </a:lnTo>
                  <a:lnTo>
                    <a:pt x="2932056" y="1661661"/>
                  </a:lnTo>
                  <a:lnTo>
                    <a:pt x="2891568" y="1678775"/>
                  </a:lnTo>
                  <a:lnTo>
                    <a:pt x="2848149" y="1689469"/>
                  </a:lnTo>
                  <a:lnTo>
                    <a:pt x="2802382" y="1693164"/>
                  </a:lnTo>
                  <a:lnTo>
                    <a:pt x="282194" y="1693164"/>
                  </a:lnTo>
                  <a:lnTo>
                    <a:pt x="236426" y="1689469"/>
                  </a:lnTo>
                  <a:lnTo>
                    <a:pt x="193007" y="1678775"/>
                  </a:lnTo>
                  <a:lnTo>
                    <a:pt x="152519" y="1661661"/>
                  </a:lnTo>
                  <a:lnTo>
                    <a:pt x="115543" y="1638710"/>
                  </a:lnTo>
                  <a:lnTo>
                    <a:pt x="82661" y="1610502"/>
                  </a:lnTo>
                  <a:lnTo>
                    <a:pt x="54453" y="1577620"/>
                  </a:lnTo>
                  <a:lnTo>
                    <a:pt x="31502" y="1540644"/>
                  </a:lnTo>
                  <a:lnTo>
                    <a:pt x="14388" y="1500156"/>
                  </a:lnTo>
                  <a:lnTo>
                    <a:pt x="3694" y="1456737"/>
                  </a:lnTo>
                  <a:lnTo>
                    <a:pt x="0" y="1410970"/>
                  </a:lnTo>
                  <a:lnTo>
                    <a:pt x="0" y="282194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53439" y="3140963"/>
              <a:ext cx="576580" cy="216535"/>
            </a:xfrm>
            <a:custGeom>
              <a:avLst/>
              <a:gdLst/>
              <a:ahLst/>
              <a:cxnLst/>
              <a:rect l="l" t="t" r="r" b="b"/>
              <a:pathLst>
                <a:path w="576580" h="216535">
                  <a:moveTo>
                    <a:pt x="467868" y="0"/>
                  </a:moveTo>
                  <a:lnTo>
                    <a:pt x="467868" y="54101"/>
                  </a:lnTo>
                  <a:lnTo>
                    <a:pt x="108203" y="54101"/>
                  </a:lnTo>
                  <a:lnTo>
                    <a:pt x="108203" y="0"/>
                  </a:lnTo>
                  <a:lnTo>
                    <a:pt x="0" y="108203"/>
                  </a:lnTo>
                  <a:lnTo>
                    <a:pt x="108203" y="216408"/>
                  </a:lnTo>
                  <a:lnTo>
                    <a:pt x="108203" y="162306"/>
                  </a:lnTo>
                  <a:lnTo>
                    <a:pt x="467868" y="162306"/>
                  </a:lnTo>
                  <a:lnTo>
                    <a:pt x="467868" y="216408"/>
                  </a:lnTo>
                  <a:lnTo>
                    <a:pt x="576072" y="108203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252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1892" y="614526"/>
            <a:ext cx="9505950" cy="11328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architectural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design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analyzed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identify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weaknesses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80">
                <a:latin typeface="Arial MT"/>
                <a:cs typeface="Arial MT"/>
              </a:rPr>
              <a:t>Known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weaknesses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vulnerabilities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reused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can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considered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Identified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weaknesses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resolved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change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architectural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design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without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performing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vulnerability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analysis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10208" y="3157854"/>
            <a:ext cx="261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solidFill>
                  <a:srgbClr val="FFFFFF"/>
                </a:solidFill>
                <a:latin typeface="Arial MT"/>
                <a:cs typeface="Arial MT"/>
              </a:rPr>
              <a:t>GSM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53439" y="3546347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80" h="216535">
                <a:moveTo>
                  <a:pt x="467868" y="0"/>
                </a:moveTo>
                <a:lnTo>
                  <a:pt x="467868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6"/>
                </a:lnTo>
                <a:lnTo>
                  <a:pt x="467868" y="162306"/>
                </a:lnTo>
                <a:lnTo>
                  <a:pt x="467868" y="216407"/>
                </a:lnTo>
                <a:lnTo>
                  <a:pt x="576072" y="108203"/>
                </a:lnTo>
                <a:lnTo>
                  <a:pt x="467868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019352" y="3563873"/>
            <a:ext cx="245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WIFI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853439" y="4113276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80" h="216535">
                <a:moveTo>
                  <a:pt x="467868" y="0"/>
                </a:moveTo>
                <a:lnTo>
                  <a:pt x="467868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4"/>
                </a:lnTo>
                <a:lnTo>
                  <a:pt x="108203" y="216407"/>
                </a:lnTo>
                <a:lnTo>
                  <a:pt x="108203" y="162306"/>
                </a:lnTo>
                <a:lnTo>
                  <a:pt x="467868" y="162306"/>
                </a:lnTo>
                <a:lnTo>
                  <a:pt x="467868" y="216407"/>
                </a:lnTo>
                <a:lnTo>
                  <a:pt x="576072" y="108204"/>
                </a:lnTo>
                <a:lnTo>
                  <a:pt x="467868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25448" y="4130166"/>
            <a:ext cx="232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0">
                <a:solidFill>
                  <a:srgbClr val="FFFFFF"/>
                </a:solidFill>
                <a:latin typeface="Arial MT"/>
                <a:cs typeface="Arial MT"/>
              </a:rPr>
              <a:t>Etc..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4172711" y="3140964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8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8"/>
                </a:lnTo>
                <a:lnTo>
                  <a:pt x="576072" y="108203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341621" y="3157854"/>
            <a:ext cx="238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solidFill>
                  <a:srgbClr val="FFFFFF"/>
                </a:solidFill>
                <a:latin typeface="Arial MT"/>
                <a:cs typeface="Arial MT"/>
              </a:rPr>
              <a:t>USB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172711" y="3546347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3"/>
                </a:lnTo>
                <a:lnTo>
                  <a:pt x="108203" y="216407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7"/>
                </a:lnTo>
                <a:lnTo>
                  <a:pt x="576072" y="108203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381627" y="3563873"/>
            <a:ext cx="156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BT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172711" y="4113276"/>
            <a:ext cx="576580" cy="216535"/>
          </a:xfrm>
          <a:custGeom>
            <a:avLst/>
            <a:gdLst/>
            <a:ahLst/>
            <a:cxnLst/>
            <a:rect l="l" t="t" r="r" b="b"/>
            <a:pathLst>
              <a:path w="576579" h="216535">
                <a:moveTo>
                  <a:pt x="467867" y="0"/>
                </a:moveTo>
                <a:lnTo>
                  <a:pt x="467867" y="54101"/>
                </a:lnTo>
                <a:lnTo>
                  <a:pt x="108203" y="54101"/>
                </a:lnTo>
                <a:lnTo>
                  <a:pt x="108203" y="0"/>
                </a:lnTo>
                <a:lnTo>
                  <a:pt x="0" y="108204"/>
                </a:lnTo>
                <a:lnTo>
                  <a:pt x="108203" y="216407"/>
                </a:lnTo>
                <a:lnTo>
                  <a:pt x="108203" y="162306"/>
                </a:lnTo>
                <a:lnTo>
                  <a:pt x="467867" y="162306"/>
                </a:lnTo>
                <a:lnTo>
                  <a:pt x="467867" y="216407"/>
                </a:lnTo>
                <a:lnTo>
                  <a:pt x="576072" y="108204"/>
                </a:lnTo>
                <a:lnTo>
                  <a:pt x="467867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338954" y="4130166"/>
            <a:ext cx="243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377376" y="3064700"/>
            <a:ext cx="841375" cy="428625"/>
            <a:chOff x="2377376" y="3064700"/>
            <a:chExt cx="841375" cy="428625"/>
          </a:xfrm>
        </p:grpSpPr>
        <p:sp>
          <p:nvSpPr>
            <p:cNvPr id="26" name="object 26" descr=""/>
            <p:cNvSpPr/>
            <p:nvPr/>
          </p:nvSpPr>
          <p:spPr>
            <a:xfrm>
              <a:off x="2378964" y="3066288"/>
              <a:ext cx="838200" cy="425450"/>
            </a:xfrm>
            <a:custGeom>
              <a:avLst/>
              <a:gdLst/>
              <a:ahLst/>
              <a:cxnLst/>
              <a:rect l="l" t="t" r="r" b="b"/>
              <a:pathLst>
                <a:path w="838200" h="425450">
                  <a:moveTo>
                    <a:pt x="838200" y="0"/>
                  </a:moveTo>
                  <a:lnTo>
                    <a:pt x="0" y="0"/>
                  </a:lnTo>
                  <a:lnTo>
                    <a:pt x="0" y="425196"/>
                  </a:lnTo>
                  <a:lnTo>
                    <a:pt x="838200" y="425196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378964" y="3066288"/>
              <a:ext cx="838200" cy="425450"/>
            </a:xfrm>
            <a:custGeom>
              <a:avLst/>
              <a:gdLst/>
              <a:ahLst/>
              <a:cxnLst/>
              <a:rect l="l" t="t" r="r" b="b"/>
              <a:pathLst>
                <a:path w="838200" h="425450">
                  <a:moveTo>
                    <a:pt x="0" y="425196"/>
                  </a:moveTo>
                  <a:lnTo>
                    <a:pt x="838200" y="425196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4251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748788" y="3187699"/>
            <a:ext cx="1003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5">
                <a:latin typeface="Arial MT"/>
                <a:cs typeface="Arial MT"/>
              </a:rPr>
              <a:t>C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378964" y="3592067"/>
            <a:ext cx="838200" cy="144780"/>
          </a:xfrm>
          <a:prstGeom prst="rect">
            <a:avLst/>
          </a:prstGeom>
          <a:solidFill>
            <a:srgbClr val="D5D5F5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3980">
              <a:lnSpc>
                <a:spcPts val="1140"/>
              </a:lnSpc>
            </a:pPr>
            <a:r>
              <a:rPr dirty="0" sz="1000" spc="-105">
                <a:latin typeface="Arial MT"/>
                <a:cs typeface="Arial MT"/>
              </a:rPr>
              <a:t>Network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stack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61516" y="3066288"/>
            <a:ext cx="836930" cy="425450"/>
          </a:xfrm>
          <a:prstGeom prst="rect">
            <a:avLst/>
          </a:prstGeom>
          <a:solidFill>
            <a:srgbClr val="D5D5F5"/>
          </a:solidFill>
          <a:ln w="3175">
            <a:solidFill>
              <a:srgbClr val="000000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z="1000" spc="-20">
                <a:latin typeface="Arial MT"/>
                <a:cs typeface="Arial MT"/>
              </a:rPr>
              <a:t>Math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461516" y="3592067"/>
            <a:ext cx="836930" cy="144780"/>
          </a:xfrm>
          <a:prstGeom prst="rect">
            <a:avLst/>
          </a:prstGeom>
          <a:solidFill>
            <a:srgbClr val="D5D5F5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67970">
              <a:lnSpc>
                <a:spcPts val="1140"/>
              </a:lnSpc>
            </a:pPr>
            <a:r>
              <a:rPr dirty="0" sz="1000" spc="-10">
                <a:latin typeface="Arial MT"/>
                <a:cs typeface="Arial MT"/>
              </a:rPr>
              <a:t>Kernel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293300" y="3064700"/>
            <a:ext cx="841375" cy="428625"/>
            <a:chOff x="3293300" y="3064700"/>
            <a:chExt cx="841375" cy="428625"/>
          </a:xfrm>
        </p:grpSpPr>
        <p:sp>
          <p:nvSpPr>
            <p:cNvPr id="33" name="object 33" descr=""/>
            <p:cNvSpPr/>
            <p:nvPr/>
          </p:nvSpPr>
          <p:spPr>
            <a:xfrm>
              <a:off x="3294888" y="3066288"/>
              <a:ext cx="838200" cy="425450"/>
            </a:xfrm>
            <a:custGeom>
              <a:avLst/>
              <a:gdLst/>
              <a:ahLst/>
              <a:cxnLst/>
              <a:rect l="l" t="t" r="r" b="b"/>
              <a:pathLst>
                <a:path w="838200" h="425450">
                  <a:moveTo>
                    <a:pt x="838200" y="0"/>
                  </a:moveTo>
                  <a:lnTo>
                    <a:pt x="0" y="0"/>
                  </a:lnTo>
                  <a:lnTo>
                    <a:pt x="0" y="425196"/>
                  </a:lnTo>
                  <a:lnTo>
                    <a:pt x="838200" y="425196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294888" y="3066288"/>
              <a:ext cx="838200" cy="425450"/>
            </a:xfrm>
            <a:custGeom>
              <a:avLst/>
              <a:gdLst/>
              <a:ahLst/>
              <a:cxnLst/>
              <a:rect l="l" t="t" r="r" b="b"/>
              <a:pathLst>
                <a:path w="838200" h="425450">
                  <a:moveTo>
                    <a:pt x="0" y="425196"/>
                  </a:moveTo>
                  <a:lnTo>
                    <a:pt x="838200" y="425196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4251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3544315" y="3187699"/>
            <a:ext cx="3416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latin typeface="Arial MT"/>
                <a:cs typeface="Arial MT"/>
              </a:rPr>
              <a:t>POSIX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294888" y="3592067"/>
            <a:ext cx="838200" cy="144780"/>
          </a:xfrm>
          <a:prstGeom prst="rect">
            <a:avLst/>
          </a:prstGeom>
          <a:solidFill>
            <a:srgbClr val="D5D5F5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6845">
              <a:lnSpc>
                <a:spcPts val="1140"/>
              </a:lnSpc>
            </a:pPr>
            <a:r>
              <a:rPr dirty="0" sz="1000" spc="-85">
                <a:latin typeface="Arial MT"/>
                <a:cs typeface="Arial MT"/>
              </a:rPr>
              <a:t>File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system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461516" y="3800855"/>
            <a:ext cx="2672080" cy="218440"/>
          </a:xfrm>
          <a:custGeom>
            <a:avLst/>
            <a:gdLst/>
            <a:ahLst/>
            <a:cxnLst/>
            <a:rect l="l" t="t" r="r" b="b"/>
            <a:pathLst>
              <a:path w="2672079" h="218439">
                <a:moveTo>
                  <a:pt x="0" y="217932"/>
                </a:moveTo>
                <a:lnTo>
                  <a:pt x="2671572" y="217932"/>
                </a:lnTo>
                <a:lnTo>
                  <a:pt x="2671572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431036" y="3783329"/>
            <a:ext cx="2740660" cy="234315"/>
          </a:xfrm>
          <a:prstGeom prst="rect">
            <a:avLst/>
          </a:prstGeom>
          <a:solidFill>
            <a:srgbClr val="66CCFF"/>
          </a:solidFill>
        </p:spPr>
        <p:txBody>
          <a:bodyPr wrap="square" lIns="0" tIns="48260" rIns="0" bIns="0" rtlCol="0" vert="horz">
            <a:spAutoFit/>
          </a:bodyPr>
          <a:lstStyle/>
          <a:p>
            <a:pPr marL="723265">
              <a:lnSpc>
                <a:spcPct val="100000"/>
              </a:lnSpc>
              <a:spcBef>
                <a:spcPts val="380"/>
              </a:spcBef>
            </a:pPr>
            <a:r>
              <a:rPr dirty="0" sz="1000" spc="-110">
                <a:latin typeface="Arial MT"/>
                <a:cs typeface="Arial MT"/>
              </a:rPr>
              <a:t>Hardware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Abstraction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Layer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461516" y="4084320"/>
            <a:ext cx="2672080" cy="388620"/>
          </a:xfrm>
          <a:prstGeom prst="rect">
            <a:avLst/>
          </a:prstGeom>
          <a:solidFill>
            <a:srgbClr val="0099FF"/>
          </a:solidFill>
          <a:ln w="3175">
            <a:solidFill>
              <a:srgbClr val="000000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dirty="0" sz="1000" spc="-10">
                <a:latin typeface="Arial MT"/>
                <a:cs typeface="Arial MT"/>
              </a:rPr>
              <a:t>Hardware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300097" y="2890266"/>
            <a:ext cx="914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 b="1">
                <a:latin typeface="Arial"/>
                <a:cs typeface="Arial"/>
              </a:rPr>
              <a:t>Operating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95" b="1"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3073907" y="2564892"/>
            <a:ext cx="2304415" cy="684530"/>
          </a:xfrm>
          <a:custGeom>
            <a:avLst/>
            <a:gdLst/>
            <a:ahLst/>
            <a:cxnLst/>
            <a:rect l="l" t="t" r="r" b="b"/>
            <a:pathLst>
              <a:path w="2304415" h="684530">
                <a:moveTo>
                  <a:pt x="0" y="684022"/>
                </a:moveTo>
                <a:lnTo>
                  <a:pt x="230428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5378196" y="2276855"/>
            <a:ext cx="2743200" cy="2052955"/>
          </a:xfrm>
          <a:prstGeom prst="rect">
            <a:avLst/>
          </a:prstGeom>
          <a:solidFill>
            <a:srgbClr val="D9D9D9"/>
          </a:solidFill>
          <a:ln w="317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0"/>
              </a:spcBef>
            </a:pPr>
            <a:r>
              <a:rPr dirty="0" sz="1400" spc="-140" b="1">
                <a:latin typeface="Arial"/>
                <a:cs typeface="Arial"/>
              </a:rPr>
              <a:t>Cybersecurity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Agency</a:t>
            </a:r>
            <a:endParaRPr sz="1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1450"/>
              </a:spcBef>
            </a:pPr>
            <a:r>
              <a:rPr dirty="0" sz="1200" spc="-105" b="1">
                <a:latin typeface="Arial"/>
                <a:cs typeface="Arial"/>
              </a:rPr>
              <a:t>Alert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25" b="1">
                <a:latin typeface="Arial"/>
                <a:cs typeface="Arial"/>
              </a:rPr>
              <a:t>(AA84-</a:t>
            </a:r>
            <a:r>
              <a:rPr dirty="0" sz="1200" spc="-10" b="1">
                <a:latin typeface="Arial"/>
                <a:cs typeface="Arial"/>
              </a:rPr>
              <a:t>242AA)</a:t>
            </a:r>
            <a:endParaRPr sz="12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BadAlloc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–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CVE-</a:t>
            </a:r>
            <a:r>
              <a:rPr dirty="0" sz="1200" spc="-120">
                <a:latin typeface="Arial MT"/>
                <a:cs typeface="Arial MT"/>
              </a:rPr>
              <a:t>2021-</a:t>
            </a:r>
            <a:r>
              <a:rPr dirty="0" sz="1200" spc="-10">
                <a:latin typeface="Arial MT"/>
                <a:cs typeface="Arial MT"/>
              </a:rPr>
              <a:t>220477</a:t>
            </a:r>
            <a:endParaRPr sz="12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dirty="0" sz="1200" spc="-130" b="1">
                <a:latin typeface="Arial"/>
                <a:cs typeface="Arial"/>
              </a:rPr>
              <a:t>Technical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Details</a:t>
            </a:r>
            <a:endParaRPr sz="1200">
              <a:latin typeface="Arial"/>
              <a:cs typeface="Arial"/>
            </a:endParaRPr>
          </a:p>
          <a:p>
            <a:pPr marL="92075" marR="346710">
              <a:lnSpc>
                <a:spcPct val="100000"/>
              </a:lnSpc>
            </a:pPr>
            <a:r>
              <a:rPr dirty="0" sz="1200" spc="-105">
                <a:latin typeface="Arial MT"/>
                <a:cs typeface="Arial MT"/>
              </a:rPr>
              <a:t>Integer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overflow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affecting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60">
                <a:latin typeface="Arial MT"/>
                <a:cs typeface="Arial MT"/>
              </a:rPr>
              <a:t>the </a:t>
            </a:r>
            <a:r>
              <a:rPr dirty="0" sz="1200" spc="-95">
                <a:latin typeface="Arial MT"/>
                <a:cs typeface="Arial MT"/>
              </a:rPr>
              <a:t>calloc()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function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65">
                <a:latin typeface="Arial MT"/>
                <a:cs typeface="Arial MT"/>
              </a:rPr>
              <a:t>C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runtime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library </a:t>
            </a:r>
            <a:r>
              <a:rPr dirty="0" sz="1200" spc="-114" b="1">
                <a:latin typeface="Arial"/>
                <a:cs typeface="Arial"/>
              </a:rPr>
              <a:t>Affected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25" b="1">
                <a:latin typeface="Arial"/>
                <a:cs typeface="Arial"/>
              </a:rPr>
              <a:t>product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version</a:t>
            </a:r>
            <a:endParaRPr sz="12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dirty="0" sz="1200" spc="-120">
                <a:latin typeface="Arial MT"/>
                <a:cs typeface="Arial MT"/>
              </a:rPr>
              <a:t>Secure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75">
                <a:latin typeface="Arial MT"/>
                <a:cs typeface="Arial MT"/>
              </a:rPr>
              <a:t>OS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1.0</a:t>
            </a:r>
            <a:endParaRPr sz="12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200" spc="-20" b="1">
                <a:latin typeface="Arial"/>
                <a:cs typeface="Arial"/>
              </a:rPr>
              <a:t>Mitigation</a:t>
            </a:r>
            <a:endParaRPr sz="12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dirty="0" sz="1200" spc="-114">
                <a:latin typeface="Arial MT"/>
                <a:cs typeface="Arial MT"/>
              </a:rPr>
              <a:t>Contact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manufactural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patch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7604" y="171830"/>
              <a:ext cx="719455" cy="244475"/>
            </a:xfrm>
            <a:custGeom>
              <a:avLst/>
              <a:gdLst/>
              <a:ahLst/>
              <a:cxnLst/>
              <a:rect l="l" t="t" r="r" b="b"/>
              <a:pathLst>
                <a:path w="719455" h="244475">
                  <a:moveTo>
                    <a:pt x="484085" y="217170"/>
                  </a:moveTo>
                  <a:lnTo>
                    <a:pt x="477735" y="237109"/>
                  </a:lnTo>
                  <a:lnTo>
                    <a:pt x="483971" y="239522"/>
                  </a:lnTo>
                  <a:lnTo>
                    <a:pt x="490448" y="241300"/>
                  </a:lnTo>
                  <a:lnTo>
                    <a:pt x="497179" y="242443"/>
                  </a:lnTo>
                  <a:lnTo>
                    <a:pt x="503910" y="243713"/>
                  </a:lnTo>
                  <a:lnTo>
                    <a:pt x="511505" y="244221"/>
                  </a:lnTo>
                  <a:lnTo>
                    <a:pt x="528891" y="244221"/>
                  </a:lnTo>
                  <a:lnTo>
                    <a:pt x="568858" y="226314"/>
                  </a:lnTo>
                  <a:lnTo>
                    <a:pt x="571229" y="222885"/>
                  </a:lnTo>
                  <a:lnTo>
                    <a:pt x="512610" y="222885"/>
                  </a:lnTo>
                  <a:lnTo>
                    <a:pt x="506387" y="222250"/>
                  </a:lnTo>
                  <a:lnTo>
                    <a:pt x="501431" y="221234"/>
                  </a:lnTo>
                  <a:lnTo>
                    <a:pt x="489661" y="218567"/>
                  </a:lnTo>
                  <a:lnTo>
                    <a:pt x="484085" y="217170"/>
                  </a:lnTo>
                  <a:close/>
                </a:path>
                <a:path w="719455" h="244475">
                  <a:moveTo>
                    <a:pt x="580199" y="178816"/>
                  </a:moveTo>
                  <a:lnTo>
                    <a:pt x="554380" y="178816"/>
                  </a:lnTo>
                  <a:lnTo>
                    <a:pt x="554380" y="194818"/>
                  </a:lnTo>
                  <a:lnTo>
                    <a:pt x="553478" y="200533"/>
                  </a:lnTo>
                  <a:lnTo>
                    <a:pt x="549871" y="209423"/>
                  </a:lnTo>
                  <a:lnTo>
                    <a:pt x="547433" y="212979"/>
                  </a:lnTo>
                  <a:lnTo>
                    <a:pt x="541223" y="218313"/>
                  </a:lnTo>
                  <a:lnTo>
                    <a:pt x="537294" y="220345"/>
                  </a:lnTo>
                  <a:lnTo>
                    <a:pt x="537006" y="220345"/>
                  </a:lnTo>
                  <a:lnTo>
                    <a:pt x="533272" y="221234"/>
                  </a:lnTo>
                  <a:lnTo>
                    <a:pt x="529005" y="222377"/>
                  </a:lnTo>
                  <a:lnTo>
                    <a:pt x="524408" y="222885"/>
                  </a:lnTo>
                  <a:lnTo>
                    <a:pt x="571229" y="222885"/>
                  </a:lnTo>
                  <a:lnTo>
                    <a:pt x="580096" y="188722"/>
                  </a:lnTo>
                  <a:lnTo>
                    <a:pt x="580199" y="178816"/>
                  </a:lnTo>
                  <a:close/>
                </a:path>
                <a:path w="719455" h="244475">
                  <a:moveTo>
                    <a:pt x="535952" y="52070"/>
                  </a:moveTo>
                  <a:lnTo>
                    <a:pt x="529221" y="52070"/>
                  </a:lnTo>
                  <a:lnTo>
                    <a:pt x="521008" y="52405"/>
                  </a:lnTo>
                  <a:lnTo>
                    <a:pt x="485305" y="66040"/>
                  </a:lnTo>
                  <a:lnTo>
                    <a:pt x="468130" y="101266"/>
                  </a:lnTo>
                  <a:lnTo>
                    <a:pt x="466255" y="122554"/>
                  </a:lnTo>
                  <a:lnTo>
                    <a:pt x="467083" y="137463"/>
                  </a:lnTo>
                  <a:lnTo>
                    <a:pt x="487106" y="179024"/>
                  </a:lnTo>
                  <a:lnTo>
                    <a:pt x="521728" y="188722"/>
                  </a:lnTo>
                  <a:lnTo>
                    <a:pt x="528980" y="188722"/>
                  </a:lnTo>
                  <a:lnTo>
                    <a:pt x="535495" y="187833"/>
                  </a:lnTo>
                  <a:lnTo>
                    <a:pt x="547090" y="184023"/>
                  </a:lnTo>
                  <a:lnTo>
                    <a:pt x="551446" y="181610"/>
                  </a:lnTo>
                  <a:lnTo>
                    <a:pt x="554380" y="178816"/>
                  </a:lnTo>
                  <a:lnTo>
                    <a:pt x="580199" y="178816"/>
                  </a:lnTo>
                  <a:lnTo>
                    <a:pt x="580199" y="167640"/>
                  </a:lnTo>
                  <a:lnTo>
                    <a:pt x="520166" y="167640"/>
                  </a:lnTo>
                  <a:lnTo>
                    <a:pt x="514477" y="166497"/>
                  </a:lnTo>
                  <a:lnTo>
                    <a:pt x="510146" y="163957"/>
                  </a:lnTo>
                  <a:lnTo>
                    <a:pt x="505815" y="161544"/>
                  </a:lnTo>
                  <a:lnTo>
                    <a:pt x="502361" y="158242"/>
                  </a:lnTo>
                  <a:lnTo>
                    <a:pt x="497205" y="149860"/>
                  </a:lnTo>
                  <a:lnTo>
                    <a:pt x="495401" y="145034"/>
                  </a:lnTo>
                  <a:lnTo>
                    <a:pt x="493331" y="134239"/>
                  </a:lnTo>
                  <a:lnTo>
                    <a:pt x="492810" y="128524"/>
                  </a:lnTo>
                  <a:lnTo>
                    <a:pt x="492810" y="122554"/>
                  </a:lnTo>
                  <a:lnTo>
                    <a:pt x="502005" y="84327"/>
                  </a:lnTo>
                  <a:lnTo>
                    <a:pt x="531710" y="73025"/>
                  </a:lnTo>
                  <a:lnTo>
                    <a:pt x="580199" y="73025"/>
                  </a:lnTo>
                  <a:lnTo>
                    <a:pt x="580199" y="59309"/>
                  </a:lnTo>
                  <a:lnTo>
                    <a:pt x="558609" y="59309"/>
                  </a:lnTo>
                  <a:lnTo>
                    <a:pt x="555967" y="57658"/>
                  </a:lnTo>
                  <a:lnTo>
                    <a:pt x="552094" y="56007"/>
                  </a:lnTo>
                  <a:lnTo>
                    <a:pt x="546976" y="54483"/>
                  </a:lnTo>
                  <a:lnTo>
                    <a:pt x="541870" y="52832"/>
                  </a:lnTo>
                  <a:lnTo>
                    <a:pt x="535952" y="52070"/>
                  </a:lnTo>
                  <a:close/>
                </a:path>
                <a:path w="719455" h="244475">
                  <a:moveTo>
                    <a:pt x="580199" y="73025"/>
                  </a:moveTo>
                  <a:lnTo>
                    <a:pt x="536219" y="73025"/>
                  </a:lnTo>
                  <a:lnTo>
                    <a:pt x="540978" y="73737"/>
                  </a:lnTo>
                  <a:lnTo>
                    <a:pt x="540680" y="73737"/>
                  </a:lnTo>
                  <a:lnTo>
                    <a:pt x="544423" y="75057"/>
                  </a:lnTo>
                  <a:lnTo>
                    <a:pt x="548373" y="76326"/>
                  </a:lnTo>
                  <a:lnTo>
                    <a:pt x="551700" y="77597"/>
                  </a:lnTo>
                  <a:lnTo>
                    <a:pt x="554380" y="78867"/>
                  </a:lnTo>
                  <a:lnTo>
                    <a:pt x="554380" y="159003"/>
                  </a:lnTo>
                  <a:lnTo>
                    <a:pt x="550392" y="161544"/>
                  </a:lnTo>
                  <a:lnTo>
                    <a:pt x="546214" y="163575"/>
                  </a:lnTo>
                  <a:lnTo>
                    <a:pt x="537464" y="166877"/>
                  </a:lnTo>
                  <a:lnTo>
                    <a:pt x="532587" y="167640"/>
                  </a:lnTo>
                  <a:lnTo>
                    <a:pt x="580199" y="167640"/>
                  </a:lnTo>
                  <a:lnTo>
                    <a:pt x="580199" y="73025"/>
                  </a:lnTo>
                  <a:close/>
                </a:path>
                <a:path w="719455" h="244475">
                  <a:moveTo>
                    <a:pt x="580199" y="55123"/>
                  </a:moveTo>
                  <a:lnTo>
                    <a:pt x="559776" y="55123"/>
                  </a:lnTo>
                  <a:lnTo>
                    <a:pt x="558609" y="59309"/>
                  </a:lnTo>
                  <a:lnTo>
                    <a:pt x="580199" y="59309"/>
                  </a:lnTo>
                  <a:lnTo>
                    <a:pt x="580199" y="55123"/>
                  </a:lnTo>
                  <a:close/>
                </a:path>
                <a:path w="719455" h="244475">
                  <a:moveTo>
                    <a:pt x="223202" y="52070"/>
                  </a:moveTo>
                  <a:lnTo>
                    <a:pt x="186131" y="61446"/>
                  </a:lnTo>
                  <a:lnTo>
                    <a:pt x="163902" y="103586"/>
                  </a:lnTo>
                  <a:lnTo>
                    <a:pt x="162979" y="119634"/>
                  </a:lnTo>
                  <a:lnTo>
                    <a:pt x="163171" y="128017"/>
                  </a:lnTo>
                  <a:lnTo>
                    <a:pt x="171577" y="165608"/>
                  </a:lnTo>
                  <a:lnTo>
                    <a:pt x="208189" y="187674"/>
                  </a:lnTo>
                  <a:lnTo>
                    <a:pt x="223697" y="188722"/>
                  </a:lnTo>
                  <a:lnTo>
                    <a:pt x="228587" y="188722"/>
                  </a:lnTo>
                  <a:lnTo>
                    <a:pt x="268185" y="179070"/>
                  </a:lnTo>
                  <a:lnTo>
                    <a:pt x="274675" y="175005"/>
                  </a:lnTo>
                  <a:lnTo>
                    <a:pt x="271836" y="167386"/>
                  </a:lnTo>
                  <a:lnTo>
                    <a:pt x="216687" y="167386"/>
                  </a:lnTo>
                  <a:lnTo>
                    <a:pt x="208813" y="165608"/>
                  </a:lnTo>
                  <a:lnTo>
                    <a:pt x="189534" y="133603"/>
                  </a:lnTo>
                  <a:lnTo>
                    <a:pt x="189534" y="128270"/>
                  </a:lnTo>
                  <a:lnTo>
                    <a:pt x="276428" y="128270"/>
                  </a:lnTo>
                  <a:lnTo>
                    <a:pt x="276428" y="107823"/>
                  </a:lnTo>
                  <a:lnTo>
                    <a:pt x="189534" y="107823"/>
                  </a:lnTo>
                  <a:lnTo>
                    <a:pt x="189674" y="107315"/>
                  </a:lnTo>
                  <a:lnTo>
                    <a:pt x="189759" y="106679"/>
                  </a:lnTo>
                  <a:lnTo>
                    <a:pt x="189826" y="106172"/>
                  </a:lnTo>
                  <a:lnTo>
                    <a:pt x="190036" y="103586"/>
                  </a:lnTo>
                  <a:lnTo>
                    <a:pt x="190157" y="102108"/>
                  </a:lnTo>
                  <a:lnTo>
                    <a:pt x="190360" y="100584"/>
                  </a:lnTo>
                  <a:lnTo>
                    <a:pt x="213321" y="72771"/>
                  </a:lnTo>
                  <a:lnTo>
                    <a:pt x="267925" y="72771"/>
                  </a:lnTo>
                  <a:lnTo>
                    <a:pt x="266369" y="70485"/>
                  </a:lnTo>
                  <a:lnTo>
                    <a:pt x="230974" y="52379"/>
                  </a:lnTo>
                  <a:lnTo>
                    <a:pt x="223202" y="52070"/>
                  </a:lnTo>
                  <a:close/>
                </a:path>
                <a:path w="719455" h="244475">
                  <a:moveTo>
                    <a:pt x="267957" y="156972"/>
                  </a:moveTo>
                  <a:lnTo>
                    <a:pt x="262255" y="159639"/>
                  </a:lnTo>
                  <a:lnTo>
                    <a:pt x="255748" y="162178"/>
                  </a:lnTo>
                  <a:lnTo>
                    <a:pt x="243039" y="166370"/>
                  </a:lnTo>
                  <a:lnTo>
                    <a:pt x="235407" y="167386"/>
                  </a:lnTo>
                  <a:lnTo>
                    <a:pt x="271836" y="167386"/>
                  </a:lnTo>
                  <a:lnTo>
                    <a:pt x="267957" y="156972"/>
                  </a:lnTo>
                  <a:close/>
                </a:path>
                <a:path w="719455" h="244475">
                  <a:moveTo>
                    <a:pt x="267925" y="72771"/>
                  </a:moveTo>
                  <a:lnTo>
                    <a:pt x="231406" y="72771"/>
                  </a:lnTo>
                  <a:lnTo>
                    <a:pt x="237909" y="75438"/>
                  </a:lnTo>
                  <a:lnTo>
                    <a:pt x="242697" y="80645"/>
                  </a:lnTo>
                  <a:lnTo>
                    <a:pt x="249776" y="106172"/>
                  </a:lnTo>
                  <a:lnTo>
                    <a:pt x="249859" y="107823"/>
                  </a:lnTo>
                  <a:lnTo>
                    <a:pt x="276428" y="107823"/>
                  </a:lnTo>
                  <a:lnTo>
                    <a:pt x="276385" y="106172"/>
                  </a:lnTo>
                  <a:lnTo>
                    <a:pt x="276171" y="103586"/>
                  </a:lnTo>
                  <a:lnTo>
                    <a:pt x="276048" y="102108"/>
                  </a:lnTo>
                  <a:lnTo>
                    <a:pt x="270344" y="76326"/>
                  </a:lnTo>
                  <a:lnTo>
                    <a:pt x="267925" y="72771"/>
                  </a:lnTo>
                  <a:close/>
                </a:path>
                <a:path w="719455" h="244475">
                  <a:moveTo>
                    <a:pt x="442417" y="55118"/>
                  </a:moveTo>
                  <a:lnTo>
                    <a:pt x="416356" y="55118"/>
                  </a:lnTo>
                  <a:lnTo>
                    <a:pt x="416356" y="185674"/>
                  </a:lnTo>
                  <a:lnTo>
                    <a:pt x="442417" y="185674"/>
                  </a:lnTo>
                  <a:lnTo>
                    <a:pt x="442417" y="55118"/>
                  </a:lnTo>
                  <a:close/>
                </a:path>
                <a:path w="719455" h="244475">
                  <a:moveTo>
                    <a:pt x="632282" y="55123"/>
                  </a:moveTo>
                  <a:lnTo>
                    <a:pt x="607911" y="55123"/>
                  </a:lnTo>
                  <a:lnTo>
                    <a:pt x="608960" y="74041"/>
                  </a:lnTo>
                  <a:lnTo>
                    <a:pt x="609010" y="74929"/>
                  </a:lnTo>
                  <a:lnTo>
                    <a:pt x="609136" y="77216"/>
                  </a:lnTo>
                  <a:lnTo>
                    <a:pt x="609165" y="77724"/>
                  </a:lnTo>
                  <a:lnTo>
                    <a:pt x="609277" y="79755"/>
                  </a:lnTo>
                  <a:lnTo>
                    <a:pt x="609390" y="81788"/>
                  </a:lnTo>
                  <a:lnTo>
                    <a:pt x="609482" y="83439"/>
                  </a:lnTo>
                  <a:lnTo>
                    <a:pt x="609573" y="85090"/>
                  </a:lnTo>
                  <a:lnTo>
                    <a:pt x="609700" y="87375"/>
                  </a:lnTo>
                  <a:lnTo>
                    <a:pt x="609785" y="88900"/>
                  </a:lnTo>
                  <a:lnTo>
                    <a:pt x="609904" y="185674"/>
                  </a:lnTo>
                  <a:lnTo>
                    <a:pt x="635965" y="185674"/>
                  </a:lnTo>
                  <a:lnTo>
                    <a:pt x="635965" y="85598"/>
                  </a:lnTo>
                  <a:lnTo>
                    <a:pt x="636612" y="85090"/>
                  </a:lnTo>
                  <a:lnTo>
                    <a:pt x="637666" y="84327"/>
                  </a:lnTo>
                  <a:lnTo>
                    <a:pt x="639140" y="83439"/>
                  </a:lnTo>
                  <a:lnTo>
                    <a:pt x="640600" y="82676"/>
                  </a:lnTo>
                  <a:lnTo>
                    <a:pt x="642213" y="81788"/>
                  </a:lnTo>
                  <a:lnTo>
                    <a:pt x="643940" y="81025"/>
                  </a:lnTo>
                  <a:lnTo>
                    <a:pt x="648195" y="78867"/>
                  </a:lnTo>
                  <a:lnTo>
                    <a:pt x="652487" y="77216"/>
                  </a:lnTo>
                  <a:lnTo>
                    <a:pt x="661162" y="74675"/>
                  </a:lnTo>
                  <a:lnTo>
                    <a:pt x="665505" y="74041"/>
                  </a:lnTo>
                  <a:lnTo>
                    <a:pt x="715672" y="74041"/>
                  </a:lnTo>
                  <a:lnTo>
                    <a:pt x="713778" y="69596"/>
                  </a:lnTo>
                  <a:lnTo>
                    <a:pt x="711048" y="66040"/>
                  </a:lnTo>
                  <a:lnTo>
                    <a:pt x="632891" y="66040"/>
                  </a:lnTo>
                  <a:lnTo>
                    <a:pt x="632700" y="62611"/>
                  </a:lnTo>
                  <a:lnTo>
                    <a:pt x="632608" y="60960"/>
                  </a:lnTo>
                  <a:lnTo>
                    <a:pt x="632537" y="59690"/>
                  </a:lnTo>
                  <a:lnTo>
                    <a:pt x="632416" y="57530"/>
                  </a:lnTo>
                  <a:lnTo>
                    <a:pt x="632303" y="55499"/>
                  </a:lnTo>
                  <a:lnTo>
                    <a:pt x="632282" y="55123"/>
                  </a:lnTo>
                  <a:close/>
                </a:path>
                <a:path w="719455" h="244475">
                  <a:moveTo>
                    <a:pt x="715672" y="74041"/>
                  </a:moveTo>
                  <a:lnTo>
                    <a:pt x="675093" y="74041"/>
                  </a:lnTo>
                  <a:lnTo>
                    <a:pt x="679208" y="74675"/>
                  </a:lnTo>
                  <a:lnTo>
                    <a:pt x="685241" y="77724"/>
                  </a:lnTo>
                  <a:lnTo>
                    <a:pt x="693293" y="101726"/>
                  </a:lnTo>
                  <a:lnTo>
                    <a:pt x="693293" y="185674"/>
                  </a:lnTo>
                  <a:lnTo>
                    <a:pt x="719112" y="185674"/>
                  </a:lnTo>
                  <a:lnTo>
                    <a:pt x="719112" y="94488"/>
                  </a:lnTo>
                  <a:lnTo>
                    <a:pt x="718502" y="87375"/>
                  </a:lnTo>
                  <a:lnTo>
                    <a:pt x="716051" y="74929"/>
                  </a:lnTo>
                  <a:lnTo>
                    <a:pt x="715672" y="74041"/>
                  </a:lnTo>
                  <a:close/>
                </a:path>
                <a:path w="719455" h="244475">
                  <a:moveTo>
                    <a:pt x="683907" y="52070"/>
                  </a:moveTo>
                  <a:lnTo>
                    <a:pt x="675119" y="52070"/>
                  </a:lnTo>
                  <a:lnTo>
                    <a:pt x="668182" y="52405"/>
                  </a:lnTo>
                  <a:lnTo>
                    <a:pt x="632891" y="66040"/>
                  </a:lnTo>
                  <a:lnTo>
                    <a:pt x="711048" y="66040"/>
                  </a:lnTo>
                  <a:lnTo>
                    <a:pt x="707148" y="60960"/>
                  </a:lnTo>
                  <a:lnTo>
                    <a:pt x="702627" y="57658"/>
                  </a:lnTo>
                  <a:lnTo>
                    <a:pt x="696899" y="55499"/>
                  </a:lnTo>
                  <a:lnTo>
                    <a:pt x="691172" y="53213"/>
                  </a:lnTo>
                  <a:lnTo>
                    <a:pt x="683907" y="52070"/>
                  </a:lnTo>
                  <a:close/>
                </a:path>
                <a:path w="719455" h="244475">
                  <a:moveTo>
                    <a:pt x="300558" y="159130"/>
                  </a:moveTo>
                  <a:lnTo>
                    <a:pt x="292544" y="178816"/>
                  </a:lnTo>
                  <a:lnTo>
                    <a:pt x="299173" y="182245"/>
                  </a:lnTo>
                  <a:lnTo>
                    <a:pt x="306489" y="184785"/>
                  </a:lnTo>
                  <a:lnTo>
                    <a:pt x="315027" y="186420"/>
                  </a:lnTo>
                  <a:lnTo>
                    <a:pt x="322478" y="187960"/>
                  </a:lnTo>
                  <a:lnTo>
                    <a:pt x="330657" y="188722"/>
                  </a:lnTo>
                  <a:lnTo>
                    <a:pt x="339026" y="188722"/>
                  </a:lnTo>
                  <a:lnTo>
                    <a:pt x="380111" y="179450"/>
                  </a:lnTo>
                  <a:lnTo>
                    <a:pt x="391094" y="167433"/>
                  </a:lnTo>
                  <a:lnTo>
                    <a:pt x="332509" y="167433"/>
                  </a:lnTo>
                  <a:lnTo>
                    <a:pt x="325069" y="166750"/>
                  </a:lnTo>
                  <a:lnTo>
                    <a:pt x="312445" y="163957"/>
                  </a:lnTo>
                  <a:lnTo>
                    <a:pt x="306374" y="161925"/>
                  </a:lnTo>
                  <a:lnTo>
                    <a:pt x="300558" y="159130"/>
                  </a:lnTo>
                  <a:close/>
                </a:path>
                <a:path w="719455" h="244475">
                  <a:moveTo>
                    <a:pt x="357670" y="52070"/>
                  </a:moveTo>
                  <a:lnTo>
                    <a:pt x="341922" y="52070"/>
                  </a:lnTo>
                  <a:lnTo>
                    <a:pt x="335711" y="52704"/>
                  </a:lnTo>
                  <a:lnTo>
                    <a:pt x="329349" y="53975"/>
                  </a:lnTo>
                  <a:lnTo>
                    <a:pt x="322999" y="55118"/>
                  </a:lnTo>
                  <a:lnTo>
                    <a:pt x="317220" y="57276"/>
                  </a:lnTo>
                  <a:lnTo>
                    <a:pt x="312013" y="60198"/>
                  </a:lnTo>
                  <a:lnTo>
                    <a:pt x="306793" y="62992"/>
                  </a:lnTo>
                  <a:lnTo>
                    <a:pt x="302590" y="67055"/>
                  </a:lnTo>
                  <a:lnTo>
                    <a:pt x="296151" y="76962"/>
                  </a:lnTo>
                  <a:lnTo>
                    <a:pt x="294538" y="83185"/>
                  </a:lnTo>
                  <a:lnTo>
                    <a:pt x="294538" y="99568"/>
                  </a:lnTo>
                  <a:lnTo>
                    <a:pt x="318414" y="122427"/>
                  </a:lnTo>
                  <a:lnTo>
                    <a:pt x="323913" y="124714"/>
                  </a:lnTo>
                  <a:lnTo>
                    <a:pt x="329895" y="127000"/>
                  </a:lnTo>
                  <a:lnTo>
                    <a:pt x="342874" y="131318"/>
                  </a:lnTo>
                  <a:lnTo>
                    <a:pt x="349135" y="133603"/>
                  </a:lnTo>
                  <a:lnTo>
                    <a:pt x="355193" y="136144"/>
                  </a:lnTo>
                  <a:lnTo>
                    <a:pt x="364363" y="139446"/>
                  </a:lnTo>
                  <a:lnTo>
                    <a:pt x="368947" y="144525"/>
                  </a:lnTo>
                  <a:lnTo>
                    <a:pt x="368947" y="154813"/>
                  </a:lnTo>
                  <a:lnTo>
                    <a:pt x="368198" y="157607"/>
                  </a:lnTo>
                  <a:lnTo>
                    <a:pt x="345972" y="167433"/>
                  </a:lnTo>
                  <a:lnTo>
                    <a:pt x="391094" y="167433"/>
                  </a:lnTo>
                  <a:lnTo>
                    <a:pt x="393712" y="159766"/>
                  </a:lnTo>
                  <a:lnTo>
                    <a:pt x="393839" y="159394"/>
                  </a:lnTo>
                  <a:lnTo>
                    <a:pt x="394754" y="149987"/>
                  </a:lnTo>
                  <a:lnTo>
                    <a:pt x="394754" y="140462"/>
                  </a:lnTo>
                  <a:lnTo>
                    <a:pt x="392252" y="133223"/>
                  </a:lnTo>
                  <a:lnTo>
                    <a:pt x="355815" y="111505"/>
                  </a:lnTo>
                  <a:lnTo>
                    <a:pt x="342493" y="107188"/>
                  </a:lnTo>
                  <a:lnTo>
                    <a:pt x="337045" y="104901"/>
                  </a:lnTo>
                  <a:lnTo>
                    <a:pt x="332816" y="102489"/>
                  </a:lnTo>
                  <a:lnTo>
                    <a:pt x="328015" y="100457"/>
                  </a:lnTo>
                  <a:lnTo>
                    <a:pt x="324700" y="98425"/>
                  </a:lnTo>
                  <a:lnTo>
                    <a:pt x="322859" y="96266"/>
                  </a:lnTo>
                  <a:lnTo>
                    <a:pt x="321017" y="94234"/>
                  </a:lnTo>
                  <a:lnTo>
                    <a:pt x="320103" y="91313"/>
                  </a:lnTo>
                  <a:lnTo>
                    <a:pt x="320103" y="83947"/>
                  </a:lnTo>
                  <a:lnTo>
                    <a:pt x="322033" y="80645"/>
                  </a:lnTo>
                  <a:lnTo>
                    <a:pt x="329755" y="74549"/>
                  </a:lnTo>
                  <a:lnTo>
                    <a:pt x="336880" y="73025"/>
                  </a:lnTo>
                  <a:lnTo>
                    <a:pt x="387619" y="73025"/>
                  </a:lnTo>
                  <a:lnTo>
                    <a:pt x="392506" y="60705"/>
                  </a:lnTo>
                  <a:lnTo>
                    <a:pt x="386664" y="58166"/>
                  </a:lnTo>
                  <a:lnTo>
                    <a:pt x="380199" y="56134"/>
                  </a:lnTo>
                  <a:lnTo>
                    <a:pt x="373113" y="54610"/>
                  </a:lnTo>
                  <a:lnTo>
                    <a:pt x="366039" y="52959"/>
                  </a:lnTo>
                  <a:lnTo>
                    <a:pt x="357670" y="52070"/>
                  </a:lnTo>
                  <a:close/>
                </a:path>
                <a:path w="719455" h="244475">
                  <a:moveTo>
                    <a:pt x="387619" y="73025"/>
                  </a:moveTo>
                  <a:lnTo>
                    <a:pt x="354482" y="73025"/>
                  </a:lnTo>
                  <a:lnTo>
                    <a:pt x="360946" y="73660"/>
                  </a:lnTo>
                  <a:lnTo>
                    <a:pt x="372389" y="76200"/>
                  </a:lnTo>
                  <a:lnTo>
                    <a:pt x="378447" y="77977"/>
                  </a:lnTo>
                  <a:lnTo>
                    <a:pt x="384848" y="80010"/>
                  </a:lnTo>
                  <a:lnTo>
                    <a:pt x="387619" y="73025"/>
                  </a:lnTo>
                  <a:close/>
                </a:path>
                <a:path w="719455" h="244475">
                  <a:moveTo>
                    <a:pt x="53733" y="0"/>
                  </a:moveTo>
                  <a:lnTo>
                    <a:pt x="0" y="0"/>
                  </a:lnTo>
                  <a:lnTo>
                    <a:pt x="0" y="185674"/>
                  </a:lnTo>
                  <a:lnTo>
                    <a:pt x="46494" y="185674"/>
                  </a:lnTo>
                  <a:lnTo>
                    <a:pt x="56969" y="185408"/>
                  </a:lnTo>
                  <a:lnTo>
                    <a:pt x="102331" y="175228"/>
                  </a:lnTo>
                  <a:lnTo>
                    <a:pt x="119350" y="163322"/>
                  </a:lnTo>
                  <a:lnTo>
                    <a:pt x="26073" y="163322"/>
                  </a:lnTo>
                  <a:lnTo>
                    <a:pt x="26073" y="22860"/>
                  </a:lnTo>
                  <a:lnTo>
                    <a:pt x="121817" y="22860"/>
                  </a:lnTo>
                  <a:lnTo>
                    <a:pt x="120573" y="21463"/>
                  </a:lnTo>
                  <a:lnTo>
                    <a:pt x="83451" y="2839"/>
                  </a:lnTo>
                  <a:lnTo>
                    <a:pt x="64230" y="311"/>
                  </a:lnTo>
                  <a:lnTo>
                    <a:pt x="53733" y="0"/>
                  </a:lnTo>
                  <a:close/>
                </a:path>
                <a:path w="719455" h="244475">
                  <a:moveTo>
                    <a:pt x="121817" y="22860"/>
                  </a:moveTo>
                  <a:lnTo>
                    <a:pt x="53975" y="22860"/>
                  </a:lnTo>
                  <a:lnTo>
                    <a:pt x="68779" y="23858"/>
                  </a:lnTo>
                  <a:lnTo>
                    <a:pt x="81567" y="26844"/>
                  </a:lnTo>
                  <a:lnTo>
                    <a:pt x="112722" y="59483"/>
                  </a:lnTo>
                  <a:lnTo>
                    <a:pt x="116598" y="90043"/>
                  </a:lnTo>
                  <a:lnTo>
                    <a:pt x="116303" y="100500"/>
                  </a:lnTo>
                  <a:lnTo>
                    <a:pt x="106092" y="138763"/>
                  </a:lnTo>
                  <a:lnTo>
                    <a:pt x="69486" y="161446"/>
                  </a:lnTo>
                  <a:lnTo>
                    <a:pt x="45986" y="163322"/>
                  </a:lnTo>
                  <a:lnTo>
                    <a:pt x="119350" y="163322"/>
                  </a:lnTo>
                  <a:lnTo>
                    <a:pt x="139865" y="128139"/>
                  </a:lnTo>
                  <a:lnTo>
                    <a:pt x="143916" y="93599"/>
                  </a:lnTo>
                  <a:lnTo>
                    <a:pt x="143547" y="81478"/>
                  </a:lnTo>
                  <a:lnTo>
                    <a:pt x="134725" y="42090"/>
                  </a:lnTo>
                  <a:lnTo>
                    <a:pt x="126000" y="27560"/>
                  </a:lnTo>
                  <a:lnTo>
                    <a:pt x="121817" y="22860"/>
                  </a:lnTo>
                  <a:close/>
                </a:path>
                <a:path w="719455" h="244475">
                  <a:moveTo>
                    <a:pt x="442417" y="3048"/>
                  </a:moveTo>
                  <a:lnTo>
                    <a:pt x="416102" y="3048"/>
                  </a:lnTo>
                  <a:lnTo>
                    <a:pt x="416102" y="29972"/>
                  </a:lnTo>
                  <a:lnTo>
                    <a:pt x="442417" y="29972"/>
                  </a:lnTo>
                  <a:lnTo>
                    <a:pt x="442417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284335" cy="245618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defined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specifications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verified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ensure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70" b="1">
                <a:latin typeface="Arial"/>
                <a:cs typeface="Arial"/>
              </a:rPr>
              <a:t>completeness,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60" b="1">
                <a:latin typeface="Arial"/>
                <a:cs typeface="Arial"/>
              </a:rPr>
              <a:t>correctness,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80" b="1">
                <a:latin typeface="Arial"/>
                <a:cs typeface="Arial"/>
              </a:rPr>
              <a:t>and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60" b="1">
                <a:latin typeface="Arial"/>
                <a:cs typeface="Arial"/>
              </a:rPr>
              <a:t>consistency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specifications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higher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levels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architectural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abstraction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Verification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methods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include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0">
                <a:latin typeface="Arial MT"/>
                <a:cs typeface="Arial MT"/>
              </a:rPr>
              <a:t>Review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5">
                <a:latin typeface="Arial MT"/>
                <a:cs typeface="Arial MT"/>
              </a:rPr>
              <a:t>Analysis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50">
                <a:latin typeface="Arial MT"/>
                <a:cs typeface="Arial MT"/>
              </a:rPr>
              <a:t>Simulation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60">
                <a:latin typeface="Arial MT"/>
                <a:cs typeface="Arial MT"/>
              </a:rPr>
              <a:t>Prototyping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1699018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3894454" cy="304165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Source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code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readable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understandable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50">
                <a:latin typeface="Arial MT"/>
                <a:cs typeface="Arial MT"/>
              </a:rPr>
              <a:t>compile-</a:t>
            </a:r>
            <a:r>
              <a:rPr dirty="0" sz="1600" spc="-155">
                <a:latin typeface="Arial MT"/>
                <a:cs typeface="Arial MT"/>
              </a:rPr>
              <a:t>time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complexity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analysis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0">
                <a:latin typeface="Arial MT"/>
                <a:cs typeface="Arial MT"/>
              </a:rPr>
              <a:t>result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into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software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which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tested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40">
                <a:latin typeface="Arial MT"/>
                <a:cs typeface="Arial MT"/>
              </a:rPr>
              <a:t>compiler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switch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dependent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test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functions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keep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coding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guidelines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4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50">
                <a:latin typeface="Arial MT"/>
                <a:cs typeface="Arial MT"/>
              </a:rPr>
              <a:t>compile-</a:t>
            </a:r>
            <a:r>
              <a:rPr dirty="0" sz="1600" spc="-155">
                <a:latin typeface="Arial MT"/>
                <a:cs typeface="Arial MT"/>
              </a:rPr>
              <a:t>time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static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analysis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95">
                <a:latin typeface="Arial MT"/>
                <a:cs typeface="Arial MT"/>
              </a:rPr>
              <a:t>fulfil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5">
                <a:latin typeface="Arial MT"/>
                <a:cs typeface="Arial MT"/>
              </a:rPr>
              <a:t>all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specified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  <a:p>
            <a:pPr marL="646430">
              <a:lnSpc>
                <a:spcPct val="100000"/>
              </a:lnSpc>
              <a:spcBef>
                <a:spcPts val="38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tracking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tool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4363" y="3868572"/>
            <a:ext cx="2707005" cy="223901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E.g.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Secure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Coding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Standards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SEI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4">
                <a:latin typeface="Arial MT"/>
                <a:cs typeface="Arial MT"/>
              </a:rPr>
              <a:t>CERT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C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04">
                <a:latin typeface="Arial MT"/>
                <a:cs typeface="Arial MT"/>
              </a:rPr>
              <a:t>CERT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C++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Android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Secure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80">
                <a:latin typeface="Arial MT"/>
                <a:cs typeface="Arial MT"/>
              </a:rPr>
              <a:t>SEI</a:t>
            </a:r>
            <a:r>
              <a:rPr dirty="0" sz="1600" spc="114">
                <a:latin typeface="Arial MT"/>
                <a:cs typeface="Arial MT"/>
              </a:rPr>
              <a:t> </a:t>
            </a:r>
            <a:r>
              <a:rPr dirty="0" sz="1600" spc="-204">
                <a:latin typeface="Arial MT"/>
                <a:cs typeface="Arial MT"/>
              </a:rPr>
              <a:t>CERT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Oracle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(for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10">
                <a:latin typeface="Arial MT"/>
                <a:cs typeface="Arial MT"/>
              </a:rPr>
              <a:t>java)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SEI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4">
                <a:latin typeface="Arial MT"/>
                <a:cs typeface="Arial MT"/>
              </a:rPr>
              <a:t>CERT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Perl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1563" y="6207658"/>
            <a:ext cx="4604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229">
                <a:latin typeface="Arial MT"/>
                <a:cs typeface="Arial MT"/>
              </a:rPr>
              <a:t>OWASP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Secure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Coding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Practices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–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Quick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Reference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Guide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65778" y="4208805"/>
            <a:ext cx="3683000" cy="142494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Secure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Coding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Guidelines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Java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SE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(Oracle)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Secure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Coding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Guidelines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.NET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Framework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45">
                <a:latin typeface="Arial MT"/>
                <a:cs typeface="Arial MT"/>
              </a:rPr>
              <a:t>3.5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(Microsoft)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25">
                <a:latin typeface="Arial MT"/>
                <a:cs typeface="Arial MT"/>
              </a:rPr>
              <a:t>…..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560"/>
              <a:ext cx="2518930" cy="25349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136380" cy="606869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0">
                <a:latin typeface="Arial MT"/>
                <a:cs typeface="Arial MT"/>
              </a:rPr>
              <a:t>Integration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verification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implementation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integration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95">
                <a:latin typeface="Arial MT"/>
                <a:cs typeface="Arial MT"/>
              </a:rPr>
              <a:t>fulfil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defined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specifications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integration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verification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specified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considering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defined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specifications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Configurations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intended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series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production,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if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applicable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Sufficient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capability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support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functionality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specified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defined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specifications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Conformity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modelling,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design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coding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guidelines,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if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applicable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75">
                <a:latin typeface="Arial MT"/>
                <a:cs typeface="Arial MT"/>
              </a:rPr>
              <a:t>Methods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verification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Requirements-</a:t>
            </a:r>
            <a:r>
              <a:rPr dirty="0" sz="1600" spc="-170">
                <a:latin typeface="Arial MT"/>
                <a:cs typeface="Arial MT"/>
              </a:rPr>
              <a:t>based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test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(Positive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Negative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test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cases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5" b="1">
                <a:latin typeface="Arial"/>
                <a:cs typeface="Arial"/>
              </a:rPr>
              <a:t>Support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55" b="1">
                <a:latin typeface="Arial"/>
                <a:cs typeface="Arial"/>
              </a:rPr>
              <a:t>cybersecurity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65" b="1">
                <a:latin typeface="Arial"/>
                <a:cs typeface="Arial"/>
              </a:rPr>
              <a:t>requirements</a:t>
            </a:r>
            <a:r>
              <a:rPr dirty="0" sz="1600" spc="-65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Interface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test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(Proper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functionality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Interoperability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Consistence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interface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description)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Resource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usage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evaluation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(CPU,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90">
                <a:latin typeface="Arial MT"/>
                <a:cs typeface="Arial MT"/>
              </a:rPr>
              <a:t>Memory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utilization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Bus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communication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load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Timing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constraints)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Verification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control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flow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data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flow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(Input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Data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flow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between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components)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Dynamic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analysis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(Statement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coverage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Branch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coverage)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Static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analysis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(</a:t>
            </a:r>
            <a:r>
              <a:rPr dirty="0" sz="1600" spc="-155" b="1">
                <a:latin typeface="Arial"/>
                <a:cs typeface="Arial"/>
              </a:rPr>
              <a:t>Support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security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spc="-30" b="1">
                <a:latin typeface="Arial"/>
                <a:cs typeface="Arial"/>
              </a:rPr>
              <a:t>analysis</a:t>
            </a:r>
            <a:r>
              <a:rPr dirty="0" sz="1600" spc="-30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189230" marR="5080" indent="-17716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80">
                <a:latin typeface="Arial MT"/>
                <a:cs typeface="Arial MT"/>
              </a:rPr>
              <a:t>Test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cases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derived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analysis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requirements,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generation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analysis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equivalence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classes,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boundary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value </a:t>
            </a:r>
            <a:r>
              <a:rPr dirty="0" sz="1600" spc="-135">
                <a:latin typeface="Arial MT"/>
                <a:cs typeface="Arial MT"/>
              </a:rPr>
              <a:t>analysis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error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guessing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based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knowledge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experience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117" y="168910"/>
              <a:ext cx="1728063" cy="24739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9373870" cy="503809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Testing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should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performed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order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confirm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that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unidentified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weaknesses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vulnerabilities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remaining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component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minimized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Unnecessary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functionalities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can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contain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weakness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Testing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methods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35">
                <a:latin typeface="Arial MT"/>
                <a:cs typeface="Arial MT"/>
              </a:rPr>
              <a:t>functional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testing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30">
                <a:latin typeface="Arial MT"/>
                <a:cs typeface="Arial MT"/>
              </a:rPr>
              <a:t>vulnerability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scanning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50">
                <a:latin typeface="Arial MT"/>
                <a:cs typeface="Arial MT"/>
              </a:rPr>
              <a:t>fuzz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testing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45">
                <a:latin typeface="Arial MT"/>
                <a:cs typeface="Arial MT"/>
              </a:rPr>
              <a:t>penetration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testing</a:t>
            </a:r>
            <a:endParaRPr sz="1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90">
                <a:latin typeface="Arial MT"/>
                <a:cs typeface="Arial MT"/>
              </a:rPr>
              <a:t>If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testing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not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performed,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then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rationale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provided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rationale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include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following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considerations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20">
                <a:latin typeface="Arial MT"/>
                <a:cs typeface="Arial MT"/>
              </a:rPr>
              <a:t>feasibility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access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attack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surface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component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30">
                <a:latin typeface="Arial MT"/>
                <a:cs typeface="Arial MT"/>
              </a:rPr>
              <a:t>capabilities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(directly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indirectly)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access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component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combination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compromise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other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components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25">
                <a:latin typeface="Arial MT"/>
                <a:cs typeface="Arial MT"/>
              </a:rPr>
              <a:t>simplicity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component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39023" y="281813"/>
            <a:ext cx="1782191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762502" y="2442845"/>
            <a:ext cx="2533650" cy="492759"/>
          </a:xfrm>
          <a:custGeom>
            <a:avLst/>
            <a:gdLst/>
            <a:ahLst/>
            <a:cxnLst/>
            <a:rect l="l" t="t" r="r" b="b"/>
            <a:pathLst>
              <a:path w="2533650" h="492760">
                <a:moveTo>
                  <a:pt x="728148" y="245177"/>
                </a:moveTo>
                <a:lnTo>
                  <a:pt x="717298" y="245177"/>
                </a:lnTo>
                <a:lnTo>
                  <a:pt x="707124" y="245363"/>
                </a:lnTo>
                <a:lnTo>
                  <a:pt x="708594" y="245363"/>
                </a:lnTo>
                <a:lnTo>
                  <a:pt x="697484" y="245999"/>
                </a:lnTo>
                <a:lnTo>
                  <a:pt x="697719" y="245999"/>
                </a:lnTo>
                <a:lnTo>
                  <a:pt x="687242" y="247038"/>
                </a:lnTo>
                <a:lnTo>
                  <a:pt x="676910" y="248538"/>
                </a:lnTo>
                <a:lnTo>
                  <a:pt x="633991" y="266309"/>
                </a:lnTo>
                <a:lnTo>
                  <a:pt x="610949" y="303974"/>
                </a:lnTo>
                <a:lnTo>
                  <a:pt x="608838" y="325881"/>
                </a:lnTo>
                <a:lnTo>
                  <a:pt x="609099" y="334385"/>
                </a:lnTo>
                <a:lnTo>
                  <a:pt x="618712" y="371887"/>
                </a:lnTo>
                <a:lnTo>
                  <a:pt x="653414" y="401700"/>
                </a:lnTo>
                <a:lnTo>
                  <a:pt x="693547" y="408050"/>
                </a:lnTo>
                <a:lnTo>
                  <a:pt x="708122" y="407408"/>
                </a:lnTo>
                <a:lnTo>
                  <a:pt x="746251" y="397763"/>
                </a:lnTo>
                <a:lnTo>
                  <a:pt x="778128" y="375665"/>
                </a:lnTo>
                <a:lnTo>
                  <a:pt x="844550" y="375665"/>
                </a:lnTo>
                <a:lnTo>
                  <a:pt x="844550" y="365887"/>
                </a:lnTo>
                <a:lnTo>
                  <a:pt x="705993" y="365887"/>
                </a:lnTo>
                <a:lnTo>
                  <a:pt x="694582" y="365289"/>
                </a:lnTo>
                <a:lnTo>
                  <a:pt x="662900" y="334696"/>
                </a:lnTo>
                <a:lnTo>
                  <a:pt x="662392" y="325881"/>
                </a:lnTo>
                <a:lnTo>
                  <a:pt x="662305" y="324357"/>
                </a:lnTo>
                <a:lnTo>
                  <a:pt x="690070" y="288623"/>
                </a:lnTo>
                <a:lnTo>
                  <a:pt x="715733" y="286305"/>
                </a:lnTo>
                <a:lnTo>
                  <a:pt x="820547" y="286305"/>
                </a:lnTo>
                <a:lnTo>
                  <a:pt x="820547" y="247650"/>
                </a:lnTo>
                <a:lnTo>
                  <a:pt x="769112" y="247650"/>
                </a:lnTo>
                <a:lnTo>
                  <a:pt x="763244" y="247038"/>
                </a:lnTo>
                <a:lnTo>
                  <a:pt x="747776" y="245999"/>
                </a:lnTo>
                <a:lnTo>
                  <a:pt x="741535" y="245645"/>
                </a:lnTo>
                <a:lnTo>
                  <a:pt x="734996" y="245363"/>
                </a:lnTo>
                <a:lnTo>
                  <a:pt x="728148" y="245177"/>
                </a:lnTo>
                <a:close/>
              </a:path>
              <a:path w="2533650" h="492760">
                <a:moveTo>
                  <a:pt x="844550" y="375665"/>
                </a:moveTo>
                <a:lnTo>
                  <a:pt x="778128" y="375665"/>
                </a:lnTo>
                <a:lnTo>
                  <a:pt x="780288" y="383666"/>
                </a:lnTo>
                <a:lnTo>
                  <a:pt x="784987" y="390397"/>
                </a:lnTo>
                <a:lnTo>
                  <a:pt x="792099" y="395858"/>
                </a:lnTo>
                <a:lnTo>
                  <a:pt x="798097" y="399432"/>
                </a:lnTo>
                <a:lnTo>
                  <a:pt x="805738" y="402081"/>
                </a:lnTo>
                <a:lnTo>
                  <a:pt x="806051" y="402081"/>
                </a:lnTo>
                <a:lnTo>
                  <a:pt x="814048" y="403484"/>
                </a:lnTo>
                <a:lnTo>
                  <a:pt x="823976" y="403987"/>
                </a:lnTo>
                <a:lnTo>
                  <a:pt x="834009" y="403987"/>
                </a:lnTo>
                <a:lnTo>
                  <a:pt x="838200" y="403351"/>
                </a:lnTo>
                <a:lnTo>
                  <a:pt x="844550" y="402081"/>
                </a:lnTo>
                <a:lnTo>
                  <a:pt x="844550" y="375665"/>
                </a:lnTo>
                <a:close/>
              </a:path>
              <a:path w="2533650" h="492760">
                <a:moveTo>
                  <a:pt x="820547" y="286305"/>
                </a:moveTo>
                <a:lnTo>
                  <a:pt x="724580" y="286305"/>
                </a:lnTo>
                <a:lnTo>
                  <a:pt x="731948" y="286448"/>
                </a:lnTo>
                <a:lnTo>
                  <a:pt x="739007" y="286686"/>
                </a:lnTo>
                <a:lnTo>
                  <a:pt x="762253" y="287908"/>
                </a:lnTo>
                <a:lnTo>
                  <a:pt x="769112" y="288416"/>
                </a:lnTo>
                <a:lnTo>
                  <a:pt x="769112" y="341629"/>
                </a:lnTo>
                <a:lnTo>
                  <a:pt x="731781" y="361707"/>
                </a:lnTo>
                <a:lnTo>
                  <a:pt x="705993" y="365887"/>
                </a:lnTo>
                <a:lnTo>
                  <a:pt x="844550" y="365887"/>
                </a:lnTo>
                <a:lnTo>
                  <a:pt x="844550" y="362965"/>
                </a:lnTo>
                <a:lnTo>
                  <a:pt x="834517" y="362965"/>
                </a:lnTo>
                <a:lnTo>
                  <a:pt x="828039" y="361060"/>
                </a:lnTo>
                <a:lnTo>
                  <a:pt x="825119" y="357250"/>
                </a:lnTo>
                <a:lnTo>
                  <a:pt x="822071" y="353567"/>
                </a:lnTo>
                <a:lnTo>
                  <a:pt x="820640" y="346178"/>
                </a:lnTo>
                <a:lnTo>
                  <a:pt x="820547" y="286305"/>
                </a:lnTo>
                <a:close/>
              </a:path>
              <a:path w="2533650" h="492760">
                <a:moveTo>
                  <a:pt x="810937" y="178180"/>
                </a:moveTo>
                <a:lnTo>
                  <a:pt x="713486" y="178180"/>
                </a:lnTo>
                <a:lnTo>
                  <a:pt x="721580" y="178373"/>
                </a:lnTo>
                <a:lnTo>
                  <a:pt x="728900" y="178958"/>
                </a:lnTo>
                <a:lnTo>
                  <a:pt x="764921" y="201802"/>
                </a:lnTo>
                <a:lnTo>
                  <a:pt x="769112" y="239267"/>
                </a:lnTo>
                <a:lnTo>
                  <a:pt x="769112" y="247650"/>
                </a:lnTo>
                <a:lnTo>
                  <a:pt x="820547" y="247650"/>
                </a:lnTo>
                <a:lnTo>
                  <a:pt x="817975" y="204287"/>
                </a:lnTo>
                <a:lnTo>
                  <a:pt x="813270" y="184022"/>
                </a:lnTo>
                <a:lnTo>
                  <a:pt x="813188" y="183735"/>
                </a:lnTo>
                <a:lnTo>
                  <a:pt x="811083" y="178540"/>
                </a:lnTo>
                <a:lnTo>
                  <a:pt x="811015" y="178373"/>
                </a:lnTo>
                <a:lnTo>
                  <a:pt x="810937" y="178180"/>
                </a:lnTo>
                <a:close/>
              </a:path>
              <a:path w="2533650" h="492760">
                <a:moveTo>
                  <a:pt x="724408" y="135508"/>
                </a:moveTo>
                <a:lnTo>
                  <a:pt x="681259" y="139580"/>
                </a:lnTo>
                <a:lnTo>
                  <a:pt x="643191" y="150637"/>
                </a:lnTo>
                <a:lnTo>
                  <a:pt x="620268" y="160146"/>
                </a:lnTo>
                <a:lnTo>
                  <a:pt x="632333" y="196595"/>
                </a:lnTo>
                <a:lnTo>
                  <a:pt x="641828" y="193292"/>
                </a:lnTo>
                <a:lnTo>
                  <a:pt x="651621" y="190071"/>
                </a:lnTo>
                <a:lnTo>
                  <a:pt x="692816" y="179625"/>
                </a:lnTo>
                <a:lnTo>
                  <a:pt x="713486" y="178180"/>
                </a:lnTo>
                <a:lnTo>
                  <a:pt x="810937" y="178180"/>
                </a:lnTo>
                <a:lnTo>
                  <a:pt x="809593" y="174863"/>
                </a:lnTo>
                <a:lnTo>
                  <a:pt x="778934" y="144355"/>
                </a:lnTo>
                <a:lnTo>
                  <a:pt x="738508" y="135961"/>
                </a:lnTo>
                <a:lnTo>
                  <a:pt x="740968" y="135961"/>
                </a:lnTo>
                <a:lnTo>
                  <a:pt x="724408" y="135508"/>
                </a:lnTo>
                <a:close/>
              </a:path>
              <a:path w="2533650" h="492760">
                <a:moveTo>
                  <a:pt x="1491869" y="135508"/>
                </a:moveTo>
                <a:lnTo>
                  <a:pt x="1438640" y="143795"/>
                </a:lnTo>
                <a:lnTo>
                  <a:pt x="1401318" y="168655"/>
                </a:lnTo>
                <a:lnTo>
                  <a:pt x="1379204" y="210581"/>
                </a:lnTo>
                <a:lnTo>
                  <a:pt x="1371853" y="270128"/>
                </a:lnTo>
                <a:lnTo>
                  <a:pt x="1372234" y="286894"/>
                </a:lnTo>
                <a:lnTo>
                  <a:pt x="1377866" y="330033"/>
                </a:lnTo>
                <a:lnTo>
                  <a:pt x="1398651" y="373506"/>
                </a:lnTo>
                <a:lnTo>
                  <a:pt x="1431973" y="397664"/>
                </a:lnTo>
                <a:lnTo>
                  <a:pt x="1476765" y="407525"/>
                </a:lnTo>
                <a:lnTo>
                  <a:pt x="1492885" y="408050"/>
                </a:lnTo>
                <a:lnTo>
                  <a:pt x="1500199" y="407908"/>
                </a:lnTo>
                <a:lnTo>
                  <a:pt x="1506713" y="407525"/>
                </a:lnTo>
                <a:lnTo>
                  <a:pt x="1507024" y="407525"/>
                </a:lnTo>
                <a:lnTo>
                  <a:pt x="1550289" y="399668"/>
                </a:lnTo>
                <a:lnTo>
                  <a:pt x="1588262" y="385063"/>
                </a:lnTo>
                <a:lnTo>
                  <a:pt x="1594485" y="380745"/>
                </a:lnTo>
                <a:lnTo>
                  <a:pt x="1588870" y="365505"/>
                </a:lnTo>
                <a:lnTo>
                  <a:pt x="1498853" y="365505"/>
                </a:lnTo>
                <a:lnTo>
                  <a:pt x="1484687" y="364841"/>
                </a:lnTo>
                <a:lnTo>
                  <a:pt x="1443805" y="348702"/>
                </a:lnTo>
                <a:lnTo>
                  <a:pt x="1426366" y="310437"/>
                </a:lnTo>
                <a:lnTo>
                  <a:pt x="1424813" y="287274"/>
                </a:lnTo>
                <a:lnTo>
                  <a:pt x="1598040" y="287274"/>
                </a:lnTo>
                <a:lnTo>
                  <a:pt x="1598040" y="262254"/>
                </a:lnTo>
                <a:lnTo>
                  <a:pt x="1597781" y="249136"/>
                </a:lnTo>
                <a:lnTo>
                  <a:pt x="1597628" y="246633"/>
                </a:lnTo>
                <a:lnTo>
                  <a:pt x="1424813" y="246633"/>
                </a:lnTo>
                <a:lnTo>
                  <a:pt x="1425067" y="245744"/>
                </a:lnTo>
                <a:lnTo>
                  <a:pt x="1425702" y="239267"/>
                </a:lnTo>
                <a:lnTo>
                  <a:pt x="1425774" y="238146"/>
                </a:lnTo>
                <a:lnTo>
                  <a:pt x="1425883" y="236458"/>
                </a:lnTo>
                <a:lnTo>
                  <a:pt x="1440686" y="196449"/>
                </a:lnTo>
                <a:lnTo>
                  <a:pt x="1478031" y="177442"/>
                </a:lnTo>
                <a:lnTo>
                  <a:pt x="1491869" y="176656"/>
                </a:lnTo>
                <a:lnTo>
                  <a:pt x="1580599" y="176656"/>
                </a:lnTo>
                <a:lnTo>
                  <a:pt x="1577975" y="172338"/>
                </a:lnTo>
                <a:lnTo>
                  <a:pt x="1545209" y="145287"/>
                </a:lnTo>
                <a:lnTo>
                  <a:pt x="1507347" y="136126"/>
                </a:lnTo>
                <a:lnTo>
                  <a:pt x="1491869" y="135508"/>
                </a:lnTo>
                <a:close/>
              </a:path>
              <a:path w="2533650" h="492760">
                <a:moveTo>
                  <a:pt x="1581150" y="344550"/>
                </a:moveTo>
                <a:lnTo>
                  <a:pt x="1544447" y="359028"/>
                </a:lnTo>
                <a:lnTo>
                  <a:pt x="1498853" y="365505"/>
                </a:lnTo>
                <a:lnTo>
                  <a:pt x="1588870" y="365505"/>
                </a:lnTo>
                <a:lnTo>
                  <a:pt x="1581150" y="344550"/>
                </a:lnTo>
                <a:close/>
              </a:path>
              <a:path w="2533650" h="492760">
                <a:moveTo>
                  <a:pt x="1580599" y="176656"/>
                </a:moveTo>
                <a:lnTo>
                  <a:pt x="1491869" y="176656"/>
                </a:lnTo>
                <a:lnTo>
                  <a:pt x="1503513" y="177655"/>
                </a:lnTo>
                <a:lnTo>
                  <a:pt x="1513871" y="180641"/>
                </a:lnTo>
                <a:lnTo>
                  <a:pt x="1541478" y="214058"/>
                </a:lnTo>
                <a:lnTo>
                  <a:pt x="1545036" y="245744"/>
                </a:lnTo>
                <a:lnTo>
                  <a:pt x="1545082" y="246633"/>
                </a:lnTo>
                <a:lnTo>
                  <a:pt x="1597628" y="246633"/>
                </a:lnTo>
                <a:lnTo>
                  <a:pt x="1597180" y="239267"/>
                </a:lnTo>
                <a:lnTo>
                  <a:pt x="1597111" y="238146"/>
                </a:lnTo>
                <a:lnTo>
                  <a:pt x="1597009" y="236458"/>
                </a:lnTo>
                <a:lnTo>
                  <a:pt x="1587881" y="190928"/>
                </a:lnTo>
                <a:lnTo>
                  <a:pt x="1583404" y="181270"/>
                </a:lnTo>
                <a:lnTo>
                  <a:pt x="1580599" y="176656"/>
                </a:lnTo>
                <a:close/>
              </a:path>
              <a:path w="2533650" h="492760">
                <a:moveTo>
                  <a:pt x="928751" y="141604"/>
                </a:moveTo>
                <a:lnTo>
                  <a:pt x="877824" y="141604"/>
                </a:lnTo>
                <a:lnTo>
                  <a:pt x="877934" y="313451"/>
                </a:lnTo>
                <a:lnTo>
                  <a:pt x="883296" y="359189"/>
                </a:lnTo>
                <a:lnTo>
                  <a:pt x="905859" y="393239"/>
                </a:lnTo>
                <a:lnTo>
                  <a:pt x="951918" y="407644"/>
                </a:lnTo>
                <a:lnTo>
                  <a:pt x="964564" y="408050"/>
                </a:lnTo>
                <a:lnTo>
                  <a:pt x="979068" y="407310"/>
                </a:lnTo>
                <a:lnTo>
                  <a:pt x="1022985" y="396113"/>
                </a:lnTo>
                <a:lnTo>
                  <a:pt x="1048003" y="380238"/>
                </a:lnTo>
                <a:lnTo>
                  <a:pt x="1097332" y="380238"/>
                </a:lnTo>
                <a:lnTo>
                  <a:pt x="1096454" y="364489"/>
                </a:lnTo>
                <a:lnTo>
                  <a:pt x="964819" y="364489"/>
                </a:lnTo>
                <a:lnTo>
                  <a:pt x="956818" y="362965"/>
                </a:lnTo>
                <a:lnTo>
                  <a:pt x="951102" y="360044"/>
                </a:lnTo>
                <a:lnTo>
                  <a:pt x="945261" y="357124"/>
                </a:lnTo>
                <a:lnTo>
                  <a:pt x="940562" y="352932"/>
                </a:lnTo>
                <a:lnTo>
                  <a:pt x="929195" y="313451"/>
                </a:lnTo>
                <a:lnTo>
                  <a:pt x="928927" y="307466"/>
                </a:lnTo>
                <a:lnTo>
                  <a:pt x="928866" y="306107"/>
                </a:lnTo>
                <a:lnTo>
                  <a:pt x="928751" y="141604"/>
                </a:lnTo>
                <a:close/>
              </a:path>
              <a:path w="2533650" h="492760">
                <a:moveTo>
                  <a:pt x="1097332" y="380238"/>
                </a:moveTo>
                <a:lnTo>
                  <a:pt x="1048003" y="380238"/>
                </a:lnTo>
                <a:lnTo>
                  <a:pt x="1049976" y="401446"/>
                </a:lnTo>
                <a:lnTo>
                  <a:pt x="1050036" y="402081"/>
                </a:lnTo>
                <a:lnTo>
                  <a:pt x="1098550" y="402081"/>
                </a:lnTo>
                <a:lnTo>
                  <a:pt x="1097424" y="381888"/>
                </a:lnTo>
                <a:lnTo>
                  <a:pt x="1097332" y="380238"/>
                </a:lnTo>
                <a:close/>
              </a:path>
              <a:path w="2533650" h="492760">
                <a:moveTo>
                  <a:pt x="1094613" y="141604"/>
                </a:moveTo>
                <a:lnTo>
                  <a:pt x="1043051" y="141604"/>
                </a:lnTo>
                <a:lnTo>
                  <a:pt x="1043051" y="341121"/>
                </a:lnTo>
                <a:lnTo>
                  <a:pt x="1036827" y="344804"/>
                </a:lnTo>
                <a:lnTo>
                  <a:pt x="1030097" y="348614"/>
                </a:lnTo>
                <a:lnTo>
                  <a:pt x="1022858" y="352425"/>
                </a:lnTo>
                <a:lnTo>
                  <a:pt x="1016762" y="355726"/>
                </a:lnTo>
                <a:lnTo>
                  <a:pt x="974978" y="364489"/>
                </a:lnTo>
                <a:lnTo>
                  <a:pt x="1096454" y="364489"/>
                </a:lnTo>
                <a:lnTo>
                  <a:pt x="1094613" y="331469"/>
                </a:lnTo>
                <a:lnTo>
                  <a:pt x="1094613" y="141604"/>
                </a:lnTo>
                <a:close/>
              </a:path>
              <a:path w="2533650" h="492760">
                <a:moveTo>
                  <a:pt x="1154684" y="348995"/>
                </a:moveTo>
                <a:lnTo>
                  <a:pt x="1138682" y="388112"/>
                </a:lnTo>
                <a:lnTo>
                  <a:pt x="1148849" y="392920"/>
                </a:lnTo>
                <a:lnTo>
                  <a:pt x="1159541" y="397049"/>
                </a:lnTo>
                <a:lnTo>
                  <a:pt x="1170757" y="400488"/>
                </a:lnTo>
                <a:lnTo>
                  <a:pt x="1182497" y="403225"/>
                </a:lnTo>
                <a:lnTo>
                  <a:pt x="1194494" y="405318"/>
                </a:lnTo>
                <a:lnTo>
                  <a:pt x="1207122" y="406886"/>
                </a:lnTo>
                <a:lnTo>
                  <a:pt x="1207432" y="406886"/>
                </a:lnTo>
                <a:lnTo>
                  <a:pt x="1218965" y="407743"/>
                </a:lnTo>
                <a:lnTo>
                  <a:pt x="1278255" y="403399"/>
                </a:lnTo>
                <a:lnTo>
                  <a:pt x="1326068" y="378840"/>
                </a:lnTo>
                <a:lnTo>
                  <a:pt x="1335198" y="365505"/>
                </a:lnTo>
                <a:lnTo>
                  <a:pt x="1232408" y="365505"/>
                </a:lnTo>
                <a:lnTo>
                  <a:pt x="1221331" y="365246"/>
                </a:lnTo>
                <a:lnTo>
                  <a:pt x="1181651" y="359104"/>
                </a:lnTo>
                <a:lnTo>
                  <a:pt x="1163466" y="352905"/>
                </a:lnTo>
                <a:lnTo>
                  <a:pt x="1154684" y="348995"/>
                </a:lnTo>
                <a:close/>
              </a:path>
              <a:path w="2533650" h="492760">
                <a:moveTo>
                  <a:pt x="1249299" y="135508"/>
                </a:moveTo>
                <a:lnTo>
                  <a:pt x="1237275" y="135818"/>
                </a:lnTo>
                <a:lnTo>
                  <a:pt x="1239158" y="135818"/>
                </a:lnTo>
                <a:lnTo>
                  <a:pt x="1230884" y="136445"/>
                </a:lnTo>
                <a:lnTo>
                  <a:pt x="1185495" y="147514"/>
                </a:lnTo>
                <a:lnTo>
                  <a:pt x="1152271" y="175259"/>
                </a:lnTo>
                <a:lnTo>
                  <a:pt x="1142619" y="211835"/>
                </a:lnTo>
                <a:lnTo>
                  <a:pt x="1143403" y="223646"/>
                </a:lnTo>
                <a:lnTo>
                  <a:pt x="1143476" y="224740"/>
                </a:lnTo>
                <a:lnTo>
                  <a:pt x="1163597" y="260355"/>
                </a:lnTo>
                <a:lnTo>
                  <a:pt x="1198697" y="279159"/>
                </a:lnTo>
                <a:lnTo>
                  <a:pt x="1235700" y="292469"/>
                </a:lnTo>
                <a:lnTo>
                  <a:pt x="1245187" y="295878"/>
                </a:lnTo>
                <a:lnTo>
                  <a:pt x="1284224" y="315626"/>
                </a:lnTo>
                <a:lnTo>
                  <a:pt x="1291082" y="333247"/>
                </a:lnTo>
                <a:lnTo>
                  <a:pt x="1291082" y="340359"/>
                </a:lnTo>
                <a:lnTo>
                  <a:pt x="1274190" y="359790"/>
                </a:lnTo>
                <a:lnTo>
                  <a:pt x="1268857" y="362076"/>
                </a:lnTo>
                <a:lnTo>
                  <a:pt x="1262634" y="363474"/>
                </a:lnTo>
                <a:lnTo>
                  <a:pt x="1248410" y="364997"/>
                </a:lnTo>
                <a:lnTo>
                  <a:pt x="1240789" y="365505"/>
                </a:lnTo>
                <a:lnTo>
                  <a:pt x="1335198" y="365505"/>
                </a:lnTo>
                <a:lnTo>
                  <a:pt x="1340685" y="349503"/>
                </a:lnTo>
                <a:lnTo>
                  <a:pt x="1342517" y="330834"/>
                </a:lnTo>
                <a:lnTo>
                  <a:pt x="1341586" y="317384"/>
                </a:lnTo>
                <a:lnTo>
                  <a:pt x="1319603" y="280150"/>
                </a:lnTo>
                <a:lnTo>
                  <a:pt x="1280606" y="259752"/>
                </a:lnTo>
                <a:lnTo>
                  <a:pt x="1242056" y="246290"/>
                </a:lnTo>
                <a:lnTo>
                  <a:pt x="1233455" y="242966"/>
                </a:lnTo>
                <a:lnTo>
                  <a:pt x="1225760" y="239571"/>
                </a:lnTo>
                <a:lnTo>
                  <a:pt x="1218946" y="236092"/>
                </a:lnTo>
                <a:lnTo>
                  <a:pt x="1209421" y="232028"/>
                </a:lnTo>
                <a:lnTo>
                  <a:pt x="1202817" y="227964"/>
                </a:lnTo>
                <a:lnTo>
                  <a:pt x="1199134" y="223646"/>
                </a:lnTo>
                <a:lnTo>
                  <a:pt x="1195451" y="219455"/>
                </a:lnTo>
                <a:lnTo>
                  <a:pt x="1193673" y="213740"/>
                </a:lnTo>
                <a:lnTo>
                  <a:pt x="1193673" y="199135"/>
                </a:lnTo>
                <a:lnTo>
                  <a:pt x="1233465" y="177736"/>
                </a:lnTo>
                <a:lnTo>
                  <a:pt x="1247775" y="177164"/>
                </a:lnTo>
                <a:lnTo>
                  <a:pt x="1328283" y="177164"/>
                </a:lnTo>
                <a:lnTo>
                  <a:pt x="1338072" y="152653"/>
                </a:lnTo>
                <a:lnTo>
                  <a:pt x="1299337" y="140462"/>
                </a:lnTo>
                <a:lnTo>
                  <a:pt x="1263278" y="135818"/>
                </a:lnTo>
                <a:lnTo>
                  <a:pt x="1249299" y="135508"/>
                </a:lnTo>
                <a:close/>
              </a:path>
              <a:path w="2533650" h="492760">
                <a:moveTo>
                  <a:pt x="1328283" y="177164"/>
                </a:moveTo>
                <a:lnTo>
                  <a:pt x="1247775" y="177164"/>
                </a:lnTo>
                <a:lnTo>
                  <a:pt x="1258327" y="177405"/>
                </a:lnTo>
                <a:lnTo>
                  <a:pt x="1268285" y="178133"/>
                </a:lnTo>
                <a:lnTo>
                  <a:pt x="1278353" y="179450"/>
                </a:lnTo>
                <a:lnTo>
                  <a:pt x="1278125" y="179450"/>
                </a:lnTo>
                <a:lnTo>
                  <a:pt x="1286510" y="181101"/>
                </a:lnTo>
                <a:lnTo>
                  <a:pt x="1295201" y="183169"/>
                </a:lnTo>
                <a:lnTo>
                  <a:pt x="1304131" y="185547"/>
                </a:lnTo>
                <a:lnTo>
                  <a:pt x="1313299" y="188210"/>
                </a:lnTo>
                <a:lnTo>
                  <a:pt x="1322705" y="191134"/>
                </a:lnTo>
                <a:lnTo>
                  <a:pt x="1328187" y="177405"/>
                </a:lnTo>
                <a:lnTo>
                  <a:pt x="1328283" y="177164"/>
                </a:lnTo>
                <a:close/>
              </a:path>
              <a:path w="2533650" h="492760">
                <a:moveTo>
                  <a:pt x="2263902" y="83946"/>
                </a:moveTo>
                <a:lnTo>
                  <a:pt x="2211451" y="83946"/>
                </a:lnTo>
                <a:lnTo>
                  <a:pt x="2211451" y="401954"/>
                </a:lnTo>
                <a:lnTo>
                  <a:pt x="2263902" y="401954"/>
                </a:lnTo>
                <a:lnTo>
                  <a:pt x="2263902" y="83946"/>
                </a:lnTo>
                <a:close/>
              </a:path>
              <a:path w="2533650" h="492760">
                <a:moveTo>
                  <a:pt x="2263902" y="31495"/>
                </a:moveTo>
                <a:lnTo>
                  <a:pt x="2226691" y="31495"/>
                </a:lnTo>
                <a:lnTo>
                  <a:pt x="2118868" y="88645"/>
                </a:lnTo>
                <a:lnTo>
                  <a:pt x="2136648" y="124840"/>
                </a:lnTo>
                <a:lnTo>
                  <a:pt x="2211451" y="83946"/>
                </a:lnTo>
                <a:lnTo>
                  <a:pt x="2263902" y="83946"/>
                </a:lnTo>
                <a:lnTo>
                  <a:pt x="2263902" y="31495"/>
                </a:lnTo>
                <a:close/>
              </a:path>
              <a:path w="2533650" h="492760">
                <a:moveTo>
                  <a:pt x="1954530" y="83946"/>
                </a:moveTo>
                <a:lnTo>
                  <a:pt x="1902078" y="83946"/>
                </a:lnTo>
                <a:lnTo>
                  <a:pt x="1902078" y="401954"/>
                </a:lnTo>
                <a:lnTo>
                  <a:pt x="1954530" y="401954"/>
                </a:lnTo>
                <a:lnTo>
                  <a:pt x="1954530" y="83946"/>
                </a:lnTo>
                <a:close/>
              </a:path>
              <a:path w="2533650" h="492760">
                <a:moveTo>
                  <a:pt x="1954530" y="31495"/>
                </a:moveTo>
                <a:lnTo>
                  <a:pt x="1917319" y="31495"/>
                </a:lnTo>
                <a:lnTo>
                  <a:pt x="1809496" y="88645"/>
                </a:lnTo>
                <a:lnTo>
                  <a:pt x="1827276" y="124840"/>
                </a:lnTo>
                <a:lnTo>
                  <a:pt x="1902078" y="83946"/>
                </a:lnTo>
                <a:lnTo>
                  <a:pt x="1954530" y="83946"/>
                </a:lnTo>
                <a:lnTo>
                  <a:pt x="1954530" y="31495"/>
                </a:lnTo>
                <a:close/>
              </a:path>
              <a:path w="2533650" h="492760">
                <a:moveTo>
                  <a:pt x="343281" y="25907"/>
                </a:moveTo>
                <a:lnTo>
                  <a:pt x="323153" y="26644"/>
                </a:lnTo>
                <a:lnTo>
                  <a:pt x="324006" y="26644"/>
                </a:lnTo>
                <a:lnTo>
                  <a:pt x="306450" y="28670"/>
                </a:lnTo>
                <a:lnTo>
                  <a:pt x="258383" y="43320"/>
                </a:lnTo>
                <a:lnTo>
                  <a:pt x="220218" y="71627"/>
                </a:lnTo>
                <a:lnTo>
                  <a:pt x="193178" y="113972"/>
                </a:lnTo>
                <a:lnTo>
                  <a:pt x="178244" y="170513"/>
                </a:lnTo>
                <a:lnTo>
                  <a:pt x="175387" y="216788"/>
                </a:lnTo>
                <a:lnTo>
                  <a:pt x="177790" y="261129"/>
                </a:lnTo>
                <a:lnTo>
                  <a:pt x="184991" y="299672"/>
                </a:lnTo>
                <a:lnTo>
                  <a:pt x="213740" y="359409"/>
                </a:lnTo>
                <a:lnTo>
                  <a:pt x="263588" y="395636"/>
                </a:lnTo>
                <a:lnTo>
                  <a:pt x="336296" y="408050"/>
                </a:lnTo>
                <a:lnTo>
                  <a:pt x="353915" y="407572"/>
                </a:lnTo>
                <a:lnTo>
                  <a:pt x="404368" y="400303"/>
                </a:lnTo>
                <a:lnTo>
                  <a:pt x="448087" y="386570"/>
                </a:lnTo>
                <a:lnTo>
                  <a:pt x="460375" y="381000"/>
                </a:lnTo>
                <a:lnTo>
                  <a:pt x="454370" y="362457"/>
                </a:lnTo>
                <a:lnTo>
                  <a:pt x="337820" y="362457"/>
                </a:lnTo>
                <a:lnTo>
                  <a:pt x="311292" y="360197"/>
                </a:lnTo>
                <a:lnTo>
                  <a:pt x="269954" y="342151"/>
                </a:lnTo>
                <a:lnTo>
                  <a:pt x="243881" y="306363"/>
                </a:lnTo>
                <a:lnTo>
                  <a:pt x="230979" y="254166"/>
                </a:lnTo>
                <a:lnTo>
                  <a:pt x="229362" y="221995"/>
                </a:lnTo>
                <a:lnTo>
                  <a:pt x="231076" y="186918"/>
                </a:lnTo>
                <a:lnTo>
                  <a:pt x="244792" y="130288"/>
                </a:lnTo>
                <a:lnTo>
                  <a:pt x="272555" y="91803"/>
                </a:lnTo>
                <a:lnTo>
                  <a:pt x="316319" y="72511"/>
                </a:lnTo>
                <a:lnTo>
                  <a:pt x="344297" y="70103"/>
                </a:lnTo>
                <a:lnTo>
                  <a:pt x="455312" y="70103"/>
                </a:lnTo>
                <a:lnTo>
                  <a:pt x="449851" y="63666"/>
                </a:lnTo>
                <a:lnTo>
                  <a:pt x="409828" y="37591"/>
                </a:lnTo>
                <a:lnTo>
                  <a:pt x="360805" y="26644"/>
                </a:lnTo>
                <a:lnTo>
                  <a:pt x="343281" y="25907"/>
                </a:lnTo>
                <a:close/>
              </a:path>
              <a:path w="2533650" h="492760">
                <a:moveTo>
                  <a:pt x="447421" y="340994"/>
                </a:moveTo>
                <a:lnTo>
                  <a:pt x="398780" y="355853"/>
                </a:lnTo>
                <a:lnTo>
                  <a:pt x="355060" y="362033"/>
                </a:lnTo>
                <a:lnTo>
                  <a:pt x="337820" y="362457"/>
                </a:lnTo>
                <a:lnTo>
                  <a:pt x="454370" y="362457"/>
                </a:lnTo>
                <a:lnTo>
                  <a:pt x="447421" y="340994"/>
                </a:lnTo>
                <a:close/>
              </a:path>
              <a:path w="2533650" h="492760">
                <a:moveTo>
                  <a:pt x="455312" y="70103"/>
                </a:moveTo>
                <a:lnTo>
                  <a:pt x="344297" y="70103"/>
                </a:lnTo>
                <a:lnTo>
                  <a:pt x="358229" y="70673"/>
                </a:lnTo>
                <a:lnTo>
                  <a:pt x="370887" y="72374"/>
                </a:lnTo>
                <a:lnTo>
                  <a:pt x="411289" y="90170"/>
                </a:lnTo>
                <a:lnTo>
                  <a:pt x="429768" y="105409"/>
                </a:lnTo>
                <a:lnTo>
                  <a:pt x="460375" y="76072"/>
                </a:lnTo>
                <a:lnTo>
                  <a:pt x="455312" y="70103"/>
                </a:lnTo>
                <a:close/>
              </a:path>
              <a:path w="2533650" h="492760">
                <a:moveTo>
                  <a:pt x="559943" y="12700"/>
                </a:moveTo>
                <a:lnTo>
                  <a:pt x="508381" y="19938"/>
                </a:lnTo>
                <a:lnTo>
                  <a:pt x="508381" y="333247"/>
                </a:lnTo>
                <a:lnTo>
                  <a:pt x="509142" y="349436"/>
                </a:lnTo>
                <a:lnTo>
                  <a:pt x="511311" y="362965"/>
                </a:lnTo>
                <a:lnTo>
                  <a:pt x="511428" y="363696"/>
                </a:lnTo>
                <a:lnTo>
                  <a:pt x="537781" y="400335"/>
                </a:lnTo>
                <a:lnTo>
                  <a:pt x="565276" y="405002"/>
                </a:lnTo>
                <a:lnTo>
                  <a:pt x="569849" y="405002"/>
                </a:lnTo>
                <a:lnTo>
                  <a:pt x="573532" y="404749"/>
                </a:lnTo>
                <a:lnTo>
                  <a:pt x="576072" y="403987"/>
                </a:lnTo>
                <a:lnTo>
                  <a:pt x="578738" y="403987"/>
                </a:lnTo>
                <a:lnTo>
                  <a:pt x="581660" y="403225"/>
                </a:lnTo>
                <a:lnTo>
                  <a:pt x="584835" y="401574"/>
                </a:lnTo>
                <a:lnTo>
                  <a:pt x="584835" y="362965"/>
                </a:lnTo>
                <a:lnTo>
                  <a:pt x="573786" y="362965"/>
                </a:lnTo>
                <a:lnTo>
                  <a:pt x="566801" y="361314"/>
                </a:lnTo>
                <a:lnTo>
                  <a:pt x="559960" y="333247"/>
                </a:lnTo>
                <a:lnTo>
                  <a:pt x="559943" y="12700"/>
                </a:lnTo>
                <a:close/>
              </a:path>
              <a:path w="2533650" h="492760">
                <a:moveTo>
                  <a:pt x="2533523" y="0"/>
                </a:moveTo>
                <a:lnTo>
                  <a:pt x="2399411" y="0"/>
                </a:lnTo>
                <a:lnTo>
                  <a:pt x="2399411" y="43687"/>
                </a:lnTo>
                <a:lnTo>
                  <a:pt x="2482088" y="43687"/>
                </a:lnTo>
                <a:lnTo>
                  <a:pt x="2482088" y="448182"/>
                </a:lnTo>
                <a:lnTo>
                  <a:pt x="2399411" y="448182"/>
                </a:lnTo>
                <a:lnTo>
                  <a:pt x="2399411" y="492378"/>
                </a:lnTo>
                <a:lnTo>
                  <a:pt x="2533523" y="492378"/>
                </a:lnTo>
                <a:lnTo>
                  <a:pt x="2533523" y="0"/>
                </a:lnTo>
                <a:close/>
              </a:path>
              <a:path w="2533650" h="492760">
                <a:moveTo>
                  <a:pt x="135127" y="0"/>
                </a:moveTo>
                <a:lnTo>
                  <a:pt x="0" y="0"/>
                </a:lnTo>
                <a:lnTo>
                  <a:pt x="0" y="492378"/>
                </a:lnTo>
                <a:lnTo>
                  <a:pt x="135127" y="492378"/>
                </a:lnTo>
                <a:lnTo>
                  <a:pt x="135127" y="448182"/>
                </a:lnTo>
                <a:lnTo>
                  <a:pt x="51435" y="448182"/>
                </a:lnTo>
                <a:lnTo>
                  <a:pt x="51435" y="43687"/>
                </a:lnTo>
                <a:lnTo>
                  <a:pt x="135127" y="43687"/>
                </a:lnTo>
                <a:lnTo>
                  <a:pt x="135127" y="0"/>
                </a:lnTo>
                <a:close/>
              </a:path>
            </a:pathLst>
          </a:custGeom>
          <a:solidFill>
            <a:srgbClr val="2121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269" y="3065145"/>
            <a:ext cx="5235575" cy="5064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3616" y="155955"/>
              <a:ext cx="1271905" cy="247015"/>
            </a:xfrm>
            <a:custGeom>
              <a:avLst/>
              <a:gdLst/>
              <a:ahLst/>
              <a:cxnLst/>
              <a:rect l="l" t="t" r="r" b="b"/>
              <a:pathLst>
                <a:path w="1271905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  <a:path w="1271905" h="247015">
                  <a:moveTo>
                    <a:pt x="231381" y="38100"/>
                  </a:moveTo>
                  <a:lnTo>
                    <a:pt x="228879" y="35179"/>
                  </a:lnTo>
                  <a:lnTo>
                    <a:pt x="226085" y="31915"/>
                  </a:lnTo>
                  <a:lnTo>
                    <a:pt x="220091" y="26657"/>
                  </a:lnTo>
                  <a:lnTo>
                    <a:pt x="181432" y="13335"/>
                  </a:lnTo>
                  <a:lnTo>
                    <a:pt x="172656" y="12954"/>
                  </a:lnTo>
                  <a:lnTo>
                    <a:pt x="162534" y="13335"/>
                  </a:lnTo>
                  <a:lnTo>
                    <a:pt x="162966" y="13335"/>
                  </a:lnTo>
                  <a:lnTo>
                    <a:pt x="153352" y="14465"/>
                  </a:lnTo>
                  <a:lnTo>
                    <a:pt x="153695" y="14465"/>
                  </a:lnTo>
                  <a:lnTo>
                    <a:pt x="145630" y="16116"/>
                  </a:lnTo>
                  <a:lnTo>
                    <a:pt x="137579" y="18542"/>
                  </a:lnTo>
                  <a:lnTo>
                    <a:pt x="105727" y="42240"/>
                  </a:lnTo>
                  <a:lnTo>
                    <a:pt x="89890" y="85534"/>
                  </a:lnTo>
                  <a:lnTo>
                    <a:pt x="88468" y="108724"/>
                  </a:lnTo>
                  <a:lnTo>
                    <a:pt x="89662" y="130975"/>
                  </a:lnTo>
                  <a:lnTo>
                    <a:pt x="107708" y="180213"/>
                  </a:lnTo>
                  <a:lnTo>
                    <a:pt x="149453" y="203009"/>
                  </a:lnTo>
                  <a:lnTo>
                    <a:pt x="169113" y="204597"/>
                  </a:lnTo>
                  <a:lnTo>
                    <a:pt x="177952" y="204368"/>
                  </a:lnTo>
                  <a:lnTo>
                    <a:pt x="218452" y="196443"/>
                  </a:lnTo>
                  <a:lnTo>
                    <a:pt x="231381" y="191147"/>
                  </a:lnTo>
                  <a:lnTo>
                    <a:pt x="228333" y="181749"/>
                  </a:lnTo>
                  <a:lnTo>
                    <a:pt x="224891" y="171069"/>
                  </a:lnTo>
                  <a:lnTo>
                    <a:pt x="186512" y="180949"/>
                  </a:lnTo>
                  <a:lnTo>
                    <a:pt x="169913" y="181749"/>
                  </a:lnTo>
                  <a:lnTo>
                    <a:pt x="156591" y="180619"/>
                  </a:lnTo>
                  <a:lnTo>
                    <a:pt x="122770" y="153657"/>
                  </a:lnTo>
                  <a:lnTo>
                    <a:pt x="115531" y="111379"/>
                  </a:lnTo>
                  <a:lnTo>
                    <a:pt x="116382" y="93764"/>
                  </a:lnTo>
                  <a:lnTo>
                    <a:pt x="129273" y="54495"/>
                  </a:lnTo>
                  <a:lnTo>
                    <a:pt x="173151" y="35179"/>
                  </a:lnTo>
                  <a:lnTo>
                    <a:pt x="182892" y="35179"/>
                  </a:lnTo>
                  <a:lnTo>
                    <a:pt x="216001" y="52844"/>
                  </a:lnTo>
                  <a:lnTo>
                    <a:pt x="231381" y="38100"/>
                  </a:lnTo>
                  <a:close/>
                </a:path>
                <a:path w="1271905" h="247015">
                  <a:moveTo>
                    <a:pt x="294043" y="181991"/>
                  </a:moveTo>
                  <a:lnTo>
                    <a:pt x="288505" y="181991"/>
                  </a:lnTo>
                  <a:lnTo>
                    <a:pt x="285038" y="181229"/>
                  </a:lnTo>
                  <a:lnTo>
                    <a:pt x="283641" y="179578"/>
                  </a:lnTo>
                  <a:lnTo>
                    <a:pt x="282257" y="178054"/>
                  </a:lnTo>
                  <a:lnTo>
                    <a:pt x="281559" y="173748"/>
                  </a:lnTo>
                  <a:lnTo>
                    <a:pt x="281559" y="6350"/>
                  </a:lnTo>
                  <a:lnTo>
                    <a:pt x="255752" y="10033"/>
                  </a:lnTo>
                  <a:lnTo>
                    <a:pt x="255752" y="167144"/>
                  </a:lnTo>
                  <a:lnTo>
                    <a:pt x="256057" y="173748"/>
                  </a:lnTo>
                  <a:lnTo>
                    <a:pt x="256120" y="175234"/>
                  </a:lnTo>
                  <a:lnTo>
                    <a:pt x="257086" y="181229"/>
                  </a:lnTo>
                  <a:lnTo>
                    <a:pt x="257200" y="181991"/>
                  </a:lnTo>
                  <a:lnTo>
                    <a:pt x="257263" y="182372"/>
                  </a:lnTo>
                  <a:lnTo>
                    <a:pt x="259156" y="188569"/>
                  </a:lnTo>
                  <a:lnTo>
                    <a:pt x="261823" y="193802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close/>
                </a:path>
                <a:path w="1271905" h="247015">
                  <a:moveTo>
                    <a:pt x="424116" y="181991"/>
                  </a:moveTo>
                  <a:lnTo>
                    <a:pt x="419112" y="181991"/>
                  </a:lnTo>
                  <a:lnTo>
                    <a:pt x="415861" y="181102"/>
                  </a:lnTo>
                  <a:lnTo>
                    <a:pt x="412877" y="177292"/>
                  </a:lnTo>
                  <a:lnTo>
                    <a:pt x="412127" y="173355"/>
                  </a:lnTo>
                  <a:lnTo>
                    <a:pt x="412127" y="143649"/>
                  </a:lnTo>
                  <a:lnTo>
                    <a:pt x="412127" y="124206"/>
                  </a:lnTo>
                  <a:lnTo>
                    <a:pt x="412127" y="112141"/>
                  </a:lnTo>
                  <a:lnTo>
                    <a:pt x="411467" y="105156"/>
                  </a:lnTo>
                  <a:lnTo>
                    <a:pt x="411353" y="103898"/>
                  </a:lnTo>
                  <a:lnTo>
                    <a:pt x="408266" y="90297"/>
                  </a:lnTo>
                  <a:lnTo>
                    <a:pt x="408114" y="89916"/>
                  </a:lnTo>
                  <a:lnTo>
                    <a:pt x="407873" y="89420"/>
                  </a:lnTo>
                  <a:lnTo>
                    <a:pt x="405561" y="84594"/>
                  </a:lnTo>
                  <a:lnTo>
                    <a:pt x="372960" y="67945"/>
                  </a:lnTo>
                  <a:lnTo>
                    <a:pt x="363893" y="67945"/>
                  </a:lnTo>
                  <a:lnTo>
                    <a:pt x="356387" y="68186"/>
                  </a:lnTo>
                  <a:lnTo>
                    <a:pt x="348361" y="68973"/>
                  </a:lnTo>
                  <a:lnTo>
                    <a:pt x="348691" y="68973"/>
                  </a:lnTo>
                  <a:lnTo>
                    <a:pt x="342252" y="70040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2"/>
                  </a:lnTo>
                  <a:lnTo>
                    <a:pt x="323977" y="96393"/>
                  </a:lnTo>
                  <a:lnTo>
                    <a:pt x="330606" y="94246"/>
                  </a:lnTo>
                  <a:lnTo>
                    <a:pt x="337591" y="92329"/>
                  </a:lnTo>
                  <a:lnTo>
                    <a:pt x="344563" y="90297"/>
                  </a:lnTo>
                  <a:lnTo>
                    <a:pt x="351510" y="89420"/>
                  </a:lnTo>
                  <a:lnTo>
                    <a:pt x="364070" y="89420"/>
                  </a:lnTo>
                  <a:lnTo>
                    <a:pt x="368706" y="89916"/>
                  </a:lnTo>
                  <a:lnTo>
                    <a:pt x="386321" y="114046"/>
                  </a:lnTo>
                  <a:lnTo>
                    <a:pt x="386321" y="124206"/>
                  </a:lnTo>
                  <a:lnTo>
                    <a:pt x="386321" y="144653"/>
                  </a:lnTo>
                  <a:lnTo>
                    <a:pt x="386321" y="171323"/>
                  </a:lnTo>
                  <a:lnTo>
                    <a:pt x="383781" y="173355"/>
                  </a:lnTo>
                  <a:lnTo>
                    <a:pt x="382143" y="174625"/>
                  </a:lnTo>
                  <a:lnTo>
                    <a:pt x="377558" y="177292"/>
                  </a:lnTo>
                  <a:lnTo>
                    <a:pt x="371868" y="179705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346392" y="183515"/>
                  </a:lnTo>
                  <a:lnTo>
                    <a:pt x="341109" y="181991"/>
                  </a:lnTo>
                  <a:lnTo>
                    <a:pt x="340791" y="181991"/>
                  </a:lnTo>
                  <a:lnTo>
                    <a:pt x="337502" y="178689"/>
                  </a:lnTo>
                  <a:lnTo>
                    <a:pt x="334327" y="175399"/>
                  </a:lnTo>
                  <a:lnTo>
                    <a:pt x="332740" y="170053"/>
                  </a:lnTo>
                  <a:lnTo>
                    <a:pt x="332740" y="156222"/>
                  </a:lnTo>
                  <a:lnTo>
                    <a:pt x="334632" y="151396"/>
                  </a:lnTo>
                  <a:lnTo>
                    <a:pt x="338416" y="148221"/>
                  </a:lnTo>
                  <a:lnTo>
                    <a:pt x="342201" y="145173"/>
                  </a:lnTo>
                  <a:lnTo>
                    <a:pt x="349440" y="143649"/>
                  </a:lnTo>
                  <a:lnTo>
                    <a:pt x="370192" y="143649"/>
                  </a:lnTo>
                  <a:lnTo>
                    <a:pt x="378968" y="144145"/>
                  </a:lnTo>
                  <a:lnTo>
                    <a:pt x="386321" y="144653"/>
                  </a:lnTo>
                  <a:lnTo>
                    <a:pt x="386321" y="124206"/>
                  </a:lnTo>
                  <a:lnTo>
                    <a:pt x="383260" y="123952"/>
                  </a:lnTo>
                  <a:lnTo>
                    <a:pt x="379691" y="123571"/>
                  </a:lnTo>
                  <a:lnTo>
                    <a:pt x="371538" y="123063"/>
                  </a:lnTo>
                  <a:lnTo>
                    <a:pt x="352704" y="123063"/>
                  </a:lnTo>
                  <a:lnTo>
                    <a:pt x="346824" y="123571"/>
                  </a:lnTo>
                  <a:lnTo>
                    <a:pt x="340080" y="124599"/>
                  </a:lnTo>
                  <a:lnTo>
                    <a:pt x="333349" y="125730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24"/>
                  </a:lnTo>
                  <a:lnTo>
                    <a:pt x="313016" y="138303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31" y="170053"/>
                  </a:lnTo>
                  <a:lnTo>
                    <a:pt x="323024" y="199517"/>
                  </a:lnTo>
                  <a:lnTo>
                    <a:pt x="323176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53" y="192405"/>
                  </a:lnTo>
                  <a:lnTo>
                    <a:pt x="390804" y="188341"/>
                  </a:lnTo>
                  <a:lnTo>
                    <a:pt x="391909" y="192405"/>
                  </a:lnTo>
                  <a:lnTo>
                    <a:pt x="394258" y="195719"/>
                  </a:lnTo>
                  <a:lnTo>
                    <a:pt x="401574" y="201422"/>
                  </a:lnTo>
                  <a:lnTo>
                    <a:pt x="401942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697" y="201764"/>
                  </a:lnTo>
                  <a:lnTo>
                    <a:pt x="424116" y="201764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424116" y="181991"/>
                  </a:lnTo>
                  <a:close/>
                </a:path>
                <a:path w="1271905" h="247015">
                  <a:moveTo>
                    <a:pt x="551129" y="201676"/>
                  </a:moveTo>
                  <a:lnTo>
                    <a:pt x="550506" y="190627"/>
                  </a:lnTo>
                  <a:lnTo>
                    <a:pt x="550062" y="182753"/>
                  </a:lnTo>
                  <a:lnTo>
                    <a:pt x="549935" y="180594"/>
                  </a:lnTo>
                  <a:lnTo>
                    <a:pt x="549821" y="178447"/>
                  </a:lnTo>
                  <a:lnTo>
                    <a:pt x="549732" y="177038"/>
                  </a:lnTo>
                  <a:lnTo>
                    <a:pt x="549617" y="174879"/>
                  </a:lnTo>
                  <a:lnTo>
                    <a:pt x="549503" y="172974"/>
                  </a:lnTo>
                  <a:lnTo>
                    <a:pt x="549402" y="171069"/>
                  </a:lnTo>
                  <a:lnTo>
                    <a:pt x="549300" y="169291"/>
                  </a:lnTo>
                  <a:lnTo>
                    <a:pt x="549224" y="168021"/>
                  </a:lnTo>
                  <a:lnTo>
                    <a:pt x="549135" y="70993"/>
                  </a:lnTo>
                  <a:lnTo>
                    <a:pt x="523316" y="70993"/>
                  </a:lnTo>
                  <a:lnTo>
                    <a:pt x="523316" y="171069"/>
                  </a:lnTo>
                  <a:lnTo>
                    <a:pt x="520192" y="172974"/>
                  </a:lnTo>
                  <a:lnTo>
                    <a:pt x="516813" y="174879"/>
                  </a:lnTo>
                  <a:lnTo>
                    <a:pt x="510095" y="178447"/>
                  </a:lnTo>
                  <a:lnTo>
                    <a:pt x="506425" y="179844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3"/>
                  </a:lnTo>
                  <a:lnTo>
                    <a:pt x="484085" y="182753"/>
                  </a:lnTo>
                  <a:lnTo>
                    <a:pt x="470217" y="174244"/>
                  </a:lnTo>
                  <a:lnTo>
                    <a:pt x="468503" y="171577"/>
                  </a:lnTo>
                  <a:lnTo>
                    <a:pt x="467372" y="168021"/>
                  </a:lnTo>
                  <a:lnTo>
                    <a:pt x="466813" y="163969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lnTo>
                    <a:pt x="440436" y="70993"/>
                  </a:lnTo>
                  <a:lnTo>
                    <a:pt x="440436" y="162179"/>
                  </a:lnTo>
                  <a:lnTo>
                    <a:pt x="440893" y="168021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2"/>
                  </a:lnTo>
                  <a:lnTo>
                    <a:pt x="525792" y="190627"/>
                  </a:lnTo>
                  <a:lnTo>
                    <a:pt x="526783" y="201295"/>
                  </a:lnTo>
                  <a:lnTo>
                    <a:pt x="526821" y="201676"/>
                  </a:lnTo>
                  <a:lnTo>
                    <a:pt x="551129" y="201676"/>
                  </a:lnTo>
                  <a:close/>
                </a:path>
                <a:path w="1271905" h="247015">
                  <a:moveTo>
                    <a:pt x="673061" y="156349"/>
                  </a:moveTo>
                  <a:lnTo>
                    <a:pt x="640537" y="129667"/>
                  </a:lnTo>
                  <a:lnTo>
                    <a:pt x="620801" y="123063"/>
                  </a:lnTo>
                  <a:lnTo>
                    <a:pt x="615353" y="120777"/>
                  </a:lnTo>
                  <a:lnTo>
                    <a:pt x="611124" y="118364"/>
                  </a:lnTo>
                  <a:lnTo>
                    <a:pt x="606323" y="116344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21"/>
                  </a:lnTo>
                  <a:lnTo>
                    <a:pt x="598398" y="107188"/>
                  </a:lnTo>
                  <a:lnTo>
                    <a:pt x="598398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32790" y="88900"/>
                  </a:lnTo>
                  <a:lnTo>
                    <a:pt x="639254" y="89547"/>
                  </a:lnTo>
                  <a:lnTo>
                    <a:pt x="650697" y="92075"/>
                  </a:lnTo>
                  <a:lnTo>
                    <a:pt x="656755" y="93853"/>
                  </a:lnTo>
                  <a:lnTo>
                    <a:pt x="663155" y="95897"/>
                  </a:lnTo>
                  <a:lnTo>
                    <a:pt x="665924" y="88900"/>
                  </a:lnTo>
                  <a:lnTo>
                    <a:pt x="670814" y="76581"/>
                  </a:lnTo>
                  <a:lnTo>
                    <a:pt x="664972" y="74041"/>
                  </a:lnTo>
                  <a:lnTo>
                    <a:pt x="658507" y="72021"/>
                  </a:lnTo>
                  <a:lnTo>
                    <a:pt x="651421" y="70497"/>
                  </a:lnTo>
                  <a:lnTo>
                    <a:pt x="644347" y="68846"/>
                  </a:lnTo>
                  <a:lnTo>
                    <a:pt x="635977" y="67945"/>
                  </a:lnTo>
                  <a:lnTo>
                    <a:pt x="620229" y="67945"/>
                  </a:lnTo>
                  <a:lnTo>
                    <a:pt x="614019" y="68580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2"/>
                  </a:lnTo>
                  <a:lnTo>
                    <a:pt x="590308" y="76073"/>
                  </a:lnTo>
                  <a:lnTo>
                    <a:pt x="585089" y="78867"/>
                  </a:lnTo>
                  <a:lnTo>
                    <a:pt x="580898" y="82931"/>
                  </a:lnTo>
                  <a:lnTo>
                    <a:pt x="574459" y="92849"/>
                  </a:lnTo>
                  <a:lnTo>
                    <a:pt x="572846" y="99072"/>
                  </a:lnTo>
                  <a:lnTo>
                    <a:pt x="572846" y="115443"/>
                  </a:lnTo>
                  <a:lnTo>
                    <a:pt x="596722" y="138303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9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1"/>
                  </a:lnTo>
                  <a:lnTo>
                    <a:pt x="647255" y="170688"/>
                  </a:lnTo>
                  <a:lnTo>
                    <a:pt x="646506" y="173494"/>
                  </a:lnTo>
                  <a:lnTo>
                    <a:pt x="624268" y="183311"/>
                  </a:lnTo>
                  <a:lnTo>
                    <a:pt x="610806" y="183311"/>
                  </a:lnTo>
                  <a:lnTo>
                    <a:pt x="603377" y="182626"/>
                  </a:lnTo>
                  <a:lnTo>
                    <a:pt x="590753" y="179844"/>
                  </a:lnTo>
                  <a:lnTo>
                    <a:pt x="584682" y="177800"/>
                  </a:lnTo>
                  <a:lnTo>
                    <a:pt x="578866" y="175006"/>
                  </a:lnTo>
                  <a:lnTo>
                    <a:pt x="570852" y="194691"/>
                  </a:lnTo>
                  <a:lnTo>
                    <a:pt x="577481" y="198120"/>
                  </a:lnTo>
                  <a:lnTo>
                    <a:pt x="584784" y="200660"/>
                  </a:lnTo>
                  <a:lnTo>
                    <a:pt x="593331" y="202298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6"/>
                  </a:lnTo>
                  <a:lnTo>
                    <a:pt x="673061" y="165874"/>
                  </a:lnTo>
                  <a:lnTo>
                    <a:pt x="673061" y="156349"/>
                  </a:lnTo>
                  <a:close/>
                </a:path>
                <a:path w="1271905" h="247015">
                  <a:moveTo>
                    <a:pt x="801624" y="123698"/>
                  </a:moveTo>
                  <a:lnTo>
                    <a:pt x="801573" y="122047"/>
                  </a:lnTo>
                  <a:lnTo>
                    <a:pt x="801357" y="119468"/>
                  </a:lnTo>
                  <a:lnTo>
                    <a:pt x="801243" y="117995"/>
                  </a:lnTo>
                  <a:lnTo>
                    <a:pt x="801116" y="116471"/>
                  </a:lnTo>
                  <a:lnTo>
                    <a:pt x="800989" y="115074"/>
                  </a:lnTo>
                  <a:lnTo>
                    <a:pt x="800938" y="114300"/>
                  </a:lnTo>
                  <a:lnTo>
                    <a:pt x="798220" y="99072"/>
                  </a:lnTo>
                  <a:lnTo>
                    <a:pt x="797242" y="96520"/>
                  </a:lnTo>
                  <a:lnTo>
                    <a:pt x="795540" y="92202"/>
                  </a:lnTo>
                  <a:lnTo>
                    <a:pt x="793115" y="88646"/>
                  </a:lnTo>
                  <a:lnTo>
                    <a:pt x="791565" y="86372"/>
                  </a:lnTo>
                  <a:lnTo>
                    <a:pt x="787603" y="80645"/>
                  </a:lnTo>
                  <a:lnTo>
                    <a:pt x="782129" y="76200"/>
                  </a:lnTo>
                  <a:lnTo>
                    <a:pt x="775144" y="72898"/>
                  </a:lnTo>
                  <a:lnTo>
                    <a:pt x="775055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46" y="122555"/>
                  </a:lnTo>
                  <a:lnTo>
                    <a:pt x="715022" y="122047"/>
                  </a:lnTo>
                  <a:lnTo>
                    <a:pt x="738517" y="88646"/>
                  </a:lnTo>
                  <a:lnTo>
                    <a:pt x="756602" y="88646"/>
                  </a:lnTo>
                  <a:lnTo>
                    <a:pt x="774966" y="122047"/>
                  </a:lnTo>
                  <a:lnTo>
                    <a:pt x="775055" y="123698"/>
                  </a:lnTo>
                  <a:lnTo>
                    <a:pt x="775055" y="72872"/>
                  </a:lnTo>
                  <a:lnTo>
                    <a:pt x="748398" y="67945"/>
                  </a:lnTo>
                  <a:lnTo>
                    <a:pt x="734047" y="68999"/>
                  </a:lnTo>
                  <a:lnTo>
                    <a:pt x="696480" y="93992"/>
                  </a:lnTo>
                  <a:lnTo>
                    <a:pt x="688174" y="135521"/>
                  </a:lnTo>
                  <a:lnTo>
                    <a:pt x="688365" y="143903"/>
                  </a:lnTo>
                  <a:lnTo>
                    <a:pt x="696772" y="181495"/>
                  </a:lnTo>
                  <a:lnTo>
                    <a:pt x="733374" y="203555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1"/>
                  </a:lnTo>
                  <a:lnTo>
                    <a:pt x="797026" y="183273"/>
                  </a:lnTo>
                  <a:lnTo>
                    <a:pt x="793153" y="172847"/>
                  </a:lnTo>
                  <a:lnTo>
                    <a:pt x="787450" y="175514"/>
                  </a:lnTo>
                  <a:lnTo>
                    <a:pt x="780935" y="178054"/>
                  </a:lnTo>
                  <a:lnTo>
                    <a:pt x="768235" y="182245"/>
                  </a:lnTo>
                  <a:lnTo>
                    <a:pt x="760603" y="183273"/>
                  </a:lnTo>
                  <a:lnTo>
                    <a:pt x="741883" y="183273"/>
                  </a:lnTo>
                  <a:lnTo>
                    <a:pt x="715213" y="154571"/>
                  </a:lnTo>
                  <a:lnTo>
                    <a:pt x="714730" y="149479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close/>
                </a:path>
                <a:path w="1271905" h="247015">
                  <a:moveTo>
                    <a:pt x="977544" y="15875"/>
                  </a:moveTo>
                  <a:lnTo>
                    <a:pt x="958875" y="15875"/>
                  </a:lnTo>
                  <a:lnTo>
                    <a:pt x="904798" y="44450"/>
                  </a:lnTo>
                  <a:lnTo>
                    <a:pt x="913688" y="62623"/>
                  </a:lnTo>
                  <a:lnTo>
                    <a:pt x="951230" y="42164"/>
                  </a:lnTo>
                  <a:lnTo>
                    <a:pt x="951230" y="201549"/>
                  </a:lnTo>
                  <a:lnTo>
                    <a:pt x="977544" y="201549"/>
                  </a:lnTo>
                  <a:lnTo>
                    <a:pt x="977544" y="42164"/>
                  </a:lnTo>
                  <a:lnTo>
                    <a:pt x="977544" y="15875"/>
                  </a:lnTo>
                  <a:close/>
                </a:path>
                <a:path w="1271905" h="247015">
                  <a:moveTo>
                    <a:pt x="1134554" y="15875"/>
                  </a:moveTo>
                  <a:lnTo>
                    <a:pt x="1115885" y="15875"/>
                  </a:lnTo>
                  <a:lnTo>
                    <a:pt x="1061783" y="44450"/>
                  </a:lnTo>
                  <a:lnTo>
                    <a:pt x="1070673" y="62623"/>
                  </a:lnTo>
                  <a:lnTo>
                    <a:pt x="1108265" y="42164"/>
                  </a:lnTo>
                  <a:lnTo>
                    <a:pt x="1108265" y="201549"/>
                  </a:lnTo>
                  <a:lnTo>
                    <a:pt x="1134554" y="201549"/>
                  </a:lnTo>
                  <a:lnTo>
                    <a:pt x="1134554" y="42164"/>
                  </a:lnTo>
                  <a:lnTo>
                    <a:pt x="1134554" y="15875"/>
                  </a:lnTo>
                  <a:close/>
                </a:path>
                <a:path w="1271905" h="247015">
                  <a:moveTo>
                    <a:pt x="1271460" y="0"/>
                  </a:moveTo>
                  <a:lnTo>
                    <a:pt x="1204277" y="0"/>
                  </a:lnTo>
                  <a:lnTo>
                    <a:pt x="1204277" y="21971"/>
                  </a:lnTo>
                  <a:lnTo>
                    <a:pt x="1245679" y="21971"/>
                  </a:lnTo>
                  <a:lnTo>
                    <a:pt x="1245679" y="224790"/>
                  </a:lnTo>
                  <a:lnTo>
                    <a:pt x="1204277" y="224790"/>
                  </a:lnTo>
                  <a:lnTo>
                    <a:pt x="1204277" y="246888"/>
                  </a:lnTo>
                  <a:lnTo>
                    <a:pt x="1271460" y="246888"/>
                  </a:lnTo>
                  <a:lnTo>
                    <a:pt x="12714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7660" y="162305"/>
              <a:ext cx="1506473" cy="2540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3222" y="162305"/>
              <a:ext cx="1046352" cy="19824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51892" y="606816"/>
            <a:ext cx="7957184" cy="223901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has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performed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35">
                <a:latin typeface="Arial MT"/>
                <a:cs typeface="Arial MT"/>
              </a:rPr>
              <a:t>OEM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vehicle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level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50">
                <a:latin typeface="Arial MT"/>
                <a:cs typeface="Arial MT"/>
              </a:rPr>
              <a:t>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goals/claims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45">
                <a:latin typeface="Arial MT"/>
                <a:cs typeface="Arial MT"/>
              </a:rPr>
              <a:t>To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confirm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item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achieves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goals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4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confirm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unreasonable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risks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remains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Rationale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selection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activities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provided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90">
                <a:latin typeface="Arial MT"/>
                <a:cs typeface="Arial MT"/>
              </a:rPr>
              <a:t>CAL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?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Review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managed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risks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?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Operational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environment?</a:t>
            </a:r>
            <a:r>
              <a:rPr dirty="0" sz="1600" spc="-10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Goals,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claims?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/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Penetration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test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?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198995" y="3177255"/>
            <a:ext cx="6804659" cy="3399790"/>
            <a:chOff x="1198995" y="3177255"/>
            <a:chExt cx="6804659" cy="3399790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8995" y="3177255"/>
              <a:ext cx="6804203" cy="339966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560313" y="3501390"/>
              <a:ext cx="1873250" cy="721360"/>
            </a:xfrm>
            <a:custGeom>
              <a:avLst/>
              <a:gdLst/>
              <a:ahLst/>
              <a:cxnLst/>
              <a:rect l="l" t="t" r="r" b="b"/>
              <a:pathLst>
                <a:path w="1873250" h="721360">
                  <a:moveTo>
                    <a:pt x="0" y="720852"/>
                  </a:moveTo>
                  <a:lnTo>
                    <a:pt x="1872995" y="720852"/>
                  </a:lnTo>
                  <a:lnTo>
                    <a:pt x="1872995" y="0"/>
                  </a:lnTo>
                  <a:lnTo>
                    <a:pt x="0" y="0"/>
                  </a:lnTo>
                  <a:lnTo>
                    <a:pt x="0" y="720852"/>
                  </a:lnTo>
                  <a:close/>
                </a:path>
              </a:pathLst>
            </a:custGeom>
            <a:ln w="198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884" y="162305"/>
              <a:ext cx="2138616" cy="19824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90841"/>
            <a:ext cx="8895080" cy="282511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Confirmation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achievement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goals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reviewing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work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products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concept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&amp;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product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5"/>
              </a:spcBef>
            </a:pPr>
            <a:r>
              <a:rPr dirty="0" sz="1600" spc="-75">
                <a:latin typeface="Arial MT"/>
                <a:cs typeface="Arial MT"/>
              </a:rPr>
              <a:t>development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Penetration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testing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demonstrate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adequacy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achievement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0">
                <a:latin typeface="Arial MT"/>
                <a:cs typeface="Arial MT"/>
              </a:rPr>
              <a:t> goals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90">
                <a:latin typeface="Arial MT"/>
                <a:cs typeface="Arial MT"/>
              </a:rPr>
              <a:t>It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recommended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but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penetration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test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on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vehicle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level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might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detect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additional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vulnerabilities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10">
                <a:latin typeface="Arial MT"/>
                <a:cs typeface="Arial MT"/>
              </a:rPr>
              <a:t>All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managed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risks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identified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during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concept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phase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should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taken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into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consideration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Review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80">
                <a:latin typeface="Arial MT"/>
                <a:cs typeface="Arial MT"/>
              </a:rPr>
              <a:t>managed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risks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95006" y="281813"/>
            <a:ext cx="1934464" cy="155828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063688" y="3787076"/>
            <a:ext cx="867410" cy="1300480"/>
            <a:chOff x="1063688" y="3787076"/>
            <a:chExt cx="867410" cy="1300480"/>
          </a:xfrm>
        </p:grpSpPr>
        <p:sp>
          <p:nvSpPr>
            <p:cNvPr id="11" name="object 11" descr=""/>
            <p:cNvSpPr/>
            <p:nvPr/>
          </p:nvSpPr>
          <p:spPr>
            <a:xfrm>
              <a:off x="1065275" y="4317492"/>
              <a:ext cx="864235" cy="768350"/>
            </a:xfrm>
            <a:custGeom>
              <a:avLst/>
              <a:gdLst/>
              <a:ahLst/>
              <a:cxnLst/>
              <a:rect l="l" t="t" r="r" b="b"/>
              <a:pathLst>
                <a:path w="864235" h="768350">
                  <a:moveTo>
                    <a:pt x="864107" y="0"/>
                  </a:moveTo>
                  <a:lnTo>
                    <a:pt x="513715" y="761745"/>
                  </a:lnTo>
                  <a:lnTo>
                    <a:pt x="491109" y="762916"/>
                  </a:lnTo>
                  <a:lnTo>
                    <a:pt x="469836" y="764920"/>
                  </a:lnTo>
                  <a:lnTo>
                    <a:pt x="448564" y="766925"/>
                  </a:lnTo>
                  <a:lnTo>
                    <a:pt x="425958" y="768095"/>
                  </a:lnTo>
                  <a:lnTo>
                    <a:pt x="350393" y="761745"/>
                  </a:lnTo>
                  <a:lnTo>
                    <a:pt x="0" y="0"/>
                  </a:lnTo>
                  <a:lnTo>
                    <a:pt x="86410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65275" y="4174236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5" h="288289">
                  <a:moveTo>
                    <a:pt x="432054" y="0"/>
                  </a:moveTo>
                  <a:lnTo>
                    <a:pt x="361971" y="1885"/>
                  </a:lnTo>
                  <a:lnTo>
                    <a:pt x="295490" y="7345"/>
                  </a:lnTo>
                  <a:lnTo>
                    <a:pt x="233498" y="16082"/>
                  </a:lnTo>
                  <a:lnTo>
                    <a:pt x="176887" y="27797"/>
                  </a:lnTo>
                  <a:lnTo>
                    <a:pt x="126544" y="42195"/>
                  </a:lnTo>
                  <a:lnTo>
                    <a:pt x="83360" y="58978"/>
                  </a:lnTo>
                  <a:lnTo>
                    <a:pt x="48224" y="77849"/>
                  </a:lnTo>
                  <a:lnTo>
                    <a:pt x="5654" y="120666"/>
                  </a:lnTo>
                  <a:lnTo>
                    <a:pt x="0" y="144018"/>
                  </a:lnTo>
                  <a:lnTo>
                    <a:pt x="5654" y="167369"/>
                  </a:lnTo>
                  <a:lnTo>
                    <a:pt x="48224" y="210186"/>
                  </a:lnTo>
                  <a:lnTo>
                    <a:pt x="83360" y="229057"/>
                  </a:lnTo>
                  <a:lnTo>
                    <a:pt x="126544" y="245840"/>
                  </a:lnTo>
                  <a:lnTo>
                    <a:pt x="176887" y="260238"/>
                  </a:lnTo>
                  <a:lnTo>
                    <a:pt x="233498" y="271953"/>
                  </a:lnTo>
                  <a:lnTo>
                    <a:pt x="295490" y="280690"/>
                  </a:lnTo>
                  <a:lnTo>
                    <a:pt x="361971" y="286150"/>
                  </a:lnTo>
                  <a:lnTo>
                    <a:pt x="432054" y="288036"/>
                  </a:lnTo>
                  <a:lnTo>
                    <a:pt x="502139" y="286150"/>
                  </a:lnTo>
                  <a:lnTo>
                    <a:pt x="568622" y="280690"/>
                  </a:lnTo>
                  <a:lnTo>
                    <a:pt x="630614" y="271953"/>
                  </a:lnTo>
                  <a:lnTo>
                    <a:pt x="687226" y="260238"/>
                  </a:lnTo>
                  <a:lnTo>
                    <a:pt x="737568" y="245840"/>
                  </a:lnTo>
                  <a:lnTo>
                    <a:pt x="780751" y="229057"/>
                  </a:lnTo>
                  <a:lnTo>
                    <a:pt x="815885" y="210186"/>
                  </a:lnTo>
                  <a:lnTo>
                    <a:pt x="858453" y="167369"/>
                  </a:lnTo>
                  <a:lnTo>
                    <a:pt x="864107" y="144018"/>
                  </a:lnTo>
                  <a:lnTo>
                    <a:pt x="858453" y="120666"/>
                  </a:lnTo>
                  <a:lnTo>
                    <a:pt x="815885" y="77849"/>
                  </a:lnTo>
                  <a:lnTo>
                    <a:pt x="780751" y="58978"/>
                  </a:lnTo>
                  <a:lnTo>
                    <a:pt x="737568" y="42195"/>
                  </a:lnTo>
                  <a:lnTo>
                    <a:pt x="687226" y="27797"/>
                  </a:lnTo>
                  <a:lnTo>
                    <a:pt x="630614" y="16082"/>
                  </a:lnTo>
                  <a:lnTo>
                    <a:pt x="568622" y="7345"/>
                  </a:lnTo>
                  <a:lnTo>
                    <a:pt x="502139" y="1885"/>
                  </a:lnTo>
                  <a:lnTo>
                    <a:pt x="43205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65275" y="4174236"/>
              <a:ext cx="864235" cy="288290"/>
            </a:xfrm>
            <a:custGeom>
              <a:avLst/>
              <a:gdLst/>
              <a:ahLst/>
              <a:cxnLst/>
              <a:rect l="l" t="t" r="r" b="b"/>
              <a:pathLst>
                <a:path w="864235" h="288289">
                  <a:moveTo>
                    <a:pt x="864107" y="144018"/>
                  </a:moveTo>
                  <a:lnTo>
                    <a:pt x="842083" y="189524"/>
                  </a:lnTo>
                  <a:lnTo>
                    <a:pt x="780751" y="229057"/>
                  </a:lnTo>
                  <a:lnTo>
                    <a:pt x="737568" y="245840"/>
                  </a:lnTo>
                  <a:lnTo>
                    <a:pt x="687226" y="260238"/>
                  </a:lnTo>
                  <a:lnTo>
                    <a:pt x="630614" y="271953"/>
                  </a:lnTo>
                  <a:lnTo>
                    <a:pt x="568622" y="280690"/>
                  </a:lnTo>
                  <a:lnTo>
                    <a:pt x="502139" y="286150"/>
                  </a:lnTo>
                  <a:lnTo>
                    <a:pt x="432054" y="288036"/>
                  </a:lnTo>
                  <a:lnTo>
                    <a:pt x="361971" y="286150"/>
                  </a:lnTo>
                  <a:lnTo>
                    <a:pt x="295490" y="280690"/>
                  </a:lnTo>
                  <a:lnTo>
                    <a:pt x="233498" y="271953"/>
                  </a:lnTo>
                  <a:lnTo>
                    <a:pt x="176887" y="260238"/>
                  </a:lnTo>
                  <a:lnTo>
                    <a:pt x="126544" y="245840"/>
                  </a:lnTo>
                  <a:lnTo>
                    <a:pt x="83360" y="229057"/>
                  </a:lnTo>
                  <a:lnTo>
                    <a:pt x="48224" y="210186"/>
                  </a:lnTo>
                  <a:lnTo>
                    <a:pt x="5654" y="167369"/>
                  </a:lnTo>
                  <a:lnTo>
                    <a:pt x="0" y="144018"/>
                  </a:lnTo>
                  <a:lnTo>
                    <a:pt x="5654" y="120666"/>
                  </a:lnTo>
                  <a:lnTo>
                    <a:pt x="48224" y="77849"/>
                  </a:lnTo>
                  <a:lnTo>
                    <a:pt x="83360" y="58978"/>
                  </a:lnTo>
                  <a:lnTo>
                    <a:pt x="126544" y="42195"/>
                  </a:lnTo>
                  <a:lnTo>
                    <a:pt x="176887" y="27797"/>
                  </a:lnTo>
                  <a:lnTo>
                    <a:pt x="233498" y="16082"/>
                  </a:lnTo>
                  <a:lnTo>
                    <a:pt x="295490" y="7345"/>
                  </a:lnTo>
                  <a:lnTo>
                    <a:pt x="361971" y="1885"/>
                  </a:lnTo>
                  <a:lnTo>
                    <a:pt x="432054" y="0"/>
                  </a:lnTo>
                  <a:lnTo>
                    <a:pt x="502139" y="1885"/>
                  </a:lnTo>
                  <a:lnTo>
                    <a:pt x="568622" y="7345"/>
                  </a:lnTo>
                  <a:lnTo>
                    <a:pt x="630614" y="16082"/>
                  </a:lnTo>
                  <a:lnTo>
                    <a:pt x="687226" y="27797"/>
                  </a:lnTo>
                  <a:lnTo>
                    <a:pt x="737568" y="42195"/>
                  </a:lnTo>
                  <a:lnTo>
                    <a:pt x="780751" y="58978"/>
                  </a:lnTo>
                  <a:lnTo>
                    <a:pt x="815885" y="77849"/>
                  </a:lnTo>
                  <a:lnTo>
                    <a:pt x="858453" y="120666"/>
                  </a:lnTo>
                  <a:lnTo>
                    <a:pt x="864107" y="14401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16735" y="3788664"/>
              <a:ext cx="360045" cy="504825"/>
            </a:xfrm>
            <a:custGeom>
              <a:avLst/>
              <a:gdLst/>
              <a:ahLst/>
              <a:cxnLst/>
              <a:rect l="l" t="t" r="r" b="b"/>
              <a:pathLst>
                <a:path w="360044" h="504825">
                  <a:moveTo>
                    <a:pt x="269747" y="0"/>
                  </a:moveTo>
                  <a:lnTo>
                    <a:pt x="89915" y="0"/>
                  </a:lnTo>
                  <a:lnTo>
                    <a:pt x="89915" y="324612"/>
                  </a:lnTo>
                  <a:lnTo>
                    <a:pt x="0" y="324612"/>
                  </a:lnTo>
                  <a:lnTo>
                    <a:pt x="179831" y="504444"/>
                  </a:lnTo>
                  <a:lnTo>
                    <a:pt x="359663" y="324612"/>
                  </a:lnTo>
                  <a:lnTo>
                    <a:pt x="269747" y="324612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16735" y="3788664"/>
              <a:ext cx="360045" cy="504825"/>
            </a:xfrm>
            <a:custGeom>
              <a:avLst/>
              <a:gdLst/>
              <a:ahLst/>
              <a:cxnLst/>
              <a:rect l="l" t="t" r="r" b="b"/>
              <a:pathLst>
                <a:path w="360044" h="504825">
                  <a:moveTo>
                    <a:pt x="0" y="324612"/>
                  </a:moveTo>
                  <a:lnTo>
                    <a:pt x="89915" y="324612"/>
                  </a:lnTo>
                  <a:lnTo>
                    <a:pt x="89915" y="0"/>
                  </a:lnTo>
                  <a:lnTo>
                    <a:pt x="269747" y="0"/>
                  </a:lnTo>
                  <a:lnTo>
                    <a:pt x="269747" y="324612"/>
                  </a:lnTo>
                  <a:lnTo>
                    <a:pt x="359663" y="324612"/>
                  </a:lnTo>
                  <a:lnTo>
                    <a:pt x="179831" y="504444"/>
                  </a:lnTo>
                  <a:lnTo>
                    <a:pt x="0" y="32461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410072" y="3882644"/>
            <a:ext cx="170815" cy="226695"/>
          </a:xfrm>
          <a:prstGeom prst="rect">
            <a:avLst/>
          </a:prstGeom>
        </p:spPr>
        <p:txBody>
          <a:bodyPr wrap="square" lIns="0" tIns="381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000" spc="-85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67371" y="3864800"/>
            <a:ext cx="1269365" cy="486409"/>
            <a:chOff x="867371" y="3864800"/>
            <a:chExt cx="1269365" cy="486409"/>
          </a:xfrm>
        </p:grpSpPr>
        <p:sp>
          <p:nvSpPr>
            <p:cNvPr id="18" name="object 18" descr=""/>
            <p:cNvSpPr/>
            <p:nvPr/>
          </p:nvSpPr>
          <p:spPr>
            <a:xfrm>
              <a:off x="1735073" y="3866388"/>
              <a:ext cx="400050" cy="476250"/>
            </a:xfrm>
            <a:custGeom>
              <a:avLst/>
              <a:gdLst/>
              <a:ahLst/>
              <a:cxnLst/>
              <a:rect l="l" t="t" r="r" b="b"/>
              <a:pathLst>
                <a:path w="400050" h="476250">
                  <a:moveTo>
                    <a:pt x="246761" y="0"/>
                  </a:moveTo>
                  <a:lnTo>
                    <a:pt x="76707" y="275717"/>
                  </a:lnTo>
                  <a:lnTo>
                    <a:pt x="0" y="228473"/>
                  </a:lnTo>
                  <a:lnTo>
                    <a:pt x="58800" y="476250"/>
                  </a:lnTo>
                  <a:lnTo>
                    <a:pt x="306450" y="417449"/>
                  </a:lnTo>
                  <a:lnTo>
                    <a:pt x="229869" y="370205"/>
                  </a:lnTo>
                  <a:lnTo>
                    <a:pt x="400050" y="94487"/>
                  </a:lnTo>
                  <a:lnTo>
                    <a:pt x="246761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35073" y="3866388"/>
              <a:ext cx="400050" cy="476250"/>
            </a:xfrm>
            <a:custGeom>
              <a:avLst/>
              <a:gdLst/>
              <a:ahLst/>
              <a:cxnLst/>
              <a:rect l="l" t="t" r="r" b="b"/>
              <a:pathLst>
                <a:path w="400050" h="476250">
                  <a:moveTo>
                    <a:pt x="0" y="228473"/>
                  </a:moveTo>
                  <a:lnTo>
                    <a:pt x="76707" y="275717"/>
                  </a:lnTo>
                  <a:lnTo>
                    <a:pt x="246761" y="0"/>
                  </a:lnTo>
                  <a:lnTo>
                    <a:pt x="400050" y="94487"/>
                  </a:lnTo>
                  <a:lnTo>
                    <a:pt x="229869" y="370205"/>
                  </a:lnTo>
                  <a:lnTo>
                    <a:pt x="306450" y="417449"/>
                  </a:lnTo>
                  <a:lnTo>
                    <a:pt x="58800" y="476250"/>
                  </a:lnTo>
                  <a:lnTo>
                    <a:pt x="0" y="22847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7501" y="3985260"/>
              <a:ext cx="178308" cy="19685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68959" y="3871214"/>
              <a:ext cx="398780" cy="478790"/>
            </a:xfrm>
            <a:custGeom>
              <a:avLst/>
              <a:gdLst/>
              <a:ahLst/>
              <a:cxnLst/>
              <a:rect l="l" t="t" r="r" b="b"/>
              <a:pathLst>
                <a:path w="398780" h="478789">
                  <a:moveTo>
                    <a:pt x="154216" y="0"/>
                  </a:moveTo>
                  <a:lnTo>
                    <a:pt x="0" y="92837"/>
                  </a:lnTo>
                  <a:lnTo>
                    <a:pt x="167157" y="370459"/>
                  </a:lnTo>
                  <a:lnTo>
                    <a:pt x="90043" y="416941"/>
                  </a:lnTo>
                  <a:lnTo>
                    <a:pt x="337134" y="478281"/>
                  </a:lnTo>
                  <a:lnTo>
                    <a:pt x="398487" y="231140"/>
                  </a:lnTo>
                  <a:lnTo>
                    <a:pt x="321373" y="277622"/>
                  </a:lnTo>
                  <a:lnTo>
                    <a:pt x="154216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68959" y="3871214"/>
              <a:ext cx="398780" cy="478790"/>
            </a:xfrm>
            <a:custGeom>
              <a:avLst/>
              <a:gdLst/>
              <a:ahLst/>
              <a:cxnLst/>
              <a:rect l="l" t="t" r="r" b="b"/>
              <a:pathLst>
                <a:path w="398780" h="478789">
                  <a:moveTo>
                    <a:pt x="90043" y="416941"/>
                  </a:moveTo>
                  <a:lnTo>
                    <a:pt x="167157" y="370459"/>
                  </a:lnTo>
                  <a:lnTo>
                    <a:pt x="0" y="92837"/>
                  </a:lnTo>
                  <a:lnTo>
                    <a:pt x="154216" y="0"/>
                  </a:lnTo>
                  <a:lnTo>
                    <a:pt x="321373" y="277622"/>
                  </a:lnTo>
                  <a:lnTo>
                    <a:pt x="398487" y="231140"/>
                  </a:lnTo>
                  <a:lnTo>
                    <a:pt x="337134" y="478281"/>
                  </a:lnTo>
                  <a:lnTo>
                    <a:pt x="90043" y="41694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056" y="3992372"/>
              <a:ext cx="158750" cy="211962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1411224" y="5157215"/>
            <a:ext cx="180340" cy="388620"/>
          </a:xfrm>
          <a:custGeom>
            <a:avLst/>
            <a:gdLst/>
            <a:ahLst/>
            <a:cxnLst/>
            <a:rect l="l" t="t" r="r" b="b"/>
            <a:pathLst>
              <a:path w="180340" h="388620">
                <a:moveTo>
                  <a:pt x="134873" y="0"/>
                </a:moveTo>
                <a:lnTo>
                  <a:pt x="44957" y="0"/>
                </a:lnTo>
                <a:lnTo>
                  <a:pt x="44957" y="298703"/>
                </a:lnTo>
                <a:lnTo>
                  <a:pt x="0" y="298703"/>
                </a:lnTo>
                <a:lnTo>
                  <a:pt x="89915" y="388619"/>
                </a:lnTo>
                <a:lnTo>
                  <a:pt x="179831" y="298703"/>
                </a:lnTo>
                <a:lnTo>
                  <a:pt x="134873" y="298703"/>
                </a:lnTo>
                <a:lnTo>
                  <a:pt x="134873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17468" y="5663184"/>
            <a:ext cx="176560" cy="310828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2289048" y="4094988"/>
            <a:ext cx="216535" cy="972819"/>
          </a:xfrm>
          <a:custGeom>
            <a:avLst/>
            <a:gdLst/>
            <a:ahLst/>
            <a:cxnLst/>
            <a:rect l="l" t="t" r="r" b="b"/>
            <a:pathLst>
              <a:path w="216535" h="972820">
                <a:moveTo>
                  <a:pt x="0" y="0"/>
                </a:moveTo>
                <a:lnTo>
                  <a:pt x="42142" y="1424"/>
                </a:lnTo>
                <a:lnTo>
                  <a:pt x="76533" y="5302"/>
                </a:lnTo>
                <a:lnTo>
                  <a:pt x="99708" y="11037"/>
                </a:lnTo>
                <a:lnTo>
                  <a:pt x="108203" y="18034"/>
                </a:lnTo>
                <a:lnTo>
                  <a:pt x="108203" y="468122"/>
                </a:lnTo>
                <a:lnTo>
                  <a:pt x="116699" y="475118"/>
                </a:lnTo>
                <a:lnTo>
                  <a:pt x="139874" y="480853"/>
                </a:lnTo>
                <a:lnTo>
                  <a:pt x="174265" y="484731"/>
                </a:lnTo>
                <a:lnTo>
                  <a:pt x="216407" y="486156"/>
                </a:lnTo>
                <a:lnTo>
                  <a:pt x="174265" y="487580"/>
                </a:lnTo>
                <a:lnTo>
                  <a:pt x="139874" y="491458"/>
                </a:lnTo>
                <a:lnTo>
                  <a:pt x="116699" y="497193"/>
                </a:lnTo>
                <a:lnTo>
                  <a:pt x="108203" y="504189"/>
                </a:lnTo>
                <a:lnTo>
                  <a:pt x="108203" y="954278"/>
                </a:lnTo>
                <a:lnTo>
                  <a:pt x="99708" y="961274"/>
                </a:lnTo>
                <a:lnTo>
                  <a:pt x="76533" y="967009"/>
                </a:lnTo>
                <a:lnTo>
                  <a:pt x="42142" y="970887"/>
                </a:lnTo>
                <a:lnTo>
                  <a:pt x="0" y="972312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2587879" y="4444110"/>
            <a:ext cx="5683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4">
                <a:latin typeface="Arial MT"/>
                <a:cs typeface="Arial MT"/>
              </a:rPr>
              <a:t>Controls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711451" y="5742432"/>
            <a:ext cx="722630" cy="146685"/>
            <a:chOff x="1711451" y="5742432"/>
            <a:chExt cx="722630" cy="146685"/>
          </a:xfrm>
        </p:grpSpPr>
        <p:sp>
          <p:nvSpPr>
            <p:cNvPr id="29" name="object 29" descr=""/>
            <p:cNvSpPr/>
            <p:nvPr/>
          </p:nvSpPr>
          <p:spPr>
            <a:xfrm>
              <a:off x="1712975" y="5743956"/>
              <a:ext cx="719455" cy="143510"/>
            </a:xfrm>
            <a:custGeom>
              <a:avLst/>
              <a:gdLst/>
              <a:ahLst/>
              <a:cxnLst/>
              <a:rect l="l" t="t" r="r" b="b"/>
              <a:pathLst>
                <a:path w="719455" h="143510">
                  <a:moveTo>
                    <a:pt x="71628" y="0"/>
                  </a:moveTo>
                  <a:lnTo>
                    <a:pt x="0" y="71628"/>
                  </a:lnTo>
                  <a:lnTo>
                    <a:pt x="71628" y="143256"/>
                  </a:lnTo>
                  <a:lnTo>
                    <a:pt x="71628" y="107442"/>
                  </a:lnTo>
                  <a:lnTo>
                    <a:pt x="719328" y="107442"/>
                  </a:lnTo>
                  <a:lnTo>
                    <a:pt x="719328" y="35814"/>
                  </a:lnTo>
                  <a:lnTo>
                    <a:pt x="71628" y="35814"/>
                  </a:lnTo>
                  <a:lnTo>
                    <a:pt x="71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712975" y="5743956"/>
              <a:ext cx="719455" cy="143510"/>
            </a:xfrm>
            <a:custGeom>
              <a:avLst/>
              <a:gdLst/>
              <a:ahLst/>
              <a:cxnLst/>
              <a:rect l="l" t="t" r="r" b="b"/>
              <a:pathLst>
                <a:path w="719455" h="143510">
                  <a:moveTo>
                    <a:pt x="0" y="71628"/>
                  </a:moveTo>
                  <a:lnTo>
                    <a:pt x="71628" y="0"/>
                  </a:lnTo>
                  <a:lnTo>
                    <a:pt x="71628" y="35814"/>
                  </a:lnTo>
                  <a:lnTo>
                    <a:pt x="719328" y="35814"/>
                  </a:lnTo>
                  <a:lnTo>
                    <a:pt x="719328" y="107442"/>
                  </a:lnTo>
                  <a:lnTo>
                    <a:pt x="71628" y="107442"/>
                  </a:lnTo>
                  <a:lnTo>
                    <a:pt x="71628" y="143256"/>
                  </a:lnTo>
                  <a:lnTo>
                    <a:pt x="0" y="7162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618613" y="5576112"/>
            <a:ext cx="5918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35">
                <a:latin typeface="Arial MT"/>
                <a:cs typeface="Arial MT"/>
              </a:rPr>
              <a:t>Residual </a:t>
            </a:r>
            <a:r>
              <a:rPr dirty="0" sz="1400" spc="-20">
                <a:latin typeface="Arial MT"/>
                <a:cs typeface="Arial MT"/>
              </a:rPr>
              <a:t>Risk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3441191" y="4395215"/>
            <a:ext cx="864235" cy="355600"/>
          </a:xfrm>
          <a:custGeom>
            <a:avLst/>
            <a:gdLst/>
            <a:ahLst/>
            <a:cxnLst/>
            <a:rect l="l" t="t" r="r" b="b"/>
            <a:pathLst>
              <a:path w="864235" h="355600">
                <a:moveTo>
                  <a:pt x="686562" y="0"/>
                </a:moveTo>
                <a:lnTo>
                  <a:pt x="686562" y="88772"/>
                </a:lnTo>
                <a:lnTo>
                  <a:pt x="0" y="88772"/>
                </a:lnTo>
                <a:lnTo>
                  <a:pt x="0" y="266318"/>
                </a:lnTo>
                <a:lnTo>
                  <a:pt x="686562" y="266318"/>
                </a:lnTo>
                <a:lnTo>
                  <a:pt x="686562" y="355091"/>
                </a:lnTo>
                <a:lnTo>
                  <a:pt x="864108" y="177545"/>
                </a:lnTo>
                <a:lnTo>
                  <a:pt x="686562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3441191" y="5625084"/>
            <a:ext cx="864235" cy="353695"/>
          </a:xfrm>
          <a:custGeom>
            <a:avLst/>
            <a:gdLst/>
            <a:ahLst/>
            <a:cxnLst/>
            <a:rect l="l" t="t" r="r" b="b"/>
            <a:pathLst>
              <a:path w="864235" h="353695">
                <a:moveTo>
                  <a:pt x="687324" y="0"/>
                </a:moveTo>
                <a:lnTo>
                  <a:pt x="687324" y="88391"/>
                </a:lnTo>
                <a:lnTo>
                  <a:pt x="0" y="88391"/>
                </a:lnTo>
                <a:lnTo>
                  <a:pt x="0" y="265175"/>
                </a:lnTo>
                <a:lnTo>
                  <a:pt x="687324" y="265175"/>
                </a:lnTo>
                <a:lnTo>
                  <a:pt x="687324" y="353567"/>
                </a:lnTo>
                <a:lnTo>
                  <a:pt x="864108" y="176783"/>
                </a:lnTo>
                <a:lnTo>
                  <a:pt x="687324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4384294" y="4394708"/>
            <a:ext cx="4267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40">
                <a:latin typeface="Arial MT"/>
                <a:cs typeface="Arial MT"/>
              </a:rPr>
              <a:t>Are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cybersecurity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controls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80">
                <a:latin typeface="Arial MT"/>
                <a:cs typeface="Arial MT"/>
              </a:rPr>
              <a:t>still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effective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in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operation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0">
                <a:latin typeface="Arial MT"/>
                <a:cs typeface="Arial MT"/>
              </a:rPr>
              <a:t>environment?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384294" y="5663285"/>
            <a:ext cx="27114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0">
                <a:latin typeface="Arial MT"/>
                <a:cs typeface="Arial MT"/>
              </a:rPr>
              <a:t>Is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residual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risk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35">
                <a:latin typeface="Arial MT"/>
                <a:cs typeface="Arial MT"/>
              </a:rPr>
              <a:t>accepted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on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vehicle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70">
                <a:latin typeface="Arial MT"/>
                <a:cs typeface="Arial MT"/>
              </a:rPr>
              <a:t>level?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13547" y="4767071"/>
            <a:ext cx="775716" cy="89915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884" y="162305"/>
              <a:ext cx="1861756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14526"/>
            <a:ext cx="7564120" cy="233235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report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used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evidence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35">
                <a:latin typeface="Arial MT"/>
                <a:cs typeface="Arial MT"/>
              </a:rPr>
              <a:t>OEM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product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has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been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developed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80">
                <a:latin typeface="Arial MT"/>
                <a:cs typeface="Arial MT"/>
              </a:rPr>
              <a:t>securely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Version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product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0">
                <a:latin typeface="Arial MT"/>
                <a:cs typeface="Arial MT"/>
              </a:rPr>
              <a:t>Rational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selection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activities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90">
                <a:latin typeface="Arial MT"/>
                <a:cs typeface="Arial MT"/>
              </a:rPr>
              <a:t>Summary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validation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test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results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35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Vulnerability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assessment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–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Example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IVI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4424" y="3212592"/>
            <a:ext cx="4537075" cy="433070"/>
          </a:xfrm>
          <a:prstGeom prst="rect">
            <a:avLst/>
          </a:prstGeom>
          <a:solidFill>
            <a:srgbClr val="FFC000"/>
          </a:solidFill>
          <a:ln w="3175">
            <a:solidFill>
              <a:srgbClr val="000000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dirty="0" sz="1200" spc="-110">
                <a:latin typeface="Arial MT"/>
                <a:cs typeface="Arial MT"/>
              </a:rPr>
              <a:t>Finding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xxx</a:t>
            </a:r>
            <a:r>
              <a:rPr dirty="0" sz="1200" spc="-50">
                <a:latin typeface="Arial MT"/>
                <a:cs typeface="Arial MT"/>
              </a:rPr>
              <a:t> :</a:t>
            </a:r>
            <a:endParaRPr sz="12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dirty="0" sz="1200" spc="-140">
                <a:latin typeface="Arial MT"/>
                <a:cs typeface="Arial MT"/>
              </a:rPr>
              <a:t>An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attacker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crash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IVI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functionality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by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sending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invalid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data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over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OBD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20496" y="3933444"/>
            <a:ext cx="2880360" cy="136715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200" spc="-114" b="1">
                <a:latin typeface="Arial"/>
                <a:cs typeface="Arial"/>
              </a:rPr>
              <a:t>Vulnerability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L="202565" indent="-76200">
              <a:lnSpc>
                <a:spcPct val="100000"/>
              </a:lnSpc>
              <a:spcBef>
                <a:spcPts val="5"/>
              </a:spcBef>
              <a:buChar char="-"/>
              <a:tabLst>
                <a:tab pos="202565" algn="l"/>
              </a:tabLst>
            </a:pPr>
            <a:r>
              <a:rPr dirty="0" sz="1200" spc="-135">
                <a:latin typeface="Arial MT"/>
                <a:cs typeface="Arial MT"/>
              </a:rPr>
              <a:t>Where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does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this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40">
                <a:latin typeface="Arial MT"/>
                <a:cs typeface="Arial MT"/>
              </a:rPr>
              <a:t>come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from?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200" spc="-114" b="1">
                <a:latin typeface="Arial"/>
                <a:cs typeface="Arial"/>
              </a:rPr>
              <a:t>Vulnerability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45" b="1">
                <a:latin typeface="Arial"/>
                <a:cs typeface="Arial"/>
              </a:rPr>
              <a:t>management</a:t>
            </a:r>
            <a:endParaRPr sz="1200">
              <a:latin typeface="Arial"/>
              <a:cs typeface="Arial"/>
            </a:endParaRPr>
          </a:p>
          <a:p>
            <a:pPr marL="194945" indent="-68580">
              <a:lnSpc>
                <a:spcPct val="100000"/>
              </a:lnSpc>
              <a:buChar char="-"/>
              <a:tabLst>
                <a:tab pos="194945" algn="l"/>
              </a:tabLst>
            </a:pPr>
            <a:r>
              <a:rPr dirty="0" sz="1200" spc="-125">
                <a:latin typeface="Arial MT"/>
                <a:cs typeface="Arial MT"/>
              </a:rPr>
              <a:t>Assessment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risks</a:t>
            </a:r>
            <a:endParaRPr sz="1200">
              <a:latin typeface="Arial MT"/>
              <a:cs typeface="Arial MT"/>
            </a:endParaRPr>
          </a:p>
          <a:p>
            <a:pPr marL="202565" indent="-76200">
              <a:lnSpc>
                <a:spcPct val="100000"/>
              </a:lnSpc>
              <a:buChar char="-"/>
              <a:tabLst>
                <a:tab pos="202565" algn="l"/>
              </a:tabLst>
            </a:pP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elimination</a:t>
            </a:r>
            <a:endParaRPr sz="1200">
              <a:latin typeface="Arial MT"/>
              <a:cs typeface="Arial MT"/>
            </a:endParaRPr>
          </a:p>
          <a:p>
            <a:pPr marL="202565" indent="-76200">
              <a:lnSpc>
                <a:spcPct val="100000"/>
              </a:lnSpc>
              <a:buChar char="-"/>
              <a:tabLst>
                <a:tab pos="202565" algn="l"/>
              </a:tabLst>
            </a:pPr>
            <a:r>
              <a:rPr dirty="0" sz="1200" spc="-110">
                <a:latin typeface="Arial MT"/>
                <a:cs typeface="Arial MT"/>
              </a:rPr>
              <a:t>Risk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treatment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decision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188838" y="3947458"/>
            <a:ext cx="4365625" cy="1953895"/>
            <a:chOff x="4188838" y="3947458"/>
            <a:chExt cx="4365625" cy="1953895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88838" y="3947458"/>
              <a:ext cx="4365123" cy="195369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284469" y="4018026"/>
              <a:ext cx="2208530" cy="1656714"/>
            </a:xfrm>
            <a:custGeom>
              <a:avLst/>
              <a:gdLst/>
              <a:ahLst/>
              <a:cxnLst/>
              <a:rect l="l" t="t" r="r" b="b"/>
              <a:pathLst>
                <a:path w="2208529" h="1656714">
                  <a:moveTo>
                    <a:pt x="96012" y="828294"/>
                  </a:moveTo>
                  <a:lnTo>
                    <a:pt x="97409" y="784304"/>
                  </a:lnTo>
                  <a:lnTo>
                    <a:pt x="101555" y="740912"/>
                  </a:lnTo>
                  <a:lnTo>
                    <a:pt x="108379" y="698175"/>
                  </a:lnTo>
                  <a:lnTo>
                    <a:pt x="117813" y="656151"/>
                  </a:lnTo>
                  <a:lnTo>
                    <a:pt x="129786" y="614897"/>
                  </a:lnTo>
                  <a:lnTo>
                    <a:pt x="144228" y="574470"/>
                  </a:lnTo>
                  <a:lnTo>
                    <a:pt x="161071" y="534927"/>
                  </a:lnTo>
                  <a:lnTo>
                    <a:pt x="180244" y="496325"/>
                  </a:lnTo>
                  <a:lnTo>
                    <a:pt x="201677" y="458722"/>
                  </a:lnTo>
                  <a:lnTo>
                    <a:pt x="225302" y="422175"/>
                  </a:lnTo>
                  <a:lnTo>
                    <a:pt x="251047" y="386742"/>
                  </a:lnTo>
                  <a:lnTo>
                    <a:pt x="278845" y="352479"/>
                  </a:lnTo>
                  <a:lnTo>
                    <a:pt x="308624" y="319443"/>
                  </a:lnTo>
                  <a:lnTo>
                    <a:pt x="340316" y="287693"/>
                  </a:lnTo>
                  <a:lnTo>
                    <a:pt x="373850" y="257284"/>
                  </a:lnTo>
                  <a:lnTo>
                    <a:pt x="409157" y="228275"/>
                  </a:lnTo>
                  <a:lnTo>
                    <a:pt x="446168" y="200723"/>
                  </a:lnTo>
                  <a:lnTo>
                    <a:pt x="484812" y="174685"/>
                  </a:lnTo>
                  <a:lnTo>
                    <a:pt x="525020" y="150218"/>
                  </a:lnTo>
                  <a:lnTo>
                    <a:pt x="566722" y="127379"/>
                  </a:lnTo>
                  <a:lnTo>
                    <a:pt x="609849" y="106226"/>
                  </a:lnTo>
                  <a:lnTo>
                    <a:pt x="654330" y="86816"/>
                  </a:lnTo>
                  <a:lnTo>
                    <a:pt x="700097" y="69206"/>
                  </a:lnTo>
                  <a:lnTo>
                    <a:pt x="747079" y="53453"/>
                  </a:lnTo>
                  <a:lnTo>
                    <a:pt x="795207" y="39615"/>
                  </a:lnTo>
                  <a:lnTo>
                    <a:pt x="844412" y="27749"/>
                  </a:lnTo>
                  <a:lnTo>
                    <a:pt x="894623" y="17912"/>
                  </a:lnTo>
                  <a:lnTo>
                    <a:pt x="945770" y="10161"/>
                  </a:lnTo>
                  <a:lnTo>
                    <a:pt x="997785" y="4554"/>
                  </a:lnTo>
                  <a:lnTo>
                    <a:pt x="1050597" y="1148"/>
                  </a:lnTo>
                  <a:lnTo>
                    <a:pt x="1104138" y="0"/>
                  </a:lnTo>
                  <a:lnTo>
                    <a:pt x="1157678" y="1148"/>
                  </a:lnTo>
                  <a:lnTo>
                    <a:pt x="1210490" y="4554"/>
                  </a:lnTo>
                  <a:lnTo>
                    <a:pt x="1262505" y="10161"/>
                  </a:lnTo>
                  <a:lnTo>
                    <a:pt x="1313652" y="17912"/>
                  </a:lnTo>
                  <a:lnTo>
                    <a:pt x="1363863" y="27749"/>
                  </a:lnTo>
                  <a:lnTo>
                    <a:pt x="1413068" y="39615"/>
                  </a:lnTo>
                  <a:lnTo>
                    <a:pt x="1461196" y="53453"/>
                  </a:lnTo>
                  <a:lnTo>
                    <a:pt x="1508178" y="69206"/>
                  </a:lnTo>
                  <a:lnTo>
                    <a:pt x="1553945" y="86816"/>
                  </a:lnTo>
                  <a:lnTo>
                    <a:pt x="1598426" y="106226"/>
                  </a:lnTo>
                  <a:lnTo>
                    <a:pt x="1641553" y="127379"/>
                  </a:lnTo>
                  <a:lnTo>
                    <a:pt x="1683255" y="150218"/>
                  </a:lnTo>
                  <a:lnTo>
                    <a:pt x="1723463" y="174685"/>
                  </a:lnTo>
                  <a:lnTo>
                    <a:pt x="1762107" y="200723"/>
                  </a:lnTo>
                  <a:lnTo>
                    <a:pt x="1799118" y="228275"/>
                  </a:lnTo>
                  <a:lnTo>
                    <a:pt x="1834425" y="257284"/>
                  </a:lnTo>
                  <a:lnTo>
                    <a:pt x="1867959" y="287693"/>
                  </a:lnTo>
                  <a:lnTo>
                    <a:pt x="1899651" y="319443"/>
                  </a:lnTo>
                  <a:lnTo>
                    <a:pt x="1929430" y="352479"/>
                  </a:lnTo>
                  <a:lnTo>
                    <a:pt x="1957228" y="386742"/>
                  </a:lnTo>
                  <a:lnTo>
                    <a:pt x="1982973" y="422175"/>
                  </a:lnTo>
                  <a:lnTo>
                    <a:pt x="2006598" y="458722"/>
                  </a:lnTo>
                  <a:lnTo>
                    <a:pt x="2028031" y="496325"/>
                  </a:lnTo>
                  <a:lnTo>
                    <a:pt x="2047204" y="534927"/>
                  </a:lnTo>
                  <a:lnTo>
                    <a:pt x="2064047" y="574470"/>
                  </a:lnTo>
                  <a:lnTo>
                    <a:pt x="2078489" y="614897"/>
                  </a:lnTo>
                  <a:lnTo>
                    <a:pt x="2090462" y="656151"/>
                  </a:lnTo>
                  <a:lnTo>
                    <a:pt x="2099896" y="698175"/>
                  </a:lnTo>
                  <a:lnTo>
                    <a:pt x="2106720" y="740912"/>
                  </a:lnTo>
                  <a:lnTo>
                    <a:pt x="2110866" y="784304"/>
                  </a:lnTo>
                  <a:lnTo>
                    <a:pt x="2112263" y="828294"/>
                  </a:lnTo>
                  <a:lnTo>
                    <a:pt x="2110866" y="872283"/>
                  </a:lnTo>
                  <a:lnTo>
                    <a:pt x="2106720" y="915675"/>
                  </a:lnTo>
                  <a:lnTo>
                    <a:pt x="2099896" y="958412"/>
                  </a:lnTo>
                  <a:lnTo>
                    <a:pt x="2090462" y="1000436"/>
                  </a:lnTo>
                  <a:lnTo>
                    <a:pt x="2078489" y="1041690"/>
                  </a:lnTo>
                  <a:lnTo>
                    <a:pt x="2064047" y="1082117"/>
                  </a:lnTo>
                  <a:lnTo>
                    <a:pt x="2047204" y="1121660"/>
                  </a:lnTo>
                  <a:lnTo>
                    <a:pt x="2028031" y="1160262"/>
                  </a:lnTo>
                  <a:lnTo>
                    <a:pt x="2006598" y="1197865"/>
                  </a:lnTo>
                  <a:lnTo>
                    <a:pt x="1982973" y="1234412"/>
                  </a:lnTo>
                  <a:lnTo>
                    <a:pt x="1957228" y="1269845"/>
                  </a:lnTo>
                  <a:lnTo>
                    <a:pt x="1929430" y="1304108"/>
                  </a:lnTo>
                  <a:lnTo>
                    <a:pt x="1899651" y="1337144"/>
                  </a:lnTo>
                  <a:lnTo>
                    <a:pt x="1867959" y="1368894"/>
                  </a:lnTo>
                  <a:lnTo>
                    <a:pt x="1834425" y="1399303"/>
                  </a:lnTo>
                  <a:lnTo>
                    <a:pt x="1799118" y="1428312"/>
                  </a:lnTo>
                  <a:lnTo>
                    <a:pt x="1762107" y="1455864"/>
                  </a:lnTo>
                  <a:lnTo>
                    <a:pt x="1723463" y="1481902"/>
                  </a:lnTo>
                  <a:lnTo>
                    <a:pt x="1683255" y="1506369"/>
                  </a:lnTo>
                  <a:lnTo>
                    <a:pt x="1641553" y="1529208"/>
                  </a:lnTo>
                  <a:lnTo>
                    <a:pt x="1598426" y="1550361"/>
                  </a:lnTo>
                  <a:lnTo>
                    <a:pt x="1553945" y="1569771"/>
                  </a:lnTo>
                  <a:lnTo>
                    <a:pt x="1508178" y="1587381"/>
                  </a:lnTo>
                  <a:lnTo>
                    <a:pt x="1461196" y="1603134"/>
                  </a:lnTo>
                  <a:lnTo>
                    <a:pt x="1413068" y="1616972"/>
                  </a:lnTo>
                  <a:lnTo>
                    <a:pt x="1363863" y="1628838"/>
                  </a:lnTo>
                  <a:lnTo>
                    <a:pt x="1313652" y="1638675"/>
                  </a:lnTo>
                  <a:lnTo>
                    <a:pt x="1262505" y="1646426"/>
                  </a:lnTo>
                  <a:lnTo>
                    <a:pt x="1210490" y="1652033"/>
                  </a:lnTo>
                  <a:lnTo>
                    <a:pt x="1157678" y="1655439"/>
                  </a:lnTo>
                  <a:lnTo>
                    <a:pt x="1104138" y="1656588"/>
                  </a:lnTo>
                  <a:lnTo>
                    <a:pt x="1050597" y="1655439"/>
                  </a:lnTo>
                  <a:lnTo>
                    <a:pt x="997785" y="1652033"/>
                  </a:lnTo>
                  <a:lnTo>
                    <a:pt x="945770" y="1646426"/>
                  </a:lnTo>
                  <a:lnTo>
                    <a:pt x="894623" y="1638675"/>
                  </a:lnTo>
                  <a:lnTo>
                    <a:pt x="844412" y="1628838"/>
                  </a:lnTo>
                  <a:lnTo>
                    <a:pt x="795207" y="1616972"/>
                  </a:lnTo>
                  <a:lnTo>
                    <a:pt x="747079" y="1603134"/>
                  </a:lnTo>
                  <a:lnTo>
                    <a:pt x="700097" y="1587381"/>
                  </a:lnTo>
                  <a:lnTo>
                    <a:pt x="654330" y="1569771"/>
                  </a:lnTo>
                  <a:lnTo>
                    <a:pt x="609849" y="1550361"/>
                  </a:lnTo>
                  <a:lnTo>
                    <a:pt x="566722" y="1529208"/>
                  </a:lnTo>
                  <a:lnTo>
                    <a:pt x="525020" y="1506369"/>
                  </a:lnTo>
                  <a:lnTo>
                    <a:pt x="484812" y="1481902"/>
                  </a:lnTo>
                  <a:lnTo>
                    <a:pt x="446168" y="1455864"/>
                  </a:lnTo>
                  <a:lnTo>
                    <a:pt x="409157" y="1428312"/>
                  </a:lnTo>
                  <a:lnTo>
                    <a:pt x="373850" y="1399303"/>
                  </a:lnTo>
                  <a:lnTo>
                    <a:pt x="340316" y="1368894"/>
                  </a:lnTo>
                  <a:lnTo>
                    <a:pt x="308624" y="1337144"/>
                  </a:lnTo>
                  <a:lnTo>
                    <a:pt x="278845" y="1304108"/>
                  </a:lnTo>
                  <a:lnTo>
                    <a:pt x="251047" y="1269845"/>
                  </a:lnTo>
                  <a:lnTo>
                    <a:pt x="225302" y="1234412"/>
                  </a:lnTo>
                  <a:lnTo>
                    <a:pt x="201677" y="1197865"/>
                  </a:lnTo>
                  <a:lnTo>
                    <a:pt x="180244" y="1160262"/>
                  </a:lnTo>
                  <a:lnTo>
                    <a:pt x="161071" y="1121660"/>
                  </a:lnTo>
                  <a:lnTo>
                    <a:pt x="144228" y="1082117"/>
                  </a:lnTo>
                  <a:lnTo>
                    <a:pt x="129786" y="1041690"/>
                  </a:lnTo>
                  <a:lnTo>
                    <a:pt x="117813" y="1000436"/>
                  </a:lnTo>
                  <a:lnTo>
                    <a:pt x="108379" y="958412"/>
                  </a:lnTo>
                  <a:lnTo>
                    <a:pt x="101555" y="915675"/>
                  </a:lnTo>
                  <a:lnTo>
                    <a:pt x="97409" y="872283"/>
                  </a:lnTo>
                  <a:lnTo>
                    <a:pt x="96012" y="828294"/>
                  </a:lnTo>
                  <a:close/>
                </a:path>
                <a:path w="2208529" h="1656714">
                  <a:moveTo>
                    <a:pt x="2208022" y="848106"/>
                  </a:moveTo>
                  <a:lnTo>
                    <a:pt x="2100072" y="704088"/>
                  </a:lnTo>
                </a:path>
                <a:path w="2208529" h="1656714">
                  <a:moveTo>
                    <a:pt x="2004059" y="854201"/>
                  </a:moveTo>
                  <a:lnTo>
                    <a:pt x="2112009" y="710184"/>
                  </a:lnTo>
                </a:path>
                <a:path w="2208529" h="1656714">
                  <a:moveTo>
                    <a:pt x="0" y="704088"/>
                  </a:moveTo>
                  <a:lnTo>
                    <a:pt x="107950" y="848106"/>
                  </a:lnTo>
                </a:path>
                <a:path w="2208529" h="1656714">
                  <a:moveTo>
                    <a:pt x="203962" y="697992"/>
                  </a:moveTo>
                  <a:lnTo>
                    <a:pt x="96012" y="842010"/>
                  </a:lnTo>
                </a:path>
              </a:pathLst>
            </a:custGeom>
            <a:ln w="28956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344424" y="3649979"/>
            <a:ext cx="504825" cy="571500"/>
          </a:xfrm>
          <a:custGeom>
            <a:avLst/>
            <a:gdLst/>
            <a:ahLst/>
            <a:cxnLst/>
            <a:rect l="l" t="t" r="r" b="b"/>
            <a:pathLst>
              <a:path w="504825" h="571500">
                <a:moveTo>
                  <a:pt x="126110" y="0"/>
                </a:moveTo>
                <a:lnTo>
                  <a:pt x="0" y="0"/>
                </a:lnTo>
                <a:lnTo>
                  <a:pt x="0" y="508381"/>
                </a:lnTo>
                <a:lnTo>
                  <a:pt x="378332" y="508381"/>
                </a:lnTo>
                <a:lnTo>
                  <a:pt x="378332" y="571500"/>
                </a:lnTo>
                <a:lnTo>
                  <a:pt x="504444" y="445389"/>
                </a:lnTo>
                <a:lnTo>
                  <a:pt x="378332" y="319278"/>
                </a:lnTo>
                <a:lnTo>
                  <a:pt x="378332" y="382270"/>
                </a:lnTo>
                <a:lnTo>
                  <a:pt x="126110" y="382270"/>
                </a:lnTo>
                <a:lnTo>
                  <a:pt x="12611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301744" y="6194856"/>
            <a:ext cx="51238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50" b="1">
                <a:latin typeface="Arial"/>
                <a:cs typeface="Arial"/>
              </a:rPr>
              <a:t>Necessary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14" b="1">
                <a:latin typeface="Arial"/>
                <a:cs typeface="Arial"/>
              </a:rPr>
              <a:t>lifecycle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50" b="1">
                <a:latin typeface="Arial"/>
                <a:cs typeface="Arial"/>
              </a:rPr>
              <a:t>phases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55" b="1">
                <a:latin typeface="Arial"/>
                <a:cs typeface="Arial"/>
              </a:rPr>
              <a:t>have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25" b="1">
                <a:latin typeface="Arial"/>
                <a:cs typeface="Arial"/>
              </a:rPr>
              <a:t>to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55" b="1">
                <a:latin typeface="Arial"/>
                <a:cs typeface="Arial"/>
              </a:rPr>
              <a:t>be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40" b="1">
                <a:latin typeface="Arial"/>
                <a:cs typeface="Arial"/>
              </a:rPr>
              <a:t>repeated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10" b="1">
                <a:latin typeface="Arial"/>
                <a:cs typeface="Arial"/>
              </a:rPr>
              <a:t>until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20" b="1">
                <a:latin typeface="Arial"/>
                <a:cs typeface="Arial"/>
              </a:rPr>
              <a:t>vulnerability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10" b="1">
                <a:latin typeface="Arial"/>
                <a:cs typeface="Arial"/>
              </a:rPr>
              <a:t>is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30" b="1">
                <a:latin typeface="Arial"/>
                <a:cs typeface="Arial"/>
              </a:rPr>
              <a:t>fixed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95006" y="281813"/>
            <a:ext cx="1934464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2502" y="2442845"/>
            <a:ext cx="2533523" cy="4923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5846" y="3065145"/>
            <a:ext cx="2356485" cy="39535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3616" y="155955"/>
              <a:ext cx="1271905" cy="247015"/>
            </a:xfrm>
            <a:custGeom>
              <a:avLst/>
              <a:gdLst/>
              <a:ahLst/>
              <a:cxnLst/>
              <a:rect l="l" t="t" r="r" b="b"/>
              <a:pathLst>
                <a:path w="1271905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  <a:path w="1271905" h="247015">
                  <a:moveTo>
                    <a:pt x="231381" y="38100"/>
                  </a:moveTo>
                  <a:lnTo>
                    <a:pt x="228879" y="35179"/>
                  </a:lnTo>
                  <a:lnTo>
                    <a:pt x="226085" y="31915"/>
                  </a:lnTo>
                  <a:lnTo>
                    <a:pt x="220091" y="26657"/>
                  </a:lnTo>
                  <a:lnTo>
                    <a:pt x="181432" y="13335"/>
                  </a:lnTo>
                  <a:lnTo>
                    <a:pt x="172656" y="12954"/>
                  </a:lnTo>
                  <a:lnTo>
                    <a:pt x="162534" y="13335"/>
                  </a:lnTo>
                  <a:lnTo>
                    <a:pt x="162966" y="13335"/>
                  </a:lnTo>
                  <a:lnTo>
                    <a:pt x="153352" y="14465"/>
                  </a:lnTo>
                  <a:lnTo>
                    <a:pt x="153695" y="14465"/>
                  </a:lnTo>
                  <a:lnTo>
                    <a:pt x="145630" y="16116"/>
                  </a:lnTo>
                  <a:lnTo>
                    <a:pt x="137579" y="18542"/>
                  </a:lnTo>
                  <a:lnTo>
                    <a:pt x="105727" y="42240"/>
                  </a:lnTo>
                  <a:lnTo>
                    <a:pt x="89890" y="85534"/>
                  </a:lnTo>
                  <a:lnTo>
                    <a:pt x="88468" y="108724"/>
                  </a:lnTo>
                  <a:lnTo>
                    <a:pt x="89662" y="130975"/>
                  </a:lnTo>
                  <a:lnTo>
                    <a:pt x="107708" y="180213"/>
                  </a:lnTo>
                  <a:lnTo>
                    <a:pt x="149453" y="203009"/>
                  </a:lnTo>
                  <a:lnTo>
                    <a:pt x="169113" y="204597"/>
                  </a:lnTo>
                  <a:lnTo>
                    <a:pt x="177952" y="204368"/>
                  </a:lnTo>
                  <a:lnTo>
                    <a:pt x="218452" y="196443"/>
                  </a:lnTo>
                  <a:lnTo>
                    <a:pt x="231381" y="191147"/>
                  </a:lnTo>
                  <a:lnTo>
                    <a:pt x="228333" y="181749"/>
                  </a:lnTo>
                  <a:lnTo>
                    <a:pt x="224891" y="171069"/>
                  </a:lnTo>
                  <a:lnTo>
                    <a:pt x="186512" y="180949"/>
                  </a:lnTo>
                  <a:lnTo>
                    <a:pt x="169913" y="181749"/>
                  </a:lnTo>
                  <a:lnTo>
                    <a:pt x="156591" y="180619"/>
                  </a:lnTo>
                  <a:lnTo>
                    <a:pt x="122770" y="153657"/>
                  </a:lnTo>
                  <a:lnTo>
                    <a:pt x="115531" y="111379"/>
                  </a:lnTo>
                  <a:lnTo>
                    <a:pt x="116382" y="93764"/>
                  </a:lnTo>
                  <a:lnTo>
                    <a:pt x="129273" y="54495"/>
                  </a:lnTo>
                  <a:lnTo>
                    <a:pt x="173151" y="35179"/>
                  </a:lnTo>
                  <a:lnTo>
                    <a:pt x="182892" y="35179"/>
                  </a:lnTo>
                  <a:lnTo>
                    <a:pt x="216001" y="52844"/>
                  </a:lnTo>
                  <a:lnTo>
                    <a:pt x="231381" y="38100"/>
                  </a:lnTo>
                  <a:close/>
                </a:path>
                <a:path w="1271905" h="247015">
                  <a:moveTo>
                    <a:pt x="294043" y="181991"/>
                  </a:moveTo>
                  <a:lnTo>
                    <a:pt x="288505" y="181991"/>
                  </a:lnTo>
                  <a:lnTo>
                    <a:pt x="285038" y="181229"/>
                  </a:lnTo>
                  <a:lnTo>
                    <a:pt x="283641" y="179578"/>
                  </a:lnTo>
                  <a:lnTo>
                    <a:pt x="282257" y="178054"/>
                  </a:lnTo>
                  <a:lnTo>
                    <a:pt x="281559" y="173748"/>
                  </a:lnTo>
                  <a:lnTo>
                    <a:pt x="281559" y="6350"/>
                  </a:lnTo>
                  <a:lnTo>
                    <a:pt x="255752" y="10033"/>
                  </a:lnTo>
                  <a:lnTo>
                    <a:pt x="255752" y="167144"/>
                  </a:lnTo>
                  <a:lnTo>
                    <a:pt x="256057" y="173748"/>
                  </a:lnTo>
                  <a:lnTo>
                    <a:pt x="256120" y="175234"/>
                  </a:lnTo>
                  <a:lnTo>
                    <a:pt x="257086" y="181229"/>
                  </a:lnTo>
                  <a:lnTo>
                    <a:pt x="257200" y="181991"/>
                  </a:lnTo>
                  <a:lnTo>
                    <a:pt x="257263" y="182372"/>
                  </a:lnTo>
                  <a:lnTo>
                    <a:pt x="259156" y="188569"/>
                  </a:lnTo>
                  <a:lnTo>
                    <a:pt x="261823" y="193802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close/>
                </a:path>
                <a:path w="1271905" h="247015">
                  <a:moveTo>
                    <a:pt x="424116" y="181991"/>
                  </a:moveTo>
                  <a:lnTo>
                    <a:pt x="419112" y="181991"/>
                  </a:lnTo>
                  <a:lnTo>
                    <a:pt x="415861" y="181102"/>
                  </a:lnTo>
                  <a:lnTo>
                    <a:pt x="412877" y="177292"/>
                  </a:lnTo>
                  <a:lnTo>
                    <a:pt x="412127" y="173355"/>
                  </a:lnTo>
                  <a:lnTo>
                    <a:pt x="412127" y="143649"/>
                  </a:lnTo>
                  <a:lnTo>
                    <a:pt x="412127" y="124206"/>
                  </a:lnTo>
                  <a:lnTo>
                    <a:pt x="412127" y="112141"/>
                  </a:lnTo>
                  <a:lnTo>
                    <a:pt x="411467" y="105156"/>
                  </a:lnTo>
                  <a:lnTo>
                    <a:pt x="411353" y="103898"/>
                  </a:lnTo>
                  <a:lnTo>
                    <a:pt x="408266" y="90297"/>
                  </a:lnTo>
                  <a:lnTo>
                    <a:pt x="408114" y="89916"/>
                  </a:lnTo>
                  <a:lnTo>
                    <a:pt x="407873" y="89420"/>
                  </a:lnTo>
                  <a:lnTo>
                    <a:pt x="405561" y="84594"/>
                  </a:lnTo>
                  <a:lnTo>
                    <a:pt x="372960" y="67945"/>
                  </a:lnTo>
                  <a:lnTo>
                    <a:pt x="363893" y="67945"/>
                  </a:lnTo>
                  <a:lnTo>
                    <a:pt x="356387" y="68186"/>
                  </a:lnTo>
                  <a:lnTo>
                    <a:pt x="348361" y="68973"/>
                  </a:lnTo>
                  <a:lnTo>
                    <a:pt x="348691" y="68973"/>
                  </a:lnTo>
                  <a:lnTo>
                    <a:pt x="342252" y="70040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2"/>
                  </a:lnTo>
                  <a:lnTo>
                    <a:pt x="323977" y="96393"/>
                  </a:lnTo>
                  <a:lnTo>
                    <a:pt x="330606" y="94246"/>
                  </a:lnTo>
                  <a:lnTo>
                    <a:pt x="337591" y="92329"/>
                  </a:lnTo>
                  <a:lnTo>
                    <a:pt x="344563" y="90297"/>
                  </a:lnTo>
                  <a:lnTo>
                    <a:pt x="351510" y="89420"/>
                  </a:lnTo>
                  <a:lnTo>
                    <a:pt x="364070" y="89420"/>
                  </a:lnTo>
                  <a:lnTo>
                    <a:pt x="368706" y="89916"/>
                  </a:lnTo>
                  <a:lnTo>
                    <a:pt x="386321" y="114046"/>
                  </a:lnTo>
                  <a:lnTo>
                    <a:pt x="386321" y="124206"/>
                  </a:lnTo>
                  <a:lnTo>
                    <a:pt x="386321" y="144653"/>
                  </a:lnTo>
                  <a:lnTo>
                    <a:pt x="386321" y="171323"/>
                  </a:lnTo>
                  <a:lnTo>
                    <a:pt x="383781" y="173355"/>
                  </a:lnTo>
                  <a:lnTo>
                    <a:pt x="382143" y="174625"/>
                  </a:lnTo>
                  <a:lnTo>
                    <a:pt x="377558" y="177292"/>
                  </a:lnTo>
                  <a:lnTo>
                    <a:pt x="371868" y="179705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346392" y="183515"/>
                  </a:lnTo>
                  <a:lnTo>
                    <a:pt x="341109" y="181991"/>
                  </a:lnTo>
                  <a:lnTo>
                    <a:pt x="340791" y="181991"/>
                  </a:lnTo>
                  <a:lnTo>
                    <a:pt x="337502" y="178689"/>
                  </a:lnTo>
                  <a:lnTo>
                    <a:pt x="334327" y="175399"/>
                  </a:lnTo>
                  <a:lnTo>
                    <a:pt x="332740" y="170053"/>
                  </a:lnTo>
                  <a:lnTo>
                    <a:pt x="332740" y="156222"/>
                  </a:lnTo>
                  <a:lnTo>
                    <a:pt x="334632" y="151396"/>
                  </a:lnTo>
                  <a:lnTo>
                    <a:pt x="338416" y="148221"/>
                  </a:lnTo>
                  <a:lnTo>
                    <a:pt x="342201" y="145173"/>
                  </a:lnTo>
                  <a:lnTo>
                    <a:pt x="349440" y="143649"/>
                  </a:lnTo>
                  <a:lnTo>
                    <a:pt x="370192" y="143649"/>
                  </a:lnTo>
                  <a:lnTo>
                    <a:pt x="378968" y="144145"/>
                  </a:lnTo>
                  <a:lnTo>
                    <a:pt x="386321" y="144653"/>
                  </a:lnTo>
                  <a:lnTo>
                    <a:pt x="386321" y="124206"/>
                  </a:lnTo>
                  <a:lnTo>
                    <a:pt x="383260" y="123952"/>
                  </a:lnTo>
                  <a:lnTo>
                    <a:pt x="379691" y="123571"/>
                  </a:lnTo>
                  <a:lnTo>
                    <a:pt x="371538" y="123063"/>
                  </a:lnTo>
                  <a:lnTo>
                    <a:pt x="352704" y="123063"/>
                  </a:lnTo>
                  <a:lnTo>
                    <a:pt x="346824" y="123571"/>
                  </a:lnTo>
                  <a:lnTo>
                    <a:pt x="340080" y="124599"/>
                  </a:lnTo>
                  <a:lnTo>
                    <a:pt x="333349" y="125730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24"/>
                  </a:lnTo>
                  <a:lnTo>
                    <a:pt x="313016" y="138303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31" y="170053"/>
                  </a:lnTo>
                  <a:lnTo>
                    <a:pt x="323024" y="199517"/>
                  </a:lnTo>
                  <a:lnTo>
                    <a:pt x="323176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53" y="192405"/>
                  </a:lnTo>
                  <a:lnTo>
                    <a:pt x="390804" y="188341"/>
                  </a:lnTo>
                  <a:lnTo>
                    <a:pt x="391909" y="192405"/>
                  </a:lnTo>
                  <a:lnTo>
                    <a:pt x="394258" y="195719"/>
                  </a:lnTo>
                  <a:lnTo>
                    <a:pt x="401574" y="201422"/>
                  </a:lnTo>
                  <a:lnTo>
                    <a:pt x="401942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697" y="201764"/>
                  </a:lnTo>
                  <a:lnTo>
                    <a:pt x="424116" y="201764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424116" y="181991"/>
                  </a:lnTo>
                  <a:close/>
                </a:path>
                <a:path w="1271905" h="247015">
                  <a:moveTo>
                    <a:pt x="551129" y="201676"/>
                  </a:moveTo>
                  <a:lnTo>
                    <a:pt x="550506" y="190627"/>
                  </a:lnTo>
                  <a:lnTo>
                    <a:pt x="550062" y="182753"/>
                  </a:lnTo>
                  <a:lnTo>
                    <a:pt x="549935" y="180594"/>
                  </a:lnTo>
                  <a:lnTo>
                    <a:pt x="549821" y="178447"/>
                  </a:lnTo>
                  <a:lnTo>
                    <a:pt x="549732" y="177038"/>
                  </a:lnTo>
                  <a:lnTo>
                    <a:pt x="549617" y="174879"/>
                  </a:lnTo>
                  <a:lnTo>
                    <a:pt x="549503" y="172974"/>
                  </a:lnTo>
                  <a:lnTo>
                    <a:pt x="549402" y="171069"/>
                  </a:lnTo>
                  <a:lnTo>
                    <a:pt x="549300" y="169291"/>
                  </a:lnTo>
                  <a:lnTo>
                    <a:pt x="549224" y="168021"/>
                  </a:lnTo>
                  <a:lnTo>
                    <a:pt x="549135" y="70993"/>
                  </a:lnTo>
                  <a:lnTo>
                    <a:pt x="523316" y="70993"/>
                  </a:lnTo>
                  <a:lnTo>
                    <a:pt x="523316" y="171069"/>
                  </a:lnTo>
                  <a:lnTo>
                    <a:pt x="520192" y="172974"/>
                  </a:lnTo>
                  <a:lnTo>
                    <a:pt x="516813" y="174879"/>
                  </a:lnTo>
                  <a:lnTo>
                    <a:pt x="510095" y="178447"/>
                  </a:lnTo>
                  <a:lnTo>
                    <a:pt x="506425" y="179844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3"/>
                  </a:lnTo>
                  <a:lnTo>
                    <a:pt x="484085" y="182753"/>
                  </a:lnTo>
                  <a:lnTo>
                    <a:pt x="470217" y="174244"/>
                  </a:lnTo>
                  <a:lnTo>
                    <a:pt x="468503" y="171577"/>
                  </a:lnTo>
                  <a:lnTo>
                    <a:pt x="467372" y="168021"/>
                  </a:lnTo>
                  <a:lnTo>
                    <a:pt x="466813" y="163969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lnTo>
                    <a:pt x="440436" y="70993"/>
                  </a:lnTo>
                  <a:lnTo>
                    <a:pt x="440436" y="162179"/>
                  </a:lnTo>
                  <a:lnTo>
                    <a:pt x="440893" y="168021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2"/>
                  </a:lnTo>
                  <a:lnTo>
                    <a:pt x="525792" y="190627"/>
                  </a:lnTo>
                  <a:lnTo>
                    <a:pt x="526783" y="201295"/>
                  </a:lnTo>
                  <a:lnTo>
                    <a:pt x="526821" y="201676"/>
                  </a:lnTo>
                  <a:lnTo>
                    <a:pt x="551129" y="201676"/>
                  </a:lnTo>
                  <a:close/>
                </a:path>
                <a:path w="1271905" h="247015">
                  <a:moveTo>
                    <a:pt x="673061" y="156349"/>
                  </a:moveTo>
                  <a:lnTo>
                    <a:pt x="640537" y="129667"/>
                  </a:lnTo>
                  <a:lnTo>
                    <a:pt x="620801" y="123063"/>
                  </a:lnTo>
                  <a:lnTo>
                    <a:pt x="615353" y="120777"/>
                  </a:lnTo>
                  <a:lnTo>
                    <a:pt x="611124" y="118364"/>
                  </a:lnTo>
                  <a:lnTo>
                    <a:pt x="606323" y="116344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21"/>
                  </a:lnTo>
                  <a:lnTo>
                    <a:pt x="598398" y="107188"/>
                  </a:lnTo>
                  <a:lnTo>
                    <a:pt x="598398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32790" y="88900"/>
                  </a:lnTo>
                  <a:lnTo>
                    <a:pt x="639254" y="89547"/>
                  </a:lnTo>
                  <a:lnTo>
                    <a:pt x="650697" y="92075"/>
                  </a:lnTo>
                  <a:lnTo>
                    <a:pt x="656755" y="93853"/>
                  </a:lnTo>
                  <a:lnTo>
                    <a:pt x="663155" y="95897"/>
                  </a:lnTo>
                  <a:lnTo>
                    <a:pt x="665924" y="88900"/>
                  </a:lnTo>
                  <a:lnTo>
                    <a:pt x="670814" y="76581"/>
                  </a:lnTo>
                  <a:lnTo>
                    <a:pt x="664972" y="74041"/>
                  </a:lnTo>
                  <a:lnTo>
                    <a:pt x="658507" y="72021"/>
                  </a:lnTo>
                  <a:lnTo>
                    <a:pt x="651421" y="70497"/>
                  </a:lnTo>
                  <a:lnTo>
                    <a:pt x="644347" y="68846"/>
                  </a:lnTo>
                  <a:lnTo>
                    <a:pt x="635977" y="67945"/>
                  </a:lnTo>
                  <a:lnTo>
                    <a:pt x="620229" y="67945"/>
                  </a:lnTo>
                  <a:lnTo>
                    <a:pt x="614019" y="68580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2"/>
                  </a:lnTo>
                  <a:lnTo>
                    <a:pt x="590308" y="76073"/>
                  </a:lnTo>
                  <a:lnTo>
                    <a:pt x="585089" y="78867"/>
                  </a:lnTo>
                  <a:lnTo>
                    <a:pt x="580898" y="82931"/>
                  </a:lnTo>
                  <a:lnTo>
                    <a:pt x="574459" y="92849"/>
                  </a:lnTo>
                  <a:lnTo>
                    <a:pt x="572846" y="99072"/>
                  </a:lnTo>
                  <a:lnTo>
                    <a:pt x="572846" y="115443"/>
                  </a:lnTo>
                  <a:lnTo>
                    <a:pt x="596722" y="138303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9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1"/>
                  </a:lnTo>
                  <a:lnTo>
                    <a:pt x="647255" y="170688"/>
                  </a:lnTo>
                  <a:lnTo>
                    <a:pt x="646506" y="173494"/>
                  </a:lnTo>
                  <a:lnTo>
                    <a:pt x="624268" y="183311"/>
                  </a:lnTo>
                  <a:lnTo>
                    <a:pt x="610806" y="183311"/>
                  </a:lnTo>
                  <a:lnTo>
                    <a:pt x="603377" y="182626"/>
                  </a:lnTo>
                  <a:lnTo>
                    <a:pt x="590753" y="179844"/>
                  </a:lnTo>
                  <a:lnTo>
                    <a:pt x="584682" y="177800"/>
                  </a:lnTo>
                  <a:lnTo>
                    <a:pt x="578866" y="175006"/>
                  </a:lnTo>
                  <a:lnTo>
                    <a:pt x="570852" y="194691"/>
                  </a:lnTo>
                  <a:lnTo>
                    <a:pt x="577481" y="198120"/>
                  </a:lnTo>
                  <a:lnTo>
                    <a:pt x="584784" y="200660"/>
                  </a:lnTo>
                  <a:lnTo>
                    <a:pt x="593331" y="202298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6"/>
                  </a:lnTo>
                  <a:lnTo>
                    <a:pt x="673061" y="165874"/>
                  </a:lnTo>
                  <a:lnTo>
                    <a:pt x="673061" y="156349"/>
                  </a:lnTo>
                  <a:close/>
                </a:path>
                <a:path w="1271905" h="247015">
                  <a:moveTo>
                    <a:pt x="801624" y="123698"/>
                  </a:moveTo>
                  <a:lnTo>
                    <a:pt x="801573" y="122047"/>
                  </a:lnTo>
                  <a:lnTo>
                    <a:pt x="801357" y="119468"/>
                  </a:lnTo>
                  <a:lnTo>
                    <a:pt x="801243" y="117995"/>
                  </a:lnTo>
                  <a:lnTo>
                    <a:pt x="801116" y="116471"/>
                  </a:lnTo>
                  <a:lnTo>
                    <a:pt x="800989" y="115074"/>
                  </a:lnTo>
                  <a:lnTo>
                    <a:pt x="800938" y="114300"/>
                  </a:lnTo>
                  <a:lnTo>
                    <a:pt x="798220" y="99072"/>
                  </a:lnTo>
                  <a:lnTo>
                    <a:pt x="797242" y="96520"/>
                  </a:lnTo>
                  <a:lnTo>
                    <a:pt x="795540" y="92202"/>
                  </a:lnTo>
                  <a:lnTo>
                    <a:pt x="793115" y="88646"/>
                  </a:lnTo>
                  <a:lnTo>
                    <a:pt x="791565" y="86372"/>
                  </a:lnTo>
                  <a:lnTo>
                    <a:pt x="787603" y="80645"/>
                  </a:lnTo>
                  <a:lnTo>
                    <a:pt x="782129" y="76200"/>
                  </a:lnTo>
                  <a:lnTo>
                    <a:pt x="775144" y="72898"/>
                  </a:lnTo>
                  <a:lnTo>
                    <a:pt x="775055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46" y="122555"/>
                  </a:lnTo>
                  <a:lnTo>
                    <a:pt x="715022" y="122047"/>
                  </a:lnTo>
                  <a:lnTo>
                    <a:pt x="738517" y="88646"/>
                  </a:lnTo>
                  <a:lnTo>
                    <a:pt x="756602" y="88646"/>
                  </a:lnTo>
                  <a:lnTo>
                    <a:pt x="774966" y="122047"/>
                  </a:lnTo>
                  <a:lnTo>
                    <a:pt x="775055" y="123698"/>
                  </a:lnTo>
                  <a:lnTo>
                    <a:pt x="775055" y="72872"/>
                  </a:lnTo>
                  <a:lnTo>
                    <a:pt x="748398" y="67945"/>
                  </a:lnTo>
                  <a:lnTo>
                    <a:pt x="734047" y="68999"/>
                  </a:lnTo>
                  <a:lnTo>
                    <a:pt x="696480" y="93992"/>
                  </a:lnTo>
                  <a:lnTo>
                    <a:pt x="688174" y="135521"/>
                  </a:lnTo>
                  <a:lnTo>
                    <a:pt x="688365" y="143903"/>
                  </a:lnTo>
                  <a:lnTo>
                    <a:pt x="696772" y="181495"/>
                  </a:lnTo>
                  <a:lnTo>
                    <a:pt x="733374" y="203555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1"/>
                  </a:lnTo>
                  <a:lnTo>
                    <a:pt x="797026" y="183273"/>
                  </a:lnTo>
                  <a:lnTo>
                    <a:pt x="793153" y="172847"/>
                  </a:lnTo>
                  <a:lnTo>
                    <a:pt x="787450" y="175514"/>
                  </a:lnTo>
                  <a:lnTo>
                    <a:pt x="780935" y="178054"/>
                  </a:lnTo>
                  <a:lnTo>
                    <a:pt x="768235" y="182245"/>
                  </a:lnTo>
                  <a:lnTo>
                    <a:pt x="760603" y="183273"/>
                  </a:lnTo>
                  <a:lnTo>
                    <a:pt x="741883" y="183273"/>
                  </a:lnTo>
                  <a:lnTo>
                    <a:pt x="715213" y="154571"/>
                  </a:lnTo>
                  <a:lnTo>
                    <a:pt x="714730" y="149479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close/>
                </a:path>
                <a:path w="1271905" h="247015">
                  <a:moveTo>
                    <a:pt x="977544" y="15875"/>
                  </a:moveTo>
                  <a:lnTo>
                    <a:pt x="958875" y="15875"/>
                  </a:lnTo>
                  <a:lnTo>
                    <a:pt x="904798" y="44450"/>
                  </a:lnTo>
                  <a:lnTo>
                    <a:pt x="913688" y="62623"/>
                  </a:lnTo>
                  <a:lnTo>
                    <a:pt x="951230" y="42164"/>
                  </a:lnTo>
                  <a:lnTo>
                    <a:pt x="951230" y="201549"/>
                  </a:lnTo>
                  <a:lnTo>
                    <a:pt x="977544" y="201549"/>
                  </a:lnTo>
                  <a:lnTo>
                    <a:pt x="977544" y="42164"/>
                  </a:lnTo>
                  <a:lnTo>
                    <a:pt x="977544" y="15875"/>
                  </a:lnTo>
                  <a:close/>
                </a:path>
                <a:path w="1271905" h="247015">
                  <a:moveTo>
                    <a:pt x="1176210" y="179451"/>
                  </a:moveTo>
                  <a:lnTo>
                    <a:pt x="1089596" y="179451"/>
                  </a:lnTo>
                  <a:lnTo>
                    <a:pt x="1130109" y="139573"/>
                  </a:lnTo>
                  <a:lnTo>
                    <a:pt x="1134668" y="134581"/>
                  </a:lnTo>
                  <a:lnTo>
                    <a:pt x="1163891" y="96266"/>
                  </a:lnTo>
                  <a:lnTo>
                    <a:pt x="1171765" y="72771"/>
                  </a:lnTo>
                  <a:lnTo>
                    <a:pt x="1171765" y="57404"/>
                  </a:lnTo>
                  <a:lnTo>
                    <a:pt x="1170241" y="49403"/>
                  </a:lnTo>
                  <a:lnTo>
                    <a:pt x="1167307" y="42926"/>
                  </a:lnTo>
                  <a:lnTo>
                    <a:pt x="1164018" y="35814"/>
                  </a:lnTo>
                  <a:lnTo>
                    <a:pt x="1163320" y="34925"/>
                  </a:lnTo>
                  <a:lnTo>
                    <a:pt x="1159700" y="30226"/>
                  </a:lnTo>
                  <a:lnTo>
                    <a:pt x="1121486" y="13779"/>
                  </a:lnTo>
                  <a:lnTo>
                    <a:pt x="1115745" y="13246"/>
                  </a:lnTo>
                  <a:lnTo>
                    <a:pt x="1117282" y="13246"/>
                  </a:lnTo>
                  <a:lnTo>
                    <a:pt x="1108265" y="12954"/>
                  </a:lnTo>
                  <a:lnTo>
                    <a:pt x="1100239" y="13246"/>
                  </a:lnTo>
                  <a:lnTo>
                    <a:pt x="1092581" y="14071"/>
                  </a:lnTo>
                  <a:lnTo>
                    <a:pt x="1051496" y="29464"/>
                  </a:lnTo>
                  <a:lnTo>
                    <a:pt x="1060640" y="48145"/>
                  </a:lnTo>
                  <a:lnTo>
                    <a:pt x="1068260" y="44704"/>
                  </a:lnTo>
                  <a:lnTo>
                    <a:pt x="1075753" y="41656"/>
                  </a:lnTo>
                  <a:lnTo>
                    <a:pt x="1090612" y="36322"/>
                  </a:lnTo>
                  <a:lnTo>
                    <a:pt x="1098613" y="34925"/>
                  </a:lnTo>
                  <a:lnTo>
                    <a:pt x="1107249" y="34925"/>
                  </a:lnTo>
                  <a:lnTo>
                    <a:pt x="1141895" y="53124"/>
                  </a:lnTo>
                  <a:lnTo>
                    <a:pt x="1144460" y="67322"/>
                  </a:lnTo>
                  <a:lnTo>
                    <a:pt x="1144460" y="71374"/>
                  </a:lnTo>
                  <a:lnTo>
                    <a:pt x="1143825" y="75438"/>
                  </a:lnTo>
                  <a:lnTo>
                    <a:pt x="1142682" y="79375"/>
                  </a:lnTo>
                  <a:lnTo>
                    <a:pt x="1141666" y="83439"/>
                  </a:lnTo>
                  <a:lnTo>
                    <a:pt x="1139761" y="87769"/>
                  </a:lnTo>
                  <a:lnTo>
                    <a:pt x="1136967" y="92329"/>
                  </a:lnTo>
                  <a:lnTo>
                    <a:pt x="1134300" y="97028"/>
                  </a:lnTo>
                  <a:lnTo>
                    <a:pt x="1130744" y="102120"/>
                  </a:lnTo>
                  <a:lnTo>
                    <a:pt x="1126299" y="107696"/>
                  </a:lnTo>
                  <a:lnTo>
                    <a:pt x="1121854" y="113423"/>
                  </a:lnTo>
                  <a:lnTo>
                    <a:pt x="1116393" y="119646"/>
                  </a:lnTo>
                  <a:lnTo>
                    <a:pt x="1109916" y="126619"/>
                  </a:lnTo>
                  <a:lnTo>
                    <a:pt x="1055560" y="184670"/>
                  </a:lnTo>
                  <a:lnTo>
                    <a:pt x="1055560" y="201549"/>
                  </a:lnTo>
                  <a:lnTo>
                    <a:pt x="1176210" y="201549"/>
                  </a:lnTo>
                  <a:lnTo>
                    <a:pt x="1176210" y="179451"/>
                  </a:lnTo>
                  <a:close/>
                </a:path>
                <a:path w="1271905" h="247015">
                  <a:moveTo>
                    <a:pt x="1271460" y="0"/>
                  </a:moveTo>
                  <a:lnTo>
                    <a:pt x="1204277" y="0"/>
                  </a:lnTo>
                  <a:lnTo>
                    <a:pt x="1204277" y="21971"/>
                  </a:lnTo>
                  <a:lnTo>
                    <a:pt x="1245679" y="21971"/>
                  </a:lnTo>
                  <a:lnTo>
                    <a:pt x="1245679" y="224790"/>
                  </a:lnTo>
                  <a:lnTo>
                    <a:pt x="1204277" y="224790"/>
                  </a:lnTo>
                  <a:lnTo>
                    <a:pt x="1204277" y="246888"/>
                  </a:lnTo>
                  <a:lnTo>
                    <a:pt x="1271460" y="246888"/>
                  </a:lnTo>
                  <a:lnTo>
                    <a:pt x="12714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6169" y="162305"/>
              <a:ext cx="1180845" cy="198247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1892" y="606816"/>
            <a:ext cx="6046470" cy="3345179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50">
                <a:latin typeface="Arial MT"/>
                <a:cs typeface="Arial MT"/>
              </a:rPr>
              <a:t>Objectives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Apply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post-</a:t>
            </a:r>
            <a:r>
              <a:rPr dirty="0" sz="1600" spc="-55">
                <a:latin typeface="Arial MT"/>
                <a:cs typeface="Arial MT"/>
              </a:rPr>
              <a:t>development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Prevent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introduction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vulnerabilities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during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production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Production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control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plan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including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Post-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Production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tools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equipment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controls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preventing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unauthorized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alteration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Verification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methods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requirements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post-</a:t>
            </a:r>
            <a:r>
              <a:rPr dirty="0" sz="1600" spc="-114">
                <a:latin typeface="Arial MT"/>
                <a:cs typeface="Arial MT"/>
              </a:rPr>
              <a:t>development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2572270" cy="25374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5051" y="281813"/>
              <a:ext cx="1099312" cy="147827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1892" y="606816"/>
            <a:ext cx="6384925" cy="548957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post-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requirement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5">
                <a:latin typeface="Arial MT"/>
                <a:cs typeface="Arial MT"/>
              </a:rPr>
              <a:t>After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production,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diagnostic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interfaces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longer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needed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Diagnostic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interfaces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attack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vector,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solution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could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55">
                <a:latin typeface="Arial MT"/>
                <a:cs typeface="Arial MT"/>
              </a:rPr>
              <a:t>Sealed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hardware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plug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200">
                <a:latin typeface="Arial MT"/>
                <a:cs typeface="Arial MT"/>
              </a:rPr>
              <a:t>New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firmware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flash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without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code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access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JTAG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The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privileged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account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longer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needed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90">
                <a:latin typeface="Arial MT"/>
                <a:cs typeface="Arial MT"/>
              </a:rPr>
              <a:t>Remove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account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75" b="1">
                <a:latin typeface="Arial"/>
                <a:cs typeface="Arial"/>
              </a:rPr>
              <a:t>Avoid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any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70" b="1">
                <a:latin typeface="Arial"/>
                <a:cs typeface="Arial"/>
              </a:rPr>
              <a:t>access</a:t>
            </a:r>
            <a:r>
              <a:rPr dirty="0" sz="1600" spc="-100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to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65" b="1">
                <a:latin typeface="Arial"/>
                <a:cs typeface="Arial"/>
              </a:rPr>
              <a:t>the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210" b="1">
                <a:latin typeface="Arial"/>
                <a:cs typeface="Arial"/>
              </a:rPr>
              <a:t>ECU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45" b="1">
                <a:latin typeface="Arial"/>
                <a:cs typeface="Arial"/>
              </a:rPr>
              <a:t>via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60" b="1">
                <a:latin typeface="Arial"/>
                <a:cs typeface="Arial"/>
              </a:rPr>
              <a:t>diagnostic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145" b="1">
                <a:latin typeface="Arial"/>
                <a:cs typeface="Arial"/>
              </a:rPr>
              <a:t>interface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70" b="1">
                <a:latin typeface="Arial"/>
                <a:cs typeface="Arial"/>
              </a:rPr>
              <a:t>and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45" b="1">
                <a:latin typeface="Arial"/>
                <a:cs typeface="Arial"/>
              </a:rPr>
              <a:t>privileged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30" b="1">
                <a:latin typeface="Arial"/>
                <a:cs typeface="Arial"/>
              </a:rPr>
              <a:t>accounts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600">
              <a:latin typeface="Arial"/>
              <a:cs typeface="Arial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Production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tools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equipment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25">
                <a:latin typeface="Arial MT"/>
                <a:cs typeface="Arial MT"/>
              </a:rPr>
              <a:t>List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5">
                <a:latin typeface="Arial MT"/>
                <a:cs typeface="Arial MT"/>
              </a:rPr>
              <a:t>all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equipment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45">
                <a:latin typeface="Arial MT"/>
                <a:cs typeface="Arial MT"/>
              </a:rPr>
              <a:t>E.g.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PCs,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PLCs,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scanners,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printers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etc.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0">
                <a:latin typeface="Arial MT"/>
                <a:cs typeface="Arial MT"/>
              </a:rPr>
              <a:t>Identify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needed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tools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45">
                <a:latin typeface="Arial MT"/>
                <a:cs typeface="Arial MT"/>
              </a:rPr>
              <a:t>E.g.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test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tools,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flashing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software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etc.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30">
                <a:latin typeface="Arial MT"/>
                <a:cs typeface="Arial MT"/>
              </a:rPr>
              <a:t>Identify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versions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60" b="1">
                <a:latin typeface="Arial"/>
                <a:cs typeface="Arial"/>
              </a:rPr>
              <a:t>Inventory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of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75" b="1">
                <a:latin typeface="Arial"/>
                <a:cs typeface="Arial"/>
              </a:rPr>
              <a:t>used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150" b="1">
                <a:latin typeface="Arial"/>
                <a:cs typeface="Arial"/>
              </a:rPr>
              <a:t>tools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80" b="1">
                <a:latin typeface="Arial"/>
                <a:cs typeface="Arial"/>
              </a:rPr>
              <a:t>and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75" b="1">
                <a:latin typeface="Arial"/>
                <a:cs typeface="Arial"/>
              </a:rPr>
              <a:t>equipment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600" spc="-135" b="1">
                <a:latin typeface="Arial"/>
                <a:cs typeface="Arial"/>
              </a:rPr>
              <a:t>is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75" b="1">
                <a:latin typeface="Arial"/>
                <a:cs typeface="Arial"/>
              </a:rPr>
              <a:t>needed</a:t>
            </a:r>
            <a:r>
              <a:rPr dirty="0" sz="1600" spc="-95" b="1">
                <a:latin typeface="Arial"/>
                <a:cs typeface="Arial"/>
              </a:rPr>
              <a:t> </a:t>
            </a:r>
            <a:r>
              <a:rPr dirty="0" sz="1600" spc="-145" b="1">
                <a:latin typeface="Arial"/>
                <a:cs typeface="Arial"/>
              </a:rPr>
              <a:t>for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55" b="1">
                <a:latin typeface="Arial"/>
                <a:cs typeface="Arial"/>
              </a:rPr>
              <a:t>(secure)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35" b="1">
                <a:latin typeface="Arial"/>
                <a:cs typeface="Arial"/>
              </a:rPr>
              <a:t>production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2572270" cy="253746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5887211" y="4219955"/>
            <a:ext cx="1731645" cy="1731645"/>
            <a:chOff x="5887211" y="4219955"/>
            <a:chExt cx="1731645" cy="1731645"/>
          </a:xfrm>
        </p:grpSpPr>
        <p:sp>
          <p:nvSpPr>
            <p:cNvPr id="9" name="object 9" descr=""/>
            <p:cNvSpPr/>
            <p:nvPr/>
          </p:nvSpPr>
          <p:spPr>
            <a:xfrm>
              <a:off x="5888735" y="4221479"/>
              <a:ext cx="1728470" cy="1728470"/>
            </a:xfrm>
            <a:custGeom>
              <a:avLst/>
              <a:gdLst/>
              <a:ahLst/>
              <a:cxnLst/>
              <a:rect l="l" t="t" r="r" b="b"/>
              <a:pathLst>
                <a:path w="1728470" h="1728470">
                  <a:moveTo>
                    <a:pt x="864108" y="0"/>
                  </a:moveTo>
                  <a:lnTo>
                    <a:pt x="816693" y="1278"/>
                  </a:lnTo>
                  <a:lnTo>
                    <a:pt x="769948" y="5070"/>
                  </a:lnTo>
                  <a:lnTo>
                    <a:pt x="723937" y="11308"/>
                  </a:lnTo>
                  <a:lnTo>
                    <a:pt x="678726" y="19928"/>
                  </a:lnTo>
                  <a:lnTo>
                    <a:pt x="634382" y="30864"/>
                  </a:lnTo>
                  <a:lnTo>
                    <a:pt x="590970" y="44049"/>
                  </a:lnTo>
                  <a:lnTo>
                    <a:pt x="548556" y="59418"/>
                  </a:lnTo>
                  <a:lnTo>
                    <a:pt x="507206" y="76905"/>
                  </a:lnTo>
                  <a:lnTo>
                    <a:pt x="466986" y="96444"/>
                  </a:lnTo>
                  <a:lnTo>
                    <a:pt x="427961" y="117968"/>
                  </a:lnTo>
                  <a:lnTo>
                    <a:pt x="390198" y="141413"/>
                  </a:lnTo>
                  <a:lnTo>
                    <a:pt x="353763" y="166713"/>
                  </a:lnTo>
                  <a:lnTo>
                    <a:pt x="318720" y="193801"/>
                  </a:lnTo>
                  <a:lnTo>
                    <a:pt x="285137" y="222611"/>
                  </a:lnTo>
                  <a:lnTo>
                    <a:pt x="253079" y="253079"/>
                  </a:lnTo>
                  <a:lnTo>
                    <a:pt x="222611" y="285137"/>
                  </a:lnTo>
                  <a:lnTo>
                    <a:pt x="193801" y="318720"/>
                  </a:lnTo>
                  <a:lnTo>
                    <a:pt x="166713" y="353763"/>
                  </a:lnTo>
                  <a:lnTo>
                    <a:pt x="141413" y="390198"/>
                  </a:lnTo>
                  <a:lnTo>
                    <a:pt x="117968" y="427961"/>
                  </a:lnTo>
                  <a:lnTo>
                    <a:pt x="96444" y="466986"/>
                  </a:lnTo>
                  <a:lnTo>
                    <a:pt x="76905" y="507206"/>
                  </a:lnTo>
                  <a:lnTo>
                    <a:pt x="59418" y="548556"/>
                  </a:lnTo>
                  <a:lnTo>
                    <a:pt x="44049" y="590970"/>
                  </a:lnTo>
                  <a:lnTo>
                    <a:pt x="30864" y="634382"/>
                  </a:lnTo>
                  <a:lnTo>
                    <a:pt x="19928" y="678726"/>
                  </a:lnTo>
                  <a:lnTo>
                    <a:pt x="11308" y="723937"/>
                  </a:lnTo>
                  <a:lnTo>
                    <a:pt x="5070" y="769948"/>
                  </a:lnTo>
                  <a:lnTo>
                    <a:pt x="1278" y="816693"/>
                  </a:lnTo>
                  <a:lnTo>
                    <a:pt x="0" y="864108"/>
                  </a:lnTo>
                  <a:lnTo>
                    <a:pt x="1278" y="911522"/>
                  </a:lnTo>
                  <a:lnTo>
                    <a:pt x="5070" y="958267"/>
                  </a:lnTo>
                  <a:lnTo>
                    <a:pt x="11308" y="1004278"/>
                  </a:lnTo>
                  <a:lnTo>
                    <a:pt x="19928" y="1049489"/>
                  </a:lnTo>
                  <a:lnTo>
                    <a:pt x="30864" y="1093833"/>
                  </a:lnTo>
                  <a:lnTo>
                    <a:pt x="44049" y="1137245"/>
                  </a:lnTo>
                  <a:lnTo>
                    <a:pt x="59418" y="1179659"/>
                  </a:lnTo>
                  <a:lnTo>
                    <a:pt x="76905" y="1221009"/>
                  </a:lnTo>
                  <a:lnTo>
                    <a:pt x="96444" y="1261229"/>
                  </a:lnTo>
                  <a:lnTo>
                    <a:pt x="117968" y="1300254"/>
                  </a:lnTo>
                  <a:lnTo>
                    <a:pt x="141413" y="1338017"/>
                  </a:lnTo>
                  <a:lnTo>
                    <a:pt x="166713" y="1374452"/>
                  </a:lnTo>
                  <a:lnTo>
                    <a:pt x="193801" y="1409495"/>
                  </a:lnTo>
                  <a:lnTo>
                    <a:pt x="222611" y="1443078"/>
                  </a:lnTo>
                  <a:lnTo>
                    <a:pt x="253079" y="1475136"/>
                  </a:lnTo>
                  <a:lnTo>
                    <a:pt x="285137" y="1505604"/>
                  </a:lnTo>
                  <a:lnTo>
                    <a:pt x="318720" y="1534414"/>
                  </a:lnTo>
                  <a:lnTo>
                    <a:pt x="353763" y="1561502"/>
                  </a:lnTo>
                  <a:lnTo>
                    <a:pt x="390198" y="1586802"/>
                  </a:lnTo>
                  <a:lnTo>
                    <a:pt x="427961" y="1610247"/>
                  </a:lnTo>
                  <a:lnTo>
                    <a:pt x="466986" y="1631771"/>
                  </a:lnTo>
                  <a:lnTo>
                    <a:pt x="507206" y="1651310"/>
                  </a:lnTo>
                  <a:lnTo>
                    <a:pt x="548556" y="1668797"/>
                  </a:lnTo>
                  <a:lnTo>
                    <a:pt x="590970" y="1684166"/>
                  </a:lnTo>
                  <a:lnTo>
                    <a:pt x="634382" y="1697351"/>
                  </a:lnTo>
                  <a:lnTo>
                    <a:pt x="678726" y="1708287"/>
                  </a:lnTo>
                  <a:lnTo>
                    <a:pt x="723937" y="1716907"/>
                  </a:lnTo>
                  <a:lnTo>
                    <a:pt x="769948" y="1723145"/>
                  </a:lnTo>
                  <a:lnTo>
                    <a:pt x="816693" y="1726937"/>
                  </a:lnTo>
                  <a:lnTo>
                    <a:pt x="864108" y="1728216"/>
                  </a:lnTo>
                  <a:lnTo>
                    <a:pt x="911522" y="1726937"/>
                  </a:lnTo>
                  <a:lnTo>
                    <a:pt x="958267" y="1723145"/>
                  </a:lnTo>
                  <a:lnTo>
                    <a:pt x="1004278" y="1716907"/>
                  </a:lnTo>
                  <a:lnTo>
                    <a:pt x="1049489" y="1708287"/>
                  </a:lnTo>
                  <a:lnTo>
                    <a:pt x="1093833" y="1697351"/>
                  </a:lnTo>
                  <a:lnTo>
                    <a:pt x="1137245" y="1684166"/>
                  </a:lnTo>
                  <a:lnTo>
                    <a:pt x="1179659" y="1668797"/>
                  </a:lnTo>
                  <a:lnTo>
                    <a:pt x="1221009" y="1651310"/>
                  </a:lnTo>
                  <a:lnTo>
                    <a:pt x="1261229" y="1631771"/>
                  </a:lnTo>
                  <a:lnTo>
                    <a:pt x="1300254" y="1610247"/>
                  </a:lnTo>
                  <a:lnTo>
                    <a:pt x="1338017" y="1586802"/>
                  </a:lnTo>
                  <a:lnTo>
                    <a:pt x="1374452" y="1561502"/>
                  </a:lnTo>
                  <a:lnTo>
                    <a:pt x="1409495" y="1534414"/>
                  </a:lnTo>
                  <a:lnTo>
                    <a:pt x="1443078" y="1505604"/>
                  </a:lnTo>
                  <a:lnTo>
                    <a:pt x="1475136" y="1475136"/>
                  </a:lnTo>
                  <a:lnTo>
                    <a:pt x="1505604" y="1443078"/>
                  </a:lnTo>
                  <a:lnTo>
                    <a:pt x="1534414" y="1409495"/>
                  </a:lnTo>
                  <a:lnTo>
                    <a:pt x="1561502" y="1374452"/>
                  </a:lnTo>
                  <a:lnTo>
                    <a:pt x="1586802" y="1338017"/>
                  </a:lnTo>
                  <a:lnTo>
                    <a:pt x="1610247" y="1300254"/>
                  </a:lnTo>
                  <a:lnTo>
                    <a:pt x="1631771" y="1261229"/>
                  </a:lnTo>
                  <a:lnTo>
                    <a:pt x="1651310" y="1221009"/>
                  </a:lnTo>
                  <a:lnTo>
                    <a:pt x="1668797" y="1179659"/>
                  </a:lnTo>
                  <a:lnTo>
                    <a:pt x="1684166" y="1137245"/>
                  </a:lnTo>
                  <a:lnTo>
                    <a:pt x="1697351" y="1093833"/>
                  </a:lnTo>
                  <a:lnTo>
                    <a:pt x="1708287" y="1049489"/>
                  </a:lnTo>
                  <a:lnTo>
                    <a:pt x="1716907" y="1004278"/>
                  </a:lnTo>
                  <a:lnTo>
                    <a:pt x="1723145" y="958267"/>
                  </a:lnTo>
                  <a:lnTo>
                    <a:pt x="1726937" y="911522"/>
                  </a:lnTo>
                  <a:lnTo>
                    <a:pt x="1728215" y="864108"/>
                  </a:lnTo>
                  <a:lnTo>
                    <a:pt x="1726937" y="816693"/>
                  </a:lnTo>
                  <a:lnTo>
                    <a:pt x="1723145" y="769948"/>
                  </a:lnTo>
                  <a:lnTo>
                    <a:pt x="1716907" y="723937"/>
                  </a:lnTo>
                  <a:lnTo>
                    <a:pt x="1708287" y="678726"/>
                  </a:lnTo>
                  <a:lnTo>
                    <a:pt x="1697351" y="634382"/>
                  </a:lnTo>
                  <a:lnTo>
                    <a:pt x="1684166" y="590970"/>
                  </a:lnTo>
                  <a:lnTo>
                    <a:pt x="1668797" y="548556"/>
                  </a:lnTo>
                  <a:lnTo>
                    <a:pt x="1651310" y="507206"/>
                  </a:lnTo>
                  <a:lnTo>
                    <a:pt x="1631771" y="466986"/>
                  </a:lnTo>
                  <a:lnTo>
                    <a:pt x="1610247" y="427961"/>
                  </a:lnTo>
                  <a:lnTo>
                    <a:pt x="1586802" y="390198"/>
                  </a:lnTo>
                  <a:lnTo>
                    <a:pt x="1561502" y="353763"/>
                  </a:lnTo>
                  <a:lnTo>
                    <a:pt x="1534414" y="318720"/>
                  </a:lnTo>
                  <a:lnTo>
                    <a:pt x="1505604" y="285137"/>
                  </a:lnTo>
                  <a:lnTo>
                    <a:pt x="1475136" y="253079"/>
                  </a:lnTo>
                  <a:lnTo>
                    <a:pt x="1443078" y="222611"/>
                  </a:lnTo>
                  <a:lnTo>
                    <a:pt x="1409495" y="193801"/>
                  </a:lnTo>
                  <a:lnTo>
                    <a:pt x="1374452" y="166713"/>
                  </a:lnTo>
                  <a:lnTo>
                    <a:pt x="1338017" y="141413"/>
                  </a:lnTo>
                  <a:lnTo>
                    <a:pt x="1300254" y="117968"/>
                  </a:lnTo>
                  <a:lnTo>
                    <a:pt x="1261229" y="96444"/>
                  </a:lnTo>
                  <a:lnTo>
                    <a:pt x="1221009" y="76905"/>
                  </a:lnTo>
                  <a:lnTo>
                    <a:pt x="1179659" y="59418"/>
                  </a:lnTo>
                  <a:lnTo>
                    <a:pt x="1137245" y="44049"/>
                  </a:lnTo>
                  <a:lnTo>
                    <a:pt x="1093833" y="30864"/>
                  </a:lnTo>
                  <a:lnTo>
                    <a:pt x="1049489" y="19928"/>
                  </a:lnTo>
                  <a:lnTo>
                    <a:pt x="1004278" y="11308"/>
                  </a:lnTo>
                  <a:lnTo>
                    <a:pt x="958267" y="5070"/>
                  </a:lnTo>
                  <a:lnTo>
                    <a:pt x="911522" y="1278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319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88735" y="4221479"/>
              <a:ext cx="1728470" cy="1728470"/>
            </a:xfrm>
            <a:custGeom>
              <a:avLst/>
              <a:gdLst/>
              <a:ahLst/>
              <a:cxnLst/>
              <a:rect l="l" t="t" r="r" b="b"/>
              <a:pathLst>
                <a:path w="1728470" h="1728470">
                  <a:moveTo>
                    <a:pt x="0" y="864108"/>
                  </a:moveTo>
                  <a:lnTo>
                    <a:pt x="1278" y="816693"/>
                  </a:lnTo>
                  <a:lnTo>
                    <a:pt x="5070" y="769948"/>
                  </a:lnTo>
                  <a:lnTo>
                    <a:pt x="11308" y="723937"/>
                  </a:lnTo>
                  <a:lnTo>
                    <a:pt x="19928" y="678726"/>
                  </a:lnTo>
                  <a:lnTo>
                    <a:pt x="30864" y="634382"/>
                  </a:lnTo>
                  <a:lnTo>
                    <a:pt x="44049" y="590970"/>
                  </a:lnTo>
                  <a:lnTo>
                    <a:pt x="59418" y="548556"/>
                  </a:lnTo>
                  <a:lnTo>
                    <a:pt x="76905" y="507206"/>
                  </a:lnTo>
                  <a:lnTo>
                    <a:pt x="96444" y="466986"/>
                  </a:lnTo>
                  <a:lnTo>
                    <a:pt x="117968" y="427961"/>
                  </a:lnTo>
                  <a:lnTo>
                    <a:pt x="141413" y="390198"/>
                  </a:lnTo>
                  <a:lnTo>
                    <a:pt x="166713" y="353763"/>
                  </a:lnTo>
                  <a:lnTo>
                    <a:pt x="193801" y="318720"/>
                  </a:lnTo>
                  <a:lnTo>
                    <a:pt x="222611" y="285137"/>
                  </a:lnTo>
                  <a:lnTo>
                    <a:pt x="253079" y="253079"/>
                  </a:lnTo>
                  <a:lnTo>
                    <a:pt x="285137" y="222611"/>
                  </a:lnTo>
                  <a:lnTo>
                    <a:pt x="318720" y="193801"/>
                  </a:lnTo>
                  <a:lnTo>
                    <a:pt x="353763" y="166713"/>
                  </a:lnTo>
                  <a:lnTo>
                    <a:pt x="390198" y="141413"/>
                  </a:lnTo>
                  <a:lnTo>
                    <a:pt x="427961" y="117968"/>
                  </a:lnTo>
                  <a:lnTo>
                    <a:pt x="466986" y="96444"/>
                  </a:lnTo>
                  <a:lnTo>
                    <a:pt x="507206" y="76905"/>
                  </a:lnTo>
                  <a:lnTo>
                    <a:pt x="548556" y="59418"/>
                  </a:lnTo>
                  <a:lnTo>
                    <a:pt x="590970" y="44049"/>
                  </a:lnTo>
                  <a:lnTo>
                    <a:pt x="634382" y="30864"/>
                  </a:lnTo>
                  <a:lnTo>
                    <a:pt x="678726" y="19928"/>
                  </a:lnTo>
                  <a:lnTo>
                    <a:pt x="723937" y="11308"/>
                  </a:lnTo>
                  <a:lnTo>
                    <a:pt x="769948" y="5070"/>
                  </a:lnTo>
                  <a:lnTo>
                    <a:pt x="816693" y="1278"/>
                  </a:lnTo>
                  <a:lnTo>
                    <a:pt x="864108" y="0"/>
                  </a:lnTo>
                  <a:lnTo>
                    <a:pt x="911522" y="1278"/>
                  </a:lnTo>
                  <a:lnTo>
                    <a:pt x="958267" y="5070"/>
                  </a:lnTo>
                  <a:lnTo>
                    <a:pt x="1004278" y="11308"/>
                  </a:lnTo>
                  <a:lnTo>
                    <a:pt x="1049489" y="19928"/>
                  </a:lnTo>
                  <a:lnTo>
                    <a:pt x="1093833" y="30864"/>
                  </a:lnTo>
                  <a:lnTo>
                    <a:pt x="1137245" y="44049"/>
                  </a:lnTo>
                  <a:lnTo>
                    <a:pt x="1179659" y="59418"/>
                  </a:lnTo>
                  <a:lnTo>
                    <a:pt x="1221009" y="76905"/>
                  </a:lnTo>
                  <a:lnTo>
                    <a:pt x="1261229" y="96444"/>
                  </a:lnTo>
                  <a:lnTo>
                    <a:pt x="1300254" y="117968"/>
                  </a:lnTo>
                  <a:lnTo>
                    <a:pt x="1338017" y="141413"/>
                  </a:lnTo>
                  <a:lnTo>
                    <a:pt x="1374452" y="166713"/>
                  </a:lnTo>
                  <a:lnTo>
                    <a:pt x="1409495" y="193801"/>
                  </a:lnTo>
                  <a:lnTo>
                    <a:pt x="1443078" y="222611"/>
                  </a:lnTo>
                  <a:lnTo>
                    <a:pt x="1475136" y="253079"/>
                  </a:lnTo>
                  <a:lnTo>
                    <a:pt x="1505604" y="285137"/>
                  </a:lnTo>
                  <a:lnTo>
                    <a:pt x="1534414" y="318720"/>
                  </a:lnTo>
                  <a:lnTo>
                    <a:pt x="1561502" y="353763"/>
                  </a:lnTo>
                  <a:lnTo>
                    <a:pt x="1586802" y="390198"/>
                  </a:lnTo>
                  <a:lnTo>
                    <a:pt x="1610247" y="427961"/>
                  </a:lnTo>
                  <a:lnTo>
                    <a:pt x="1631771" y="466986"/>
                  </a:lnTo>
                  <a:lnTo>
                    <a:pt x="1651310" y="507206"/>
                  </a:lnTo>
                  <a:lnTo>
                    <a:pt x="1668797" y="548556"/>
                  </a:lnTo>
                  <a:lnTo>
                    <a:pt x="1684166" y="590970"/>
                  </a:lnTo>
                  <a:lnTo>
                    <a:pt x="1697351" y="634382"/>
                  </a:lnTo>
                  <a:lnTo>
                    <a:pt x="1708287" y="678726"/>
                  </a:lnTo>
                  <a:lnTo>
                    <a:pt x="1716907" y="723937"/>
                  </a:lnTo>
                  <a:lnTo>
                    <a:pt x="1723145" y="769948"/>
                  </a:lnTo>
                  <a:lnTo>
                    <a:pt x="1726937" y="816693"/>
                  </a:lnTo>
                  <a:lnTo>
                    <a:pt x="1728215" y="864108"/>
                  </a:lnTo>
                  <a:lnTo>
                    <a:pt x="1726937" y="911522"/>
                  </a:lnTo>
                  <a:lnTo>
                    <a:pt x="1723145" y="958267"/>
                  </a:lnTo>
                  <a:lnTo>
                    <a:pt x="1716907" y="1004278"/>
                  </a:lnTo>
                  <a:lnTo>
                    <a:pt x="1708287" y="1049489"/>
                  </a:lnTo>
                  <a:lnTo>
                    <a:pt x="1697351" y="1093833"/>
                  </a:lnTo>
                  <a:lnTo>
                    <a:pt x="1684166" y="1137245"/>
                  </a:lnTo>
                  <a:lnTo>
                    <a:pt x="1668797" y="1179659"/>
                  </a:lnTo>
                  <a:lnTo>
                    <a:pt x="1651310" y="1221009"/>
                  </a:lnTo>
                  <a:lnTo>
                    <a:pt x="1631771" y="1261229"/>
                  </a:lnTo>
                  <a:lnTo>
                    <a:pt x="1610247" y="1300254"/>
                  </a:lnTo>
                  <a:lnTo>
                    <a:pt x="1586802" y="1338017"/>
                  </a:lnTo>
                  <a:lnTo>
                    <a:pt x="1561502" y="1374452"/>
                  </a:lnTo>
                  <a:lnTo>
                    <a:pt x="1534414" y="1409495"/>
                  </a:lnTo>
                  <a:lnTo>
                    <a:pt x="1505604" y="1443078"/>
                  </a:lnTo>
                  <a:lnTo>
                    <a:pt x="1475136" y="1475136"/>
                  </a:lnTo>
                  <a:lnTo>
                    <a:pt x="1443078" y="1505604"/>
                  </a:lnTo>
                  <a:lnTo>
                    <a:pt x="1409495" y="1534414"/>
                  </a:lnTo>
                  <a:lnTo>
                    <a:pt x="1374452" y="1561502"/>
                  </a:lnTo>
                  <a:lnTo>
                    <a:pt x="1338017" y="1586802"/>
                  </a:lnTo>
                  <a:lnTo>
                    <a:pt x="1300254" y="1610247"/>
                  </a:lnTo>
                  <a:lnTo>
                    <a:pt x="1261229" y="1631771"/>
                  </a:lnTo>
                  <a:lnTo>
                    <a:pt x="1221009" y="1651310"/>
                  </a:lnTo>
                  <a:lnTo>
                    <a:pt x="1179659" y="1668797"/>
                  </a:lnTo>
                  <a:lnTo>
                    <a:pt x="1137245" y="1684166"/>
                  </a:lnTo>
                  <a:lnTo>
                    <a:pt x="1093833" y="1697351"/>
                  </a:lnTo>
                  <a:lnTo>
                    <a:pt x="1049489" y="1708287"/>
                  </a:lnTo>
                  <a:lnTo>
                    <a:pt x="1004278" y="1716907"/>
                  </a:lnTo>
                  <a:lnTo>
                    <a:pt x="958267" y="1723145"/>
                  </a:lnTo>
                  <a:lnTo>
                    <a:pt x="911522" y="1726937"/>
                  </a:lnTo>
                  <a:lnTo>
                    <a:pt x="864108" y="1728216"/>
                  </a:lnTo>
                  <a:lnTo>
                    <a:pt x="816693" y="1726937"/>
                  </a:lnTo>
                  <a:lnTo>
                    <a:pt x="769948" y="1723145"/>
                  </a:lnTo>
                  <a:lnTo>
                    <a:pt x="723937" y="1716907"/>
                  </a:lnTo>
                  <a:lnTo>
                    <a:pt x="678726" y="1708287"/>
                  </a:lnTo>
                  <a:lnTo>
                    <a:pt x="634382" y="1697351"/>
                  </a:lnTo>
                  <a:lnTo>
                    <a:pt x="590970" y="1684166"/>
                  </a:lnTo>
                  <a:lnTo>
                    <a:pt x="548556" y="1668797"/>
                  </a:lnTo>
                  <a:lnTo>
                    <a:pt x="507206" y="1651310"/>
                  </a:lnTo>
                  <a:lnTo>
                    <a:pt x="466986" y="1631771"/>
                  </a:lnTo>
                  <a:lnTo>
                    <a:pt x="427961" y="1610247"/>
                  </a:lnTo>
                  <a:lnTo>
                    <a:pt x="390198" y="1586802"/>
                  </a:lnTo>
                  <a:lnTo>
                    <a:pt x="353763" y="1561502"/>
                  </a:lnTo>
                  <a:lnTo>
                    <a:pt x="318720" y="1534414"/>
                  </a:lnTo>
                  <a:lnTo>
                    <a:pt x="285137" y="1505604"/>
                  </a:lnTo>
                  <a:lnTo>
                    <a:pt x="253079" y="1475136"/>
                  </a:lnTo>
                  <a:lnTo>
                    <a:pt x="222611" y="1443078"/>
                  </a:lnTo>
                  <a:lnTo>
                    <a:pt x="193801" y="1409495"/>
                  </a:lnTo>
                  <a:lnTo>
                    <a:pt x="166713" y="1374452"/>
                  </a:lnTo>
                  <a:lnTo>
                    <a:pt x="141413" y="1338017"/>
                  </a:lnTo>
                  <a:lnTo>
                    <a:pt x="117968" y="1300254"/>
                  </a:lnTo>
                  <a:lnTo>
                    <a:pt x="96444" y="1261229"/>
                  </a:lnTo>
                  <a:lnTo>
                    <a:pt x="76905" y="1221009"/>
                  </a:lnTo>
                  <a:lnTo>
                    <a:pt x="59418" y="1179659"/>
                  </a:lnTo>
                  <a:lnTo>
                    <a:pt x="44049" y="1137245"/>
                  </a:lnTo>
                  <a:lnTo>
                    <a:pt x="30864" y="1093833"/>
                  </a:lnTo>
                  <a:lnTo>
                    <a:pt x="19928" y="1049489"/>
                  </a:lnTo>
                  <a:lnTo>
                    <a:pt x="11308" y="1004278"/>
                  </a:lnTo>
                  <a:lnTo>
                    <a:pt x="5070" y="958267"/>
                  </a:lnTo>
                  <a:lnTo>
                    <a:pt x="1278" y="911522"/>
                  </a:lnTo>
                  <a:lnTo>
                    <a:pt x="0" y="86410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05143" y="4652772"/>
              <a:ext cx="1295400" cy="1297305"/>
            </a:xfrm>
            <a:custGeom>
              <a:avLst/>
              <a:gdLst/>
              <a:ahLst/>
              <a:cxnLst/>
              <a:rect l="l" t="t" r="r" b="b"/>
              <a:pathLst>
                <a:path w="1295400" h="1297304">
                  <a:moveTo>
                    <a:pt x="647700" y="0"/>
                  </a:moveTo>
                  <a:lnTo>
                    <a:pt x="599355" y="1778"/>
                  </a:lnTo>
                  <a:lnTo>
                    <a:pt x="551977" y="7030"/>
                  </a:lnTo>
                  <a:lnTo>
                    <a:pt x="505690" y="15631"/>
                  </a:lnTo>
                  <a:lnTo>
                    <a:pt x="460619" y="27454"/>
                  </a:lnTo>
                  <a:lnTo>
                    <a:pt x="416889" y="42375"/>
                  </a:lnTo>
                  <a:lnTo>
                    <a:pt x="374626" y="60268"/>
                  </a:lnTo>
                  <a:lnTo>
                    <a:pt x="333955" y="81008"/>
                  </a:lnTo>
                  <a:lnTo>
                    <a:pt x="295001" y="104470"/>
                  </a:lnTo>
                  <a:lnTo>
                    <a:pt x="257888" y="130527"/>
                  </a:lnTo>
                  <a:lnTo>
                    <a:pt x="222743" y="159055"/>
                  </a:lnTo>
                  <a:lnTo>
                    <a:pt x="189690" y="189928"/>
                  </a:lnTo>
                  <a:lnTo>
                    <a:pt x="158854" y="223021"/>
                  </a:lnTo>
                  <a:lnTo>
                    <a:pt x="130362" y="258209"/>
                  </a:lnTo>
                  <a:lnTo>
                    <a:pt x="104337" y="295365"/>
                  </a:lnTo>
                  <a:lnTo>
                    <a:pt x="80905" y="334366"/>
                  </a:lnTo>
                  <a:lnTo>
                    <a:pt x="60191" y="375084"/>
                  </a:lnTo>
                  <a:lnTo>
                    <a:pt x="42321" y="417396"/>
                  </a:lnTo>
                  <a:lnTo>
                    <a:pt x="27419" y="461176"/>
                  </a:lnTo>
                  <a:lnTo>
                    <a:pt x="15611" y="506297"/>
                  </a:lnTo>
                  <a:lnTo>
                    <a:pt x="7021" y="552636"/>
                  </a:lnTo>
                  <a:lnTo>
                    <a:pt x="1776" y="600065"/>
                  </a:lnTo>
                  <a:lnTo>
                    <a:pt x="0" y="648461"/>
                  </a:lnTo>
                  <a:lnTo>
                    <a:pt x="1776" y="696858"/>
                  </a:lnTo>
                  <a:lnTo>
                    <a:pt x="7021" y="744287"/>
                  </a:lnTo>
                  <a:lnTo>
                    <a:pt x="15611" y="790626"/>
                  </a:lnTo>
                  <a:lnTo>
                    <a:pt x="27419" y="835747"/>
                  </a:lnTo>
                  <a:lnTo>
                    <a:pt x="42321" y="879527"/>
                  </a:lnTo>
                  <a:lnTo>
                    <a:pt x="60191" y="921839"/>
                  </a:lnTo>
                  <a:lnTo>
                    <a:pt x="80905" y="962557"/>
                  </a:lnTo>
                  <a:lnTo>
                    <a:pt x="104337" y="1001558"/>
                  </a:lnTo>
                  <a:lnTo>
                    <a:pt x="130362" y="1038714"/>
                  </a:lnTo>
                  <a:lnTo>
                    <a:pt x="158854" y="1073902"/>
                  </a:lnTo>
                  <a:lnTo>
                    <a:pt x="189690" y="1106995"/>
                  </a:lnTo>
                  <a:lnTo>
                    <a:pt x="222743" y="1137868"/>
                  </a:lnTo>
                  <a:lnTo>
                    <a:pt x="257888" y="1166396"/>
                  </a:lnTo>
                  <a:lnTo>
                    <a:pt x="295001" y="1192453"/>
                  </a:lnTo>
                  <a:lnTo>
                    <a:pt x="333955" y="1215915"/>
                  </a:lnTo>
                  <a:lnTo>
                    <a:pt x="374626" y="1236655"/>
                  </a:lnTo>
                  <a:lnTo>
                    <a:pt x="416889" y="1254548"/>
                  </a:lnTo>
                  <a:lnTo>
                    <a:pt x="460619" y="1269469"/>
                  </a:lnTo>
                  <a:lnTo>
                    <a:pt x="505690" y="1281292"/>
                  </a:lnTo>
                  <a:lnTo>
                    <a:pt x="551977" y="1289893"/>
                  </a:lnTo>
                  <a:lnTo>
                    <a:pt x="599355" y="1295145"/>
                  </a:lnTo>
                  <a:lnTo>
                    <a:pt x="647700" y="1296923"/>
                  </a:lnTo>
                  <a:lnTo>
                    <a:pt x="696044" y="1295145"/>
                  </a:lnTo>
                  <a:lnTo>
                    <a:pt x="743422" y="1289893"/>
                  </a:lnTo>
                  <a:lnTo>
                    <a:pt x="789709" y="1281292"/>
                  </a:lnTo>
                  <a:lnTo>
                    <a:pt x="834780" y="1269469"/>
                  </a:lnTo>
                  <a:lnTo>
                    <a:pt x="878510" y="1254548"/>
                  </a:lnTo>
                  <a:lnTo>
                    <a:pt x="920773" y="1236655"/>
                  </a:lnTo>
                  <a:lnTo>
                    <a:pt x="961444" y="1215915"/>
                  </a:lnTo>
                  <a:lnTo>
                    <a:pt x="1000398" y="1192453"/>
                  </a:lnTo>
                  <a:lnTo>
                    <a:pt x="1037511" y="1166396"/>
                  </a:lnTo>
                  <a:lnTo>
                    <a:pt x="1072656" y="1137868"/>
                  </a:lnTo>
                  <a:lnTo>
                    <a:pt x="1105709" y="1106995"/>
                  </a:lnTo>
                  <a:lnTo>
                    <a:pt x="1136545" y="1073902"/>
                  </a:lnTo>
                  <a:lnTo>
                    <a:pt x="1165037" y="1038714"/>
                  </a:lnTo>
                  <a:lnTo>
                    <a:pt x="1191062" y="1001558"/>
                  </a:lnTo>
                  <a:lnTo>
                    <a:pt x="1214494" y="962557"/>
                  </a:lnTo>
                  <a:lnTo>
                    <a:pt x="1235208" y="921839"/>
                  </a:lnTo>
                  <a:lnTo>
                    <a:pt x="1253078" y="879527"/>
                  </a:lnTo>
                  <a:lnTo>
                    <a:pt x="1267980" y="835747"/>
                  </a:lnTo>
                  <a:lnTo>
                    <a:pt x="1279788" y="790626"/>
                  </a:lnTo>
                  <a:lnTo>
                    <a:pt x="1288378" y="744287"/>
                  </a:lnTo>
                  <a:lnTo>
                    <a:pt x="1293623" y="696858"/>
                  </a:lnTo>
                  <a:lnTo>
                    <a:pt x="1295400" y="648461"/>
                  </a:lnTo>
                  <a:lnTo>
                    <a:pt x="1293623" y="600065"/>
                  </a:lnTo>
                  <a:lnTo>
                    <a:pt x="1288378" y="552636"/>
                  </a:lnTo>
                  <a:lnTo>
                    <a:pt x="1279788" y="506297"/>
                  </a:lnTo>
                  <a:lnTo>
                    <a:pt x="1267980" y="461176"/>
                  </a:lnTo>
                  <a:lnTo>
                    <a:pt x="1253078" y="417396"/>
                  </a:lnTo>
                  <a:lnTo>
                    <a:pt x="1235208" y="375084"/>
                  </a:lnTo>
                  <a:lnTo>
                    <a:pt x="1214494" y="334366"/>
                  </a:lnTo>
                  <a:lnTo>
                    <a:pt x="1191062" y="295365"/>
                  </a:lnTo>
                  <a:lnTo>
                    <a:pt x="1165037" y="258209"/>
                  </a:lnTo>
                  <a:lnTo>
                    <a:pt x="1136545" y="223021"/>
                  </a:lnTo>
                  <a:lnTo>
                    <a:pt x="1105709" y="189928"/>
                  </a:lnTo>
                  <a:lnTo>
                    <a:pt x="1072656" y="159055"/>
                  </a:lnTo>
                  <a:lnTo>
                    <a:pt x="1037511" y="130527"/>
                  </a:lnTo>
                  <a:lnTo>
                    <a:pt x="1000398" y="104470"/>
                  </a:lnTo>
                  <a:lnTo>
                    <a:pt x="961444" y="81008"/>
                  </a:lnTo>
                  <a:lnTo>
                    <a:pt x="920773" y="60268"/>
                  </a:lnTo>
                  <a:lnTo>
                    <a:pt x="878510" y="42375"/>
                  </a:lnTo>
                  <a:lnTo>
                    <a:pt x="834780" y="27454"/>
                  </a:lnTo>
                  <a:lnTo>
                    <a:pt x="789709" y="15631"/>
                  </a:lnTo>
                  <a:lnTo>
                    <a:pt x="743422" y="7030"/>
                  </a:lnTo>
                  <a:lnTo>
                    <a:pt x="696044" y="177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5FC8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05143" y="4652772"/>
              <a:ext cx="1295400" cy="1297305"/>
            </a:xfrm>
            <a:custGeom>
              <a:avLst/>
              <a:gdLst/>
              <a:ahLst/>
              <a:cxnLst/>
              <a:rect l="l" t="t" r="r" b="b"/>
              <a:pathLst>
                <a:path w="1295400" h="1297304">
                  <a:moveTo>
                    <a:pt x="0" y="648461"/>
                  </a:moveTo>
                  <a:lnTo>
                    <a:pt x="1776" y="600065"/>
                  </a:lnTo>
                  <a:lnTo>
                    <a:pt x="7021" y="552636"/>
                  </a:lnTo>
                  <a:lnTo>
                    <a:pt x="15611" y="506297"/>
                  </a:lnTo>
                  <a:lnTo>
                    <a:pt x="27419" y="461176"/>
                  </a:lnTo>
                  <a:lnTo>
                    <a:pt x="42321" y="417396"/>
                  </a:lnTo>
                  <a:lnTo>
                    <a:pt x="60191" y="375084"/>
                  </a:lnTo>
                  <a:lnTo>
                    <a:pt x="80905" y="334366"/>
                  </a:lnTo>
                  <a:lnTo>
                    <a:pt x="104337" y="295365"/>
                  </a:lnTo>
                  <a:lnTo>
                    <a:pt x="130362" y="258209"/>
                  </a:lnTo>
                  <a:lnTo>
                    <a:pt x="158854" y="223021"/>
                  </a:lnTo>
                  <a:lnTo>
                    <a:pt x="189690" y="189928"/>
                  </a:lnTo>
                  <a:lnTo>
                    <a:pt x="222743" y="159055"/>
                  </a:lnTo>
                  <a:lnTo>
                    <a:pt x="257888" y="130527"/>
                  </a:lnTo>
                  <a:lnTo>
                    <a:pt x="295001" y="104470"/>
                  </a:lnTo>
                  <a:lnTo>
                    <a:pt x="333955" y="81008"/>
                  </a:lnTo>
                  <a:lnTo>
                    <a:pt x="374626" y="60268"/>
                  </a:lnTo>
                  <a:lnTo>
                    <a:pt x="416889" y="42375"/>
                  </a:lnTo>
                  <a:lnTo>
                    <a:pt x="460619" y="27454"/>
                  </a:lnTo>
                  <a:lnTo>
                    <a:pt x="505690" y="15631"/>
                  </a:lnTo>
                  <a:lnTo>
                    <a:pt x="551977" y="7030"/>
                  </a:lnTo>
                  <a:lnTo>
                    <a:pt x="599355" y="1778"/>
                  </a:lnTo>
                  <a:lnTo>
                    <a:pt x="647700" y="0"/>
                  </a:lnTo>
                  <a:lnTo>
                    <a:pt x="696044" y="1778"/>
                  </a:lnTo>
                  <a:lnTo>
                    <a:pt x="743422" y="7030"/>
                  </a:lnTo>
                  <a:lnTo>
                    <a:pt x="789709" y="15631"/>
                  </a:lnTo>
                  <a:lnTo>
                    <a:pt x="834780" y="27454"/>
                  </a:lnTo>
                  <a:lnTo>
                    <a:pt x="878510" y="42375"/>
                  </a:lnTo>
                  <a:lnTo>
                    <a:pt x="920773" y="60268"/>
                  </a:lnTo>
                  <a:lnTo>
                    <a:pt x="961444" y="81008"/>
                  </a:lnTo>
                  <a:lnTo>
                    <a:pt x="1000398" y="104470"/>
                  </a:lnTo>
                  <a:lnTo>
                    <a:pt x="1037511" y="130527"/>
                  </a:lnTo>
                  <a:lnTo>
                    <a:pt x="1072656" y="159055"/>
                  </a:lnTo>
                  <a:lnTo>
                    <a:pt x="1105709" y="189928"/>
                  </a:lnTo>
                  <a:lnTo>
                    <a:pt x="1136545" y="223021"/>
                  </a:lnTo>
                  <a:lnTo>
                    <a:pt x="1165037" y="258209"/>
                  </a:lnTo>
                  <a:lnTo>
                    <a:pt x="1191062" y="295365"/>
                  </a:lnTo>
                  <a:lnTo>
                    <a:pt x="1214494" y="334366"/>
                  </a:lnTo>
                  <a:lnTo>
                    <a:pt x="1235208" y="375084"/>
                  </a:lnTo>
                  <a:lnTo>
                    <a:pt x="1253078" y="417396"/>
                  </a:lnTo>
                  <a:lnTo>
                    <a:pt x="1267980" y="461176"/>
                  </a:lnTo>
                  <a:lnTo>
                    <a:pt x="1279788" y="506297"/>
                  </a:lnTo>
                  <a:lnTo>
                    <a:pt x="1288378" y="552636"/>
                  </a:lnTo>
                  <a:lnTo>
                    <a:pt x="1293623" y="600065"/>
                  </a:lnTo>
                  <a:lnTo>
                    <a:pt x="1295400" y="648461"/>
                  </a:lnTo>
                  <a:lnTo>
                    <a:pt x="1293623" y="696858"/>
                  </a:lnTo>
                  <a:lnTo>
                    <a:pt x="1288378" y="744287"/>
                  </a:lnTo>
                  <a:lnTo>
                    <a:pt x="1279788" y="790626"/>
                  </a:lnTo>
                  <a:lnTo>
                    <a:pt x="1267980" y="835747"/>
                  </a:lnTo>
                  <a:lnTo>
                    <a:pt x="1253078" y="879527"/>
                  </a:lnTo>
                  <a:lnTo>
                    <a:pt x="1235208" y="921839"/>
                  </a:lnTo>
                  <a:lnTo>
                    <a:pt x="1214494" y="962557"/>
                  </a:lnTo>
                  <a:lnTo>
                    <a:pt x="1191062" y="1001558"/>
                  </a:lnTo>
                  <a:lnTo>
                    <a:pt x="1165037" y="1038714"/>
                  </a:lnTo>
                  <a:lnTo>
                    <a:pt x="1136545" y="1073902"/>
                  </a:lnTo>
                  <a:lnTo>
                    <a:pt x="1105709" y="1106995"/>
                  </a:lnTo>
                  <a:lnTo>
                    <a:pt x="1072656" y="1137868"/>
                  </a:lnTo>
                  <a:lnTo>
                    <a:pt x="1037511" y="1166396"/>
                  </a:lnTo>
                  <a:lnTo>
                    <a:pt x="1000398" y="1192453"/>
                  </a:lnTo>
                  <a:lnTo>
                    <a:pt x="961444" y="1215915"/>
                  </a:lnTo>
                  <a:lnTo>
                    <a:pt x="920773" y="1236655"/>
                  </a:lnTo>
                  <a:lnTo>
                    <a:pt x="878510" y="1254548"/>
                  </a:lnTo>
                  <a:lnTo>
                    <a:pt x="834780" y="1269469"/>
                  </a:lnTo>
                  <a:lnTo>
                    <a:pt x="789709" y="1281292"/>
                  </a:lnTo>
                  <a:lnTo>
                    <a:pt x="743422" y="1289893"/>
                  </a:lnTo>
                  <a:lnTo>
                    <a:pt x="696044" y="1295145"/>
                  </a:lnTo>
                  <a:lnTo>
                    <a:pt x="647700" y="1296923"/>
                  </a:lnTo>
                  <a:lnTo>
                    <a:pt x="599355" y="1295145"/>
                  </a:lnTo>
                  <a:lnTo>
                    <a:pt x="551977" y="1289893"/>
                  </a:lnTo>
                  <a:lnTo>
                    <a:pt x="505690" y="1281292"/>
                  </a:lnTo>
                  <a:lnTo>
                    <a:pt x="460619" y="1269469"/>
                  </a:lnTo>
                  <a:lnTo>
                    <a:pt x="416889" y="1254548"/>
                  </a:lnTo>
                  <a:lnTo>
                    <a:pt x="374626" y="1236655"/>
                  </a:lnTo>
                  <a:lnTo>
                    <a:pt x="333955" y="1215915"/>
                  </a:lnTo>
                  <a:lnTo>
                    <a:pt x="295001" y="1192453"/>
                  </a:lnTo>
                  <a:lnTo>
                    <a:pt x="257888" y="1166396"/>
                  </a:lnTo>
                  <a:lnTo>
                    <a:pt x="222743" y="1137868"/>
                  </a:lnTo>
                  <a:lnTo>
                    <a:pt x="189690" y="1106995"/>
                  </a:lnTo>
                  <a:lnTo>
                    <a:pt x="158854" y="1073902"/>
                  </a:lnTo>
                  <a:lnTo>
                    <a:pt x="130362" y="1038714"/>
                  </a:lnTo>
                  <a:lnTo>
                    <a:pt x="104337" y="1001558"/>
                  </a:lnTo>
                  <a:lnTo>
                    <a:pt x="80905" y="962557"/>
                  </a:lnTo>
                  <a:lnTo>
                    <a:pt x="60191" y="921839"/>
                  </a:lnTo>
                  <a:lnTo>
                    <a:pt x="42321" y="879527"/>
                  </a:lnTo>
                  <a:lnTo>
                    <a:pt x="27419" y="835747"/>
                  </a:lnTo>
                  <a:lnTo>
                    <a:pt x="15611" y="790626"/>
                  </a:lnTo>
                  <a:lnTo>
                    <a:pt x="7021" y="744287"/>
                  </a:lnTo>
                  <a:lnTo>
                    <a:pt x="1776" y="696858"/>
                  </a:lnTo>
                  <a:lnTo>
                    <a:pt x="0" y="64846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248399" y="4940807"/>
              <a:ext cx="1009015" cy="1009015"/>
            </a:xfrm>
            <a:custGeom>
              <a:avLst/>
              <a:gdLst/>
              <a:ahLst/>
              <a:cxnLst/>
              <a:rect l="l" t="t" r="r" b="b"/>
              <a:pathLst>
                <a:path w="1009015" h="1009014">
                  <a:moveTo>
                    <a:pt x="504444" y="0"/>
                  </a:moveTo>
                  <a:lnTo>
                    <a:pt x="455856" y="2308"/>
                  </a:lnTo>
                  <a:lnTo>
                    <a:pt x="408576" y="9094"/>
                  </a:lnTo>
                  <a:lnTo>
                    <a:pt x="362816" y="20145"/>
                  </a:lnTo>
                  <a:lnTo>
                    <a:pt x="318786" y="35250"/>
                  </a:lnTo>
                  <a:lnTo>
                    <a:pt x="276698" y="54199"/>
                  </a:lnTo>
                  <a:lnTo>
                    <a:pt x="236763" y="76779"/>
                  </a:lnTo>
                  <a:lnTo>
                    <a:pt x="199193" y="102780"/>
                  </a:lnTo>
                  <a:lnTo>
                    <a:pt x="164198" y="131990"/>
                  </a:lnTo>
                  <a:lnTo>
                    <a:pt x="131990" y="164198"/>
                  </a:lnTo>
                  <a:lnTo>
                    <a:pt x="102780" y="199193"/>
                  </a:lnTo>
                  <a:lnTo>
                    <a:pt x="76779" y="236763"/>
                  </a:lnTo>
                  <a:lnTo>
                    <a:pt x="54199" y="276698"/>
                  </a:lnTo>
                  <a:lnTo>
                    <a:pt x="35250" y="318786"/>
                  </a:lnTo>
                  <a:lnTo>
                    <a:pt x="20145" y="362816"/>
                  </a:lnTo>
                  <a:lnTo>
                    <a:pt x="9094" y="408576"/>
                  </a:lnTo>
                  <a:lnTo>
                    <a:pt x="2308" y="455856"/>
                  </a:lnTo>
                  <a:lnTo>
                    <a:pt x="0" y="504444"/>
                  </a:lnTo>
                  <a:lnTo>
                    <a:pt x="2308" y="553025"/>
                  </a:lnTo>
                  <a:lnTo>
                    <a:pt x="9094" y="600300"/>
                  </a:lnTo>
                  <a:lnTo>
                    <a:pt x="20145" y="646058"/>
                  </a:lnTo>
                  <a:lnTo>
                    <a:pt x="35250" y="690085"/>
                  </a:lnTo>
                  <a:lnTo>
                    <a:pt x="54199" y="732172"/>
                  </a:lnTo>
                  <a:lnTo>
                    <a:pt x="76779" y="772107"/>
                  </a:lnTo>
                  <a:lnTo>
                    <a:pt x="102780" y="809678"/>
                  </a:lnTo>
                  <a:lnTo>
                    <a:pt x="131990" y="844674"/>
                  </a:lnTo>
                  <a:lnTo>
                    <a:pt x="164198" y="876884"/>
                  </a:lnTo>
                  <a:lnTo>
                    <a:pt x="199193" y="906096"/>
                  </a:lnTo>
                  <a:lnTo>
                    <a:pt x="236763" y="932099"/>
                  </a:lnTo>
                  <a:lnTo>
                    <a:pt x="276698" y="954681"/>
                  </a:lnTo>
                  <a:lnTo>
                    <a:pt x="318786" y="973632"/>
                  </a:lnTo>
                  <a:lnTo>
                    <a:pt x="362816" y="988739"/>
                  </a:lnTo>
                  <a:lnTo>
                    <a:pt x="408576" y="999792"/>
                  </a:lnTo>
                  <a:lnTo>
                    <a:pt x="455856" y="1006578"/>
                  </a:lnTo>
                  <a:lnTo>
                    <a:pt x="504444" y="1008888"/>
                  </a:lnTo>
                  <a:lnTo>
                    <a:pt x="553031" y="1006578"/>
                  </a:lnTo>
                  <a:lnTo>
                    <a:pt x="600311" y="999792"/>
                  </a:lnTo>
                  <a:lnTo>
                    <a:pt x="646071" y="988739"/>
                  </a:lnTo>
                  <a:lnTo>
                    <a:pt x="690101" y="973632"/>
                  </a:lnTo>
                  <a:lnTo>
                    <a:pt x="732189" y="954681"/>
                  </a:lnTo>
                  <a:lnTo>
                    <a:pt x="772124" y="932099"/>
                  </a:lnTo>
                  <a:lnTo>
                    <a:pt x="809694" y="906096"/>
                  </a:lnTo>
                  <a:lnTo>
                    <a:pt x="844689" y="876884"/>
                  </a:lnTo>
                  <a:lnTo>
                    <a:pt x="876897" y="844674"/>
                  </a:lnTo>
                  <a:lnTo>
                    <a:pt x="906107" y="809678"/>
                  </a:lnTo>
                  <a:lnTo>
                    <a:pt x="932108" y="772107"/>
                  </a:lnTo>
                  <a:lnTo>
                    <a:pt x="954688" y="732172"/>
                  </a:lnTo>
                  <a:lnTo>
                    <a:pt x="973637" y="690085"/>
                  </a:lnTo>
                  <a:lnTo>
                    <a:pt x="988742" y="646058"/>
                  </a:lnTo>
                  <a:lnTo>
                    <a:pt x="999793" y="600300"/>
                  </a:lnTo>
                  <a:lnTo>
                    <a:pt x="1006579" y="553025"/>
                  </a:lnTo>
                  <a:lnTo>
                    <a:pt x="1008888" y="504444"/>
                  </a:lnTo>
                  <a:lnTo>
                    <a:pt x="1006579" y="455856"/>
                  </a:lnTo>
                  <a:lnTo>
                    <a:pt x="999793" y="408576"/>
                  </a:lnTo>
                  <a:lnTo>
                    <a:pt x="988742" y="362816"/>
                  </a:lnTo>
                  <a:lnTo>
                    <a:pt x="973637" y="318786"/>
                  </a:lnTo>
                  <a:lnTo>
                    <a:pt x="954688" y="276698"/>
                  </a:lnTo>
                  <a:lnTo>
                    <a:pt x="932108" y="236763"/>
                  </a:lnTo>
                  <a:lnTo>
                    <a:pt x="906107" y="199193"/>
                  </a:lnTo>
                  <a:lnTo>
                    <a:pt x="876897" y="164198"/>
                  </a:lnTo>
                  <a:lnTo>
                    <a:pt x="844689" y="131990"/>
                  </a:lnTo>
                  <a:lnTo>
                    <a:pt x="809694" y="102780"/>
                  </a:lnTo>
                  <a:lnTo>
                    <a:pt x="772124" y="76779"/>
                  </a:lnTo>
                  <a:lnTo>
                    <a:pt x="732189" y="54199"/>
                  </a:lnTo>
                  <a:lnTo>
                    <a:pt x="690101" y="35250"/>
                  </a:lnTo>
                  <a:lnTo>
                    <a:pt x="646071" y="20145"/>
                  </a:lnTo>
                  <a:lnTo>
                    <a:pt x="600311" y="9094"/>
                  </a:lnTo>
                  <a:lnTo>
                    <a:pt x="553031" y="2308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CCED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248399" y="4940807"/>
              <a:ext cx="1009015" cy="1009015"/>
            </a:xfrm>
            <a:custGeom>
              <a:avLst/>
              <a:gdLst/>
              <a:ahLst/>
              <a:cxnLst/>
              <a:rect l="l" t="t" r="r" b="b"/>
              <a:pathLst>
                <a:path w="1009015" h="1009014">
                  <a:moveTo>
                    <a:pt x="0" y="504444"/>
                  </a:moveTo>
                  <a:lnTo>
                    <a:pt x="2308" y="455856"/>
                  </a:lnTo>
                  <a:lnTo>
                    <a:pt x="9094" y="408576"/>
                  </a:lnTo>
                  <a:lnTo>
                    <a:pt x="20145" y="362816"/>
                  </a:lnTo>
                  <a:lnTo>
                    <a:pt x="35250" y="318786"/>
                  </a:lnTo>
                  <a:lnTo>
                    <a:pt x="54199" y="276698"/>
                  </a:lnTo>
                  <a:lnTo>
                    <a:pt x="76779" y="236763"/>
                  </a:lnTo>
                  <a:lnTo>
                    <a:pt x="102780" y="199193"/>
                  </a:lnTo>
                  <a:lnTo>
                    <a:pt x="131990" y="164198"/>
                  </a:lnTo>
                  <a:lnTo>
                    <a:pt x="164198" y="131990"/>
                  </a:lnTo>
                  <a:lnTo>
                    <a:pt x="199193" y="102780"/>
                  </a:lnTo>
                  <a:lnTo>
                    <a:pt x="236763" y="76779"/>
                  </a:lnTo>
                  <a:lnTo>
                    <a:pt x="276698" y="54199"/>
                  </a:lnTo>
                  <a:lnTo>
                    <a:pt x="318786" y="35250"/>
                  </a:lnTo>
                  <a:lnTo>
                    <a:pt x="362816" y="20145"/>
                  </a:lnTo>
                  <a:lnTo>
                    <a:pt x="408576" y="9094"/>
                  </a:lnTo>
                  <a:lnTo>
                    <a:pt x="455856" y="2308"/>
                  </a:lnTo>
                  <a:lnTo>
                    <a:pt x="504444" y="0"/>
                  </a:lnTo>
                  <a:lnTo>
                    <a:pt x="553031" y="2308"/>
                  </a:lnTo>
                  <a:lnTo>
                    <a:pt x="600311" y="9094"/>
                  </a:lnTo>
                  <a:lnTo>
                    <a:pt x="646071" y="20145"/>
                  </a:lnTo>
                  <a:lnTo>
                    <a:pt x="690101" y="35250"/>
                  </a:lnTo>
                  <a:lnTo>
                    <a:pt x="732189" y="54199"/>
                  </a:lnTo>
                  <a:lnTo>
                    <a:pt x="772124" y="76779"/>
                  </a:lnTo>
                  <a:lnTo>
                    <a:pt x="809694" y="102780"/>
                  </a:lnTo>
                  <a:lnTo>
                    <a:pt x="844689" y="131990"/>
                  </a:lnTo>
                  <a:lnTo>
                    <a:pt x="876897" y="164198"/>
                  </a:lnTo>
                  <a:lnTo>
                    <a:pt x="906107" y="199193"/>
                  </a:lnTo>
                  <a:lnTo>
                    <a:pt x="932108" y="236763"/>
                  </a:lnTo>
                  <a:lnTo>
                    <a:pt x="954688" y="276698"/>
                  </a:lnTo>
                  <a:lnTo>
                    <a:pt x="973637" y="318786"/>
                  </a:lnTo>
                  <a:lnTo>
                    <a:pt x="988742" y="362816"/>
                  </a:lnTo>
                  <a:lnTo>
                    <a:pt x="999793" y="408576"/>
                  </a:lnTo>
                  <a:lnTo>
                    <a:pt x="1006579" y="455856"/>
                  </a:lnTo>
                  <a:lnTo>
                    <a:pt x="1008888" y="504444"/>
                  </a:lnTo>
                  <a:lnTo>
                    <a:pt x="1006579" y="553025"/>
                  </a:lnTo>
                  <a:lnTo>
                    <a:pt x="999793" y="600300"/>
                  </a:lnTo>
                  <a:lnTo>
                    <a:pt x="988742" y="646058"/>
                  </a:lnTo>
                  <a:lnTo>
                    <a:pt x="973637" y="690085"/>
                  </a:lnTo>
                  <a:lnTo>
                    <a:pt x="954688" y="732172"/>
                  </a:lnTo>
                  <a:lnTo>
                    <a:pt x="932108" y="772107"/>
                  </a:lnTo>
                  <a:lnTo>
                    <a:pt x="906107" y="809678"/>
                  </a:lnTo>
                  <a:lnTo>
                    <a:pt x="876897" y="844674"/>
                  </a:lnTo>
                  <a:lnTo>
                    <a:pt x="844689" y="876884"/>
                  </a:lnTo>
                  <a:lnTo>
                    <a:pt x="809694" y="906096"/>
                  </a:lnTo>
                  <a:lnTo>
                    <a:pt x="772124" y="932099"/>
                  </a:lnTo>
                  <a:lnTo>
                    <a:pt x="732189" y="954681"/>
                  </a:lnTo>
                  <a:lnTo>
                    <a:pt x="690101" y="973632"/>
                  </a:lnTo>
                  <a:lnTo>
                    <a:pt x="646071" y="988739"/>
                  </a:lnTo>
                  <a:lnTo>
                    <a:pt x="600311" y="999792"/>
                  </a:lnTo>
                  <a:lnTo>
                    <a:pt x="553031" y="1006578"/>
                  </a:lnTo>
                  <a:lnTo>
                    <a:pt x="504444" y="1008888"/>
                  </a:lnTo>
                  <a:lnTo>
                    <a:pt x="455856" y="1006578"/>
                  </a:lnTo>
                  <a:lnTo>
                    <a:pt x="408576" y="999792"/>
                  </a:lnTo>
                  <a:lnTo>
                    <a:pt x="362816" y="988739"/>
                  </a:lnTo>
                  <a:lnTo>
                    <a:pt x="318786" y="973632"/>
                  </a:lnTo>
                  <a:lnTo>
                    <a:pt x="276698" y="954681"/>
                  </a:lnTo>
                  <a:lnTo>
                    <a:pt x="236763" y="932099"/>
                  </a:lnTo>
                  <a:lnTo>
                    <a:pt x="199193" y="906096"/>
                  </a:lnTo>
                  <a:lnTo>
                    <a:pt x="164198" y="876884"/>
                  </a:lnTo>
                  <a:lnTo>
                    <a:pt x="131990" y="844674"/>
                  </a:lnTo>
                  <a:lnTo>
                    <a:pt x="102780" y="809678"/>
                  </a:lnTo>
                  <a:lnTo>
                    <a:pt x="76779" y="772107"/>
                  </a:lnTo>
                  <a:lnTo>
                    <a:pt x="54199" y="732172"/>
                  </a:lnTo>
                  <a:lnTo>
                    <a:pt x="35250" y="690085"/>
                  </a:lnTo>
                  <a:lnTo>
                    <a:pt x="20145" y="646058"/>
                  </a:lnTo>
                  <a:lnTo>
                    <a:pt x="9094" y="600300"/>
                  </a:lnTo>
                  <a:lnTo>
                    <a:pt x="2308" y="553025"/>
                  </a:lnTo>
                  <a:lnTo>
                    <a:pt x="0" y="5044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93179" y="5228844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359664" y="0"/>
                  </a:moveTo>
                  <a:lnTo>
                    <a:pt x="310861" y="3291"/>
                  </a:lnTo>
                  <a:lnTo>
                    <a:pt x="264054" y="12878"/>
                  </a:lnTo>
                  <a:lnTo>
                    <a:pt x="219670" y="28330"/>
                  </a:lnTo>
                  <a:lnTo>
                    <a:pt x="178138" y="49219"/>
                  </a:lnTo>
                  <a:lnTo>
                    <a:pt x="139887" y="75114"/>
                  </a:lnTo>
                  <a:lnTo>
                    <a:pt x="105346" y="105584"/>
                  </a:lnTo>
                  <a:lnTo>
                    <a:pt x="74943" y="140201"/>
                  </a:lnTo>
                  <a:lnTo>
                    <a:pt x="49106" y="178533"/>
                  </a:lnTo>
                  <a:lnTo>
                    <a:pt x="28265" y="220152"/>
                  </a:lnTo>
                  <a:lnTo>
                    <a:pt x="12848" y="264627"/>
                  </a:lnTo>
                  <a:lnTo>
                    <a:pt x="3283" y="311528"/>
                  </a:lnTo>
                  <a:lnTo>
                    <a:pt x="0" y="360425"/>
                  </a:lnTo>
                  <a:lnTo>
                    <a:pt x="3283" y="409334"/>
                  </a:lnTo>
                  <a:lnTo>
                    <a:pt x="12848" y="456242"/>
                  </a:lnTo>
                  <a:lnTo>
                    <a:pt x="28265" y="500720"/>
                  </a:lnTo>
                  <a:lnTo>
                    <a:pt x="49106" y="542340"/>
                  </a:lnTo>
                  <a:lnTo>
                    <a:pt x="74943" y="580672"/>
                  </a:lnTo>
                  <a:lnTo>
                    <a:pt x="105346" y="615286"/>
                  </a:lnTo>
                  <a:lnTo>
                    <a:pt x="139887" y="645753"/>
                  </a:lnTo>
                  <a:lnTo>
                    <a:pt x="178138" y="671643"/>
                  </a:lnTo>
                  <a:lnTo>
                    <a:pt x="219670" y="692528"/>
                  </a:lnTo>
                  <a:lnTo>
                    <a:pt x="264054" y="707977"/>
                  </a:lnTo>
                  <a:lnTo>
                    <a:pt x="310861" y="717561"/>
                  </a:lnTo>
                  <a:lnTo>
                    <a:pt x="359664" y="720851"/>
                  </a:lnTo>
                  <a:lnTo>
                    <a:pt x="408466" y="717561"/>
                  </a:lnTo>
                  <a:lnTo>
                    <a:pt x="455273" y="707977"/>
                  </a:lnTo>
                  <a:lnTo>
                    <a:pt x="499657" y="692528"/>
                  </a:lnTo>
                  <a:lnTo>
                    <a:pt x="541189" y="671643"/>
                  </a:lnTo>
                  <a:lnTo>
                    <a:pt x="579440" y="645753"/>
                  </a:lnTo>
                  <a:lnTo>
                    <a:pt x="613981" y="615286"/>
                  </a:lnTo>
                  <a:lnTo>
                    <a:pt x="644384" y="580672"/>
                  </a:lnTo>
                  <a:lnTo>
                    <a:pt x="670221" y="542340"/>
                  </a:lnTo>
                  <a:lnTo>
                    <a:pt x="691062" y="500720"/>
                  </a:lnTo>
                  <a:lnTo>
                    <a:pt x="706479" y="456242"/>
                  </a:lnTo>
                  <a:lnTo>
                    <a:pt x="716044" y="409334"/>
                  </a:lnTo>
                  <a:lnTo>
                    <a:pt x="719327" y="360425"/>
                  </a:lnTo>
                  <a:lnTo>
                    <a:pt x="716044" y="311528"/>
                  </a:lnTo>
                  <a:lnTo>
                    <a:pt x="706479" y="264627"/>
                  </a:lnTo>
                  <a:lnTo>
                    <a:pt x="691062" y="220152"/>
                  </a:lnTo>
                  <a:lnTo>
                    <a:pt x="670221" y="178533"/>
                  </a:lnTo>
                  <a:lnTo>
                    <a:pt x="644384" y="140201"/>
                  </a:lnTo>
                  <a:lnTo>
                    <a:pt x="613981" y="105584"/>
                  </a:lnTo>
                  <a:lnTo>
                    <a:pt x="579440" y="75114"/>
                  </a:lnTo>
                  <a:lnTo>
                    <a:pt x="541189" y="49219"/>
                  </a:lnTo>
                  <a:lnTo>
                    <a:pt x="499657" y="28330"/>
                  </a:lnTo>
                  <a:lnTo>
                    <a:pt x="455273" y="12878"/>
                  </a:lnTo>
                  <a:lnTo>
                    <a:pt x="408466" y="3291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393179" y="5228844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0" y="360425"/>
                  </a:moveTo>
                  <a:lnTo>
                    <a:pt x="3283" y="311528"/>
                  </a:lnTo>
                  <a:lnTo>
                    <a:pt x="12848" y="264627"/>
                  </a:lnTo>
                  <a:lnTo>
                    <a:pt x="28265" y="220152"/>
                  </a:lnTo>
                  <a:lnTo>
                    <a:pt x="49106" y="178533"/>
                  </a:lnTo>
                  <a:lnTo>
                    <a:pt x="74943" y="140201"/>
                  </a:lnTo>
                  <a:lnTo>
                    <a:pt x="105346" y="105584"/>
                  </a:lnTo>
                  <a:lnTo>
                    <a:pt x="139887" y="75114"/>
                  </a:lnTo>
                  <a:lnTo>
                    <a:pt x="178138" y="49219"/>
                  </a:lnTo>
                  <a:lnTo>
                    <a:pt x="219670" y="28330"/>
                  </a:lnTo>
                  <a:lnTo>
                    <a:pt x="264054" y="12878"/>
                  </a:lnTo>
                  <a:lnTo>
                    <a:pt x="310861" y="3291"/>
                  </a:lnTo>
                  <a:lnTo>
                    <a:pt x="359664" y="0"/>
                  </a:lnTo>
                  <a:lnTo>
                    <a:pt x="408466" y="3291"/>
                  </a:lnTo>
                  <a:lnTo>
                    <a:pt x="455273" y="12878"/>
                  </a:lnTo>
                  <a:lnTo>
                    <a:pt x="499657" y="28330"/>
                  </a:lnTo>
                  <a:lnTo>
                    <a:pt x="541189" y="49219"/>
                  </a:lnTo>
                  <a:lnTo>
                    <a:pt x="579440" y="75114"/>
                  </a:lnTo>
                  <a:lnTo>
                    <a:pt x="613981" y="105584"/>
                  </a:lnTo>
                  <a:lnTo>
                    <a:pt x="644384" y="140201"/>
                  </a:lnTo>
                  <a:lnTo>
                    <a:pt x="670221" y="178533"/>
                  </a:lnTo>
                  <a:lnTo>
                    <a:pt x="691062" y="220152"/>
                  </a:lnTo>
                  <a:lnTo>
                    <a:pt x="706479" y="264627"/>
                  </a:lnTo>
                  <a:lnTo>
                    <a:pt x="716044" y="311528"/>
                  </a:lnTo>
                  <a:lnTo>
                    <a:pt x="719327" y="360425"/>
                  </a:lnTo>
                  <a:lnTo>
                    <a:pt x="716044" y="409334"/>
                  </a:lnTo>
                  <a:lnTo>
                    <a:pt x="706479" y="456242"/>
                  </a:lnTo>
                  <a:lnTo>
                    <a:pt x="691062" y="500720"/>
                  </a:lnTo>
                  <a:lnTo>
                    <a:pt x="670221" y="542340"/>
                  </a:lnTo>
                  <a:lnTo>
                    <a:pt x="644384" y="580672"/>
                  </a:lnTo>
                  <a:lnTo>
                    <a:pt x="613981" y="615286"/>
                  </a:lnTo>
                  <a:lnTo>
                    <a:pt x="579440" y="645753"/>
                  </a:lnTo>
                  <a:lnTo>
                    <a:pt x="541189" y="671643"/>
                  </a:lnTo>
                  <a:lnTo>
                    <a:pt x="499657" y="692528"/>
                  </a:lnTo>
                  <a:lnTo>
                    <a:pt x="455273" y="707977"/>
                  </a:lnTo>
                  <a:lnTo>
                    <a:pt x="408466" y="717561"/>
                  </a:lnTo>
                  <a:lnTo>
                    <a:pt x="359664" y="720851"/>
                  </a:lnTo>
                  <a:lnTo>
                    <a:pt x="310861" y="717561"/>
                  </a:lnTo>
                  <a:lnTo>
                    <a:pt x="264054" y="707977"/>
                  </a:lnTo>
                  <a:lnTo>
                    <a:pt x="219670" y="692528"/>
                  </a:lnTo>
                  <a:lnTo>
                    <a:pt x="178138" y="671643"/>
                  </a:lnTo>
                  <a:lnTo>
                    <a:pt x="139887" y="645753"/>
                  </a:lnTo>
                  <a:lnTo>
                    <a:pt x="105346" y="615286"/>
                  </a:lnTo>
                  <a:lnTo>
                    <a:pt x="74943" y="580672"/>
                  </a:lnTo>
                  <a:lnTo>
                    <a:pt x="49106" y="542340"/>
                  </a:lnTo>
                  <a:lnTo>
                    <a:pt x="28265" y="500720"/>
                  </a:lnTo>
                  <a:lnTo>
                    <a:pt x="12848" y="456242"/>
                  </a:lnTo>
                  <a:lnTo>
                    <a:pt x="3283" y="409334"/>
                  </a:lnTo>
                  <a:lnTo>
                    <a:pt x="0" y="3604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51892" y="3631971"/>
            <a:ext cx="4638675" cy="113284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controls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Defense-</a:t>
            </a:r>
            <a:r>
              <a:rPr dirty="0" sz="1600" spc="-120">
                <a:latin typeface="Arial MT"/>
                <a:cs typeface="Arial MT"/>
              </a:rPr>
              <a:t>in-</a:t>
            </a:r>
            <a:r>
              <a:rPr dirty="0" sz="1600" spc="-165">
                <a:latin typeface="Arial MT"/>
                <a:cs typeface="Arial MT"/>
              </a:rPr>
              <a:t>Depth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approach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protect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sensitive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90">
                <a:latin typeface="Arial MT"/>
                <a:cs typeface="Arial MT"/>
              </a:rPr>
              <a:t>If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one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layer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bypassed,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other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layers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protect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80">
                <a:latin typeface="Arial MT"/>
                <a:cs typeface="Arial MT"/>
              </a:rPr>
              <a:t>asset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511290" y="4721097"/>
            <a:ext cx="515620" cy="9569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Training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1000" spc="-75">
                <a:latin typeface="Arial MT"/>
                <a:cs typeface="Arial MT"/>
              </a:rPr>
              <a:t>Encryption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00">
              <a:latin typeface="Arial MT"/>
              <a:cs typeface="Arial MT"/>
            </a:endParaRPr>
          </a:p>
          <a:p>
            <a:pPr algn="ctr" marL="47625" marR="39370">
              <a:lnSpc>
                <a:spcPct val="100000"/>
              </a:lnSpc>
            </a:pPr>
            <a:r>
              <a:rPr dirty="0" sz="1000" spc="-90">
                <a:latin typeface="Arial MT"/>
                <a:cs typeface="Arial MT"/>
              </a:rPr>
              <a:t>Sensitive</a:t>
            </a:r>
            <a:r>
              <a:rPr dirty="0" sz="1000" spc="-20">
                <a:latin typeface="Arial MT"/>
                <a:cs typeface="Arial MT"/>
              </a:rPr>
              <a:t> data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406134" y="4389247"/>
            <a:ext cx="7035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latin typeface="Arial MT"/>
                <a:cs typeface="Arial MT"/>
              </a:rPr>
              <a:t>Access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control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1892" y="607593"/>
            <a:ext cx="7178675" cy="223901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5">
                <a:latin typeface="Arial MT"/>
                <a:cs typeface="Arial MT"/>
              </a:rPr>
              <a:t>Verification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post-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Define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checks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post-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met,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40">
                <a:latin typeface="Arial MT"/>
                <a:cs typeface="Arial MT"/>
              </a:rPr>
              <a:t>either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Check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manually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hardware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plug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protects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debug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interface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Automatic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pre-defined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test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cases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245">
                <a:latin typeface="Arial MT"/>
                <a:cs typeface="Arial MT"/>
              </a:rPr>
              <a:t>To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check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removal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of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privileged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accounts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245">
                <a:latin typeface="Arial MT"/>
                <a:cs typeface="Arial MT"/>
              </a:rPr>
              <a:t>To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verify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correct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firmware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flashed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55051" y="281813"/>
            <a:ext cx="1099312" cy="147827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2502" y="2442845"/>
            <a:ext cx="2533523" cy="4923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9221" y="3065145"/>
            <a:ext cx="6302245" cy="505967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33616" y="155955"/>
              <a:ext cx="1271905" cy="247015"/>
            </a:xfrm>
            <a:custGeom>
              <a:avLst/>
              <a:gdLst/>
              <a:ahLst/>
              <a:cxnLst/>
              <a:rect l="l" t="t" r="r" b="b"/>
              <a:pathLst>
                <a:path w="1271905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  <a:path w="1271905" h="247015">
                  <a:moveTo>
                    <a:pt x="231381" y="38100"/>
                  </a:moveTo>
                  <a:lnTo>
                    <a:pt x="228879" y="35179"/>
                  </a:lnTo>
                  <a:lnTo>
                    <a:pt x="226085" y="31915"/>
                  </a:lnTo>
                  <a:lnTo>
                    <a:pt x="220091" y="26657"/>
                  </a:lnTo>
                  <a:lnTo>
                    <a:pt x="181432" y="13335"/>
                  </a:lnTo>
                  <a:lnTo>
                    <a:pt x="172656" y="12954"/>
                  </a:lnTo>
                  <a:lnTo>
                    <a:pt x="162534" y="13335"/>
                  </a:lnTo>
                  <a:lnTo>
                    <a:pt x="162966" y="13335"/>
                  </a:lnTo>
                  <a:lnTo>
                    <a:pt x="153352" y="14465"/>
                  </a:lnTo>
                  <a:lnTo>
                    <a:pt x="153695" y="14465"/>
                  </a:lnTo>
                  <a:lnTo>
                    <a:pt x="145630" y="16116"/>
                  </a:lnTo>
                  <a:lnTo>
                    <a:pt x="137579" y="18542"/>
                  </a:lnTo>
                  <a:lnTo>
                    <a:pt x="105727" y="42240"/>
                  </a:lnTo>
                  <a:lnTo>
                    <a:pt x="89890" y="85534"/>
                  </a:lnTo>
                  <a:lnTo>
                    <a:pt x="88468" y="108724"/>
                  </a:lnTo>
                  <a:lnTo>
                    <a:pt x="89662" y="130975"/>
                  </a:lnTo>
                  <a:lnTo>
                    <a:pt x="107708" y="180213"/>
                  </a:lnTo>
                  <a:lnTo>
                    <a:pt x="149453" y="203009"/>
                  </a:lnTo>
                  <a:lnTo>
                    <a:pt x="169113" y="204597"/>
                  </a:lnTo>
                  <a:lnTo>
                    <a:pt x="177952" y="204368"/>
                  </a:lnTo>
                  <a:lnTo>
                    <a:pt x="218452" y="196443"/>
                  </a:lnTo>
                  <a:lnTo>
                    <a:pt x="231381" y="191147"/>
                  </a:lnTo>
                  <a:lnTo>
                    <a:pt x="228333" y="181749"/>
                  </a:lnTo>
                  <a:lnTo>
                    <a:pt x="224891" y="171069"/>
                  </a:lnTo>
                  <a:lnTo>
                    <a:pt x="186512" y="180949"/>
                  </a:lnTo>
                  <a:lnTo>
                    <a:pt x="169913" y="181749"/>
                  </a:lnTo>
                  <a:lnTo>
                    <a:pt x="156591" y="180619"/>
                  </a:lnTo>
                  <a:lnTo>
                    <a:pt x="122770" y="153657"/>
                  </a:lnTo>
                  <a:lnTo>
                    <a:pt x="115531" y="111379"/>
                  </a:lnTo>
                  <a:lnTo>
                    <a:pt x="116382" y="93764"/>
                  </a:lnTo>
                  <a:lnTo>
                    <a:pt x="129273" y="54495"/>
                  </a:lnTo>
                  <a:lnTo>
                    <a:pt x="173151" y="35179"/>
                  </a:lnTo>
                  <a:lnTo>
                    <a:pt x="182892" y="35179"/>
                  </a:lnTo>
                  <a:lnTo>
                    <a:pt x="216001" y="52844"/>
                  </a:lnTo>
                  <a:lnTo>
                    <a:pt x="231381" y="38100"/>
                  </a:lnTo>
                  <a:close/>
                </a:path>
                <a:path w="1271905" h="247015">
                  <a:moveTo>
                    <a:pt x="294043" y="181991"/>
                  </a:moveTo>
                  <a:lnTo>
                    <a:pt x="288505" y="181991"/>
                  </a:lnTo>
                  <a:lnTo>
                    <a:pt x="285038" y="181229"/>
                  </a:lnTo>
                  <a:lnTo>
                    <a:pt x="283641" y="179578"/>
                  </a:lnTo>
                  <a:lnTo>
                    <a:pt x="282257" y="178054"/>
                  </a:lnTo>
                  <a:lnTo>
                    <a:pt x="281559" y="173748"/>
                  </a:lnTo>
                  <a:lnTo>
                    <a:pt x="281559" y="6350"/>
                  </a:lnTo>
                  <a:lnTo>
                    <a:pt x="255752" y="10033"/>
                  </a:lnTo>
                  <a:lnTo>
                    <a:pt x="255752" y="167144"/>
                  </a:lnTo>
                  <a:lnTo>
                    <a:pt x="256057" y="173748"/>
                  </a:lnTo>
                  <a:lnTo>
                    <a:pt x="256120" y="175234"/>
                  </a:lnTo>
                  <a:lnTo>
                    <a:pt x="257086" y="181229"/>
                  </a:lnTo>
                  <a:lnTo>
                    <a:pt x="257200" y="181991"/>
                  </a:lnTo>
                  <a:lnTo>
                    <a:pt x="257263" y="182372"/>
                  </a:lnTo>
                  <a:lnTo>
                    <a:pt x="259156" y="188569"/>
                  </a:lnTo>
                  <a:lnTo>
                    <a:pt x="261823" y="193802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close/>
                </a:path>
                <a:path w="1271905" h="247015">
                  <a:moveTo>
                    <a:pt x="424116" y="181991"/>
                  </a:moveTo>
                  <a:lnTo>
                    <a:pt x="419112" y="181991"/>
                  </a:lnTo>
                  <a:lnTo>
                    <a:pt x="415861" y="181102"/>
                  </a:lnTo>
                  <a:lnTo>
                    <a:pt x="412877" y="177292"/>
                  </a:lnTo>
                  <a:lnTo>
                    <a:pt x="412127" y="173355"/>
                  </a:lnTo>
                  <a:lnTo>
                    <a:pt x="412127" y="143649"/>
                  </a:lnTo>
                  <a:lnTo>
                    <a:pt x="412127" y="124206"/>
                  </a:lnTo>
                  <a:lnTo>
                    <a:pt x="412127" y="112141"/>
                  </a:lnTo>
                  <a:lnTo>
                    <a:pt x="411467" y="105156"/>
                  </a:lnTo>
                  <a:lnTo>
                    <a:pt x="411353" y="103898"/>
                  </a:lnTo>
                  <a:lnTo>
                    <a:pt x="408266" y="90297"/>
                  </a:lnTo>
                  <a:lnTo>
                    <a:pt x="408114" y="89916"/>
                  </a:lnTo>
                  <a:lnTo>
                    <a:pt x="407873" y="89420"/>
                  </a:lnTo>
                  <a:lnTo>
                    <a:pt x="405561" y="84594"/>
                  </a:lnTo>
                  <a:lnTo>
                    <a:pt x="372960" y="67945"/>
                  </a:lnTo>
                  <a:lnTo>
                    <a:pt x="363893" y="67945"/>
                  </a:lnTo>
                  <a:lnTo>
                    <a:pt x="356387" y="68186"/>
                  </a:lnTo>
                  <a:lnTo>
                    <a:pt x="348361" y="68973"/>
                  </a:lnTo>
                  <a:lnTo>
                    <a:pt x="348691" y="68973"/>
                  </a:lnTo>
                  <a:lnTo>
                    <a:pt x="342252" y="70040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2"/>
                  </a:lnTo>
                  <a:lnTo>
                    <a:pt x="323977" y="96393"/>
                  </a:lnTo>
                  <a:lnTo>
                    <a:pt x="330606" y="94246"/>
                  </a:lnTo>
                  <a:lnTo>
                    <a:pt x="337591" y="92329"/>
                  </a:lnTo>
                  <a:lnTo>
                    <a:pt x="344563" y="90297"/>
                  </a:lnTo>
                  <a:lnTo>
                    <a:pt x="351510" y="89420"/>
                  </a:lnTo>
                  <a:lnTo>
                    <a:pt x="364070" y="89420"/>
                  </a:lnTo>
                  <a:lnTo>
                    <a:pt x="368706" y="89916"/>
                  </a:lnTo>
                  <a:lnTo>
                    <a:pt x="386321" y="114046"/>
                  </a:lnTo>
                  <a:lnTo>
                    <a:pt x="386321" y="124206"/>
                  </a:lnTo>
                  <a:lnTo>
                    <a:pt x="386321" y="144653"/>
                  </a:lnTo>
                  <a:lnTo>
                    <a:pt x="386321" y="171323"/>
                  </a:lnTo>
                  <a:lnTo>
                    <a:pt x="383781" y="173355"/>
                  </a:lnTo>
                  <a:lnTo>
                    <a:pt x="382143" y="174625"/>
                  </a:lnTo>
                  <a:lnTo>
                    <a:pt x="377558" y="177292"/>
                  </a:lnTo>
                  <a:lnTo>
                    <a:pt x="371868" y="179705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346392" y="183515"/>
                  </a:lnTo>
                  <a:lnTo>
                    <a:pt x="341109" y="181991"/>
                  </a:lnTo>
                  <a:lnTo>
                    <a:pt x="340791" y="181991"/>
                  </a:lnTo>
                  <a:lnTo>
                    <a:pt x="337502" y="178689"/>
                  </a:lnTo>
                  <a:lnTo>
                    <a:pt x="334327" y="175399"/>
                  </a:lnTo>
                  <a:lnTo>
                    <a:pt x="332740" y="170053"/>
                  </a:lnTo>
                  <a:lnTo>
                    <a:pt x="332740" y="156222"/>
                  </a:lnTo>
                  <a:lnTo>
                    <a:pt x="334632" y="151396"/>
                  </a:lnTo>
                  <a:lnTo>
                    <a:pt x="338416" y="148221"/>
                  </a:lnTo>
                  <a:lnTo>
                    <a:pt x="342201" y="145173"/>
                  </a:lnTo>
                  <a:lnTo>
                    <a:pt x="349440" y="143649"/>
                  </a:lnTo>
                  <a:lnTo>
                    <a:pt x="370192" y="143649"/>
                  </a:lnTo>
                  <a:lnTo>
                    <a:pt x="378968" y="144145"/>
                  </a:lnTo>
                  <a:lnTo>
                    <a:pt x="386321" y="144653"/>
                  </a:lnTo>
                  <a:lnTo>
                    <a:pt x="386321" y="124206"/>
                  </a:lnTo>
                  <a:lnTo>
                    <a:pt x="383260" y="123952"/>
                  </a:lnTo>
                  <a:lnTo>
                    <a:pt x="379691" y="123571"/>
                  </a:lnTo>
                  <a:lnTo>
                    <a:pt x="371538" y="123063"/>
                  </a:lnTo>
                  <a:lnTo>
                    <a:pt x="352704" y="123063"/>
                  </a:lnTo>
                  <a:lnTo>
                    <a:pt x="346824" y="123571"/>
                  </a:lnTo>
                  <a:lnTo>
                    <a:pt x="340080" y="124599"/>
                  </a:lnTo>
                  <a:lnTo>
                    <a:pt x="333349" y="125730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24"/>
                  </a:lnTo>
                  <a:lnTo>
                    <a:pt x="313016" y="138303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31" y="170053"/>
                  </a:lnTo>
                  <a:lnTo>
                    <a:pt x="323024" y="199517"/>
                  </a:lnTo>
                  <a:lnTo>
                    <a:pt x="323176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53" y="192405"/>
                  </a:lnTo>
                  <a:lnTo>
                    <a:pt x="390804" y="188341"/>
                  </a:lnTo>
                  <a:lnTo>
                    <a:pt x="391909" y="192405"/>
                  </a:lnTo>
                  <a:lnTo>
                    <a:pt x="394258" y="195719"/>
                  </a:lnTo>
                  <a:lnTo>
                    <a:pt x="401574" y="201422"/>
                  </a:lnTo>
                  <a:lnTo>
                    <a:pt x="401942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697" y="201764"/>
                  </a:lnTo>
                  <a:lnTo>
                    <a:pt x="424116" y="201764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424116" y="181991"/>
                  </a:lnTo>
                  <a:close/>
                </a:path>
                <a:path w="1271905" h="247015">
                  <a:moveTo>
                    <a:pt x="551129" y="201676"/>
                  </a:moveTo>
                  <a:lnTo>
                    <a:pt x="550506" y="190627"/>
                  </a:lnTo>
                  <a:lnTo>
                    <a:pt x="550062" y="182753"/>
                  </a:lnTo>
                  <a:lnTo>
                    <a:pt x="549935" y="180594"/>
                  </a:lnTo>
                  <a:lnTo>
                    <a:pt x="549821" y="178447"/>
                  </a:lnTo>
                  <a:lnTo>
                    <a:pt x="549732" y="177038"/>
                  </a:lnTo>
                  <a:lnTo>
                    <a:pt x="549617" y="174879"/>
                  </a:lnTo>
                  <a:lnTo>
                    <a:pt x="549503" y="172974"/>
                  </a:lnTo>
                  <a:lnTo>
                    <a:pt x="549402" y="171069"/>
                  </a:lnTo>
                  <a:lnTo>
                    <a:pt x="549300" y="169291"/>
                  </a:lnTo>
                  <a:lnTo>
                    <a:pt x="549224" y="168021"/>
                  </a:lnTo>
                  <a:lnTo>
                    <a:pt x="549135" y="70993"/>
                  </a:lnTo>
                  <a:lnTo>
                    <a:pt x="523316" y="70993"/>
                  </a:lnTo>
                  <a:lnTo>
                    <a:pt x="523316" y="171069"/>
                  </a:lnTo>
                  <a:lnTo>
                    <a:pt x="520192" y="172974"/>
                  </a:lnTo>
                  <a:lnTo>
                    <a:pt x="516813" y="174879"/>
                  </a:lnTo>
                  <a:lnTo>
                    <a:pt x="510095" y="178447"/>
                  </a:lnTo>
                  <a:lnTo>
                    <a:pt x="506425" y="179844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3"/>
                  </a:lnTo>
                  <a:lnTo>
                    <a:pt x="484085" y="182753"/>
                  </a:lnTo>
                  <a:lnTo>
                    <a:pt x="470217" y="174244"/>
                  </a:lnTo>
                  <a:lnTo>
                    <a:pt x="468503" y="171577"/>
                  </a:lnTo>
                  <a:lnTo>
                    <a:pt x="467372" y="168021"/>
                  </a:lnTo>
                  <a:lnTo>
                    <a:pt x="466813" y="163969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lnTo>
                    <a:pt x="440436" y="70993"/>
                  </a:lnTo>
                  <a:lnTo>
                    <a:pt x="440436" y="162179"/>
                  </a:lnTo>
                  <a:lnTo>
                    <a:pt x="440893" y="168021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2"/>
                  </a:lnTo>
                  <a:lnTo>
                    <a:pt x="525792" y="190627"/>
                  </a:lnTo>
                  <a:lnTo>
                    <a:pt x="526783" y="201295"/>
                  </a:lnTo>
                  <a:lnTo>
                    <a:pt x="526821" y="201676"/>
                  </a:lnTo>
                  <a:lnTo>
                    <a:pt x="551129" y="201676"/>
                  </a:lnTo>
                  <a:close/>
                </a:path>
                <a:path w="1271905" h="247015">
                  <a:moveTo>
                    <a:pt x="673061" y="156349"/>
                  </a:moveTo>
                  <a:lnTo>
                    <a:pt x="640537" y="129667"/>
                  </a:lnTo>
                  <a:lnTo>
                    <a:pt x="620801" y="123063"/>
                  </a:lnTo>
                  <a:lnTo>
                    <a:pt x="615353" y="120777"/>
                  </a:lnTo>
                  <a:lnTo>
                    <a:pt x="611124" y="118364"/>
                  </a:lnTo>
                  <a:lnTo>
                    <a:pt x="606323" y="116344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21"/>
                  </a:lnTo>
                  <a:lnTo>
                    <a:pt x="598398" y="107188"/>
                  </a:lnTo>
                  <a:lnTo>
                    <a:pt x="598398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32790" y="88900"/>
                  </a:lnTo>
                  <a:lnTo>
                    <a:pt x="639254" y="89547"/>
                  </a:lnTo>
                  <a:lnTo>
                    <a:pt x="650697" y="92075"/>
                  </a:lnTo>
                  <a:lnTo>
                    <a:pt x="656755" y="93853"/>
                  </a:lnTo>
                  <a:lnTo>
                    <a:pt x="663155" y="95897"/>
                  </a:lnTo>
                  <a:lnTo>
                    <a:pt x="665924" y="88900"/>
                  </a:lnTo>
                  <a:lnTo>
                    <a:pt x="670814" y="76581"/>
                  </a:lnTo>
                  <a:lnTo>
                    <a:pt x="664972" y="74041"/>
                  </a:lnTo>
                  <a:lnTo>
                    <a:pt x="658507" y="72021"/>
                  </a:lnTo>
                  <a:lnTo>
                    <a:pt x="651421" y="70497"/>
                  </a:lnTo>
                  <a:lnTo>
                    <a:pt x="644347" y="68846"/>
                  </a:lnTo>
                  <a:lnTo>
                    <a:pt x="635977" y="67945"/>
                  </a:lnTo>
                  <a:lnTo>
                    <a:pt x="620229" y="67945"/>
                  </a:lnTo>
                  <a:lnTo>
                    <a:pt x="614019" y="68580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2"/>
                  </a:lnTo>
                  <a:lnTo>
                    <a:pt x="590308" y="76073"/>
                  </a:lnTo>
                  <a:lnTo>
                    <a:pt x="585089" y="78867"/>
                  </a:lnTo>
                  <a:lnTo>
                    <a:pt x="580898" y="82931"/>
                  </a:lnTo>
                  <a:lnTo>
                    <a:pt x="574459" y="92849"/>
                  </a:lnTo>
                  <a:lnTo>
                    <a:pt x="572846" y="99072"/>
                  </a:lnTo>
                  <a:lnTo>
                    <a:pt x="572846" y="115443"/>
                  </a:lnTo>
                  <a:lnTo>
                    <a:pt x="596722" y="138303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9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1"/>
                  </a:lnTo>
                  <a:lnTo>
                    <a:pt x="647255" y="170688"/>
                  </a:lnTo>
                  <a:lnTo>
                    <a:pt x="646506" y="173494"/>
                  </a:lnTo>
                  <a:lnTo>
                    <a:pt x="624268" y="183311"/>
                  </a:lnTo>
                  <a:lnTo>
                    <a:pt x="610806" y="183311"/>
                  </a:lnTo>
                  <a:lnTo>
                    <a:pt x="603377" y="182626"/>
                  </a:lnTo>
                  <a:lnTo>
                    <a:pt x="590753" y="179844"/>
                  </a:lnTo>
                  <a:lnTo>
                    <a:pt x="584682" y="177800"/>
                  </a:lnTo>
                  <a:lnTo>
                    <a:pt x="578866" y="175006"/>
                  </a:lnTo>
                  <a:lnTo>
                    <a:pt x="570852" y="194691"/>
                  </a:lnTo>
                  <a:lnTo>
                    <a:pt x="577481" y="198120"/>
                  </a:lnTo>
                  <a:lnTo>
                    <a:pt x="584784" y="200660"/>
                  </a:lnTo>
                  <a:lnTo>
                    <a:pt x="593331" y="202298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6"/>
                  </a:lnTo>
                  <a:lnTo>
                    <a:pt x="673061" y="165874"/>
                  </a:lnTo>
                  <a:lnTo>
                    <a:pt x="673061" y="156349"/>
                  </a:lnTo>
                  <a:close/>
                </a:path>
                <a:path w="1271905" h="247015">
                  <a:moveTo>
                    <a:pt x="801624" y="123698"/>
                  </a:moveTo>
                  <a:lnTo>
                    <a:pt x="801573" y="122047"/>
                  </a:lnTo>
                  <a:lnTo>
                    <a:pt x="801357" y="119468"/>
                  </a:lnTo>
                  <a:lnTo>
                    <a:pt x="801243" y="117995"/>
                  </a:lnTo>
                  <a:lnTo>
                    <a:pt x="801116" y="116471"/>
                  </a:lnTo>
                  <a:lnTo>
                    <a:pt x="800989" y="115074"/>
                  </a:lnTo>
                  <a:lnTo>
                    <a:pt x="800938" y="114300"/>
                  </a:lnTo>
                  <a:lnTo>
                    <a:pt x="798220" y="99072"/>
                  </a:lnTo>
                  <a:lnTo>
                    <a:pt x="797242" y="96520"/>
                  </a:lnTo>
                  <a:lnTo>
                    <a:pt x="795540" y="92202"/>
                  </a:lnTo>
                  <a:lnTo>
                    <a:pt x="793115" y="88646"/>
                  </a:lnTo>
                  <a:lnTo>
                    <a:pt x="791565" y="86372"/>
                  </a:lnTo>
                  <a:lnTo>
                    <a:pt x="787603" y="80645"/>
                  </a:lnTo>
                  <a:lnTo>
                    <a:pt x="782129" y="76200"/>
                  </a:lnTo>
                  <a:lnTo>
                    <a:pt x="775144" y="72898"/>
                  </a:lnTo>
                  <a:lnTo>
                    <a:pt x="775055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46" y="122555"/>
                  </a:lnTo>
                  <a:lnTo>
                    <a:pt x="715022" y="122047"/>
                  </a:lnTo>
                  <a:lnTo>
                    <a:pt x="738517" y="88646"/>
                  </a:lnTo>
                  <a:lnTo>
                    <a:pt x="756602" y="88646"/>
                  </a:lnTo>
                  <a:lnTo>
                    <a:pt x="774966" y="122047"/>
                  </a:lnTo>
                  <a:lnTo>
                    <a:pt x="775055" y="123698"/>
                  </a:lnTo>
                  <a:lnTo>
                    <a:pt x="775055" y="72872"/>
                  </a:lnTo>
                  <a:lnTo>
                    <a:pt x="748398" y="67945"/>
                  </a:lnTo>
                  <a:lnTo>
                    <a:pt x="734047" y="68999"/>
                  </a:lnTo>
                  <a:lnTo>
                    <a:pt x="696480" y="93992"/>
                  </a:lnTo>
                  <a:lnTo>
                    <a:pt x="688174" y="135521"/>
                  </a:lnTo>
                  <a:lnTo>
                    <a:pt x="688365" y="143903"/>
                  </a:lnTo>
                  <a:lnTo>
                    <a:pt x="696772" y="181495"/>
                  </a:lnTo>
                  <a:lnTo>
                    <a:pt x="733374" y="203555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1"/>
                  </a:lnTo>
                  <a:lnTo>
                    <a:pt x="797026" y="183273"/>
                  </a:lnTo>
                  <a:lnTo>
                    <a:pt x="793153" y="172847"/>
                  </a:lnTo>
                  <a:lnTo>
                    <a:pt x="787450" y="175514"/>
                  </a:lnTo>
                  <a:lnTo>
                    <a:pt x="780935" y="178054"/>
                  </a:lnTo>
                  <a:lnTo>
                    <a:pt x="768235" y="182245"/>
                  </a:lnTo>
                  <a:lnTo>
                    <a:pt x="760603" y="183273"/>
                  </a:lnTo>
                  <a:lnTo>
                    <a:pt x="741883" y="183273"/>
                  </a:lnTo>
                  <a:lnTo>
                    <a:pt x="715213" y="154571"/>
                  </a:lnTo>
                  <a:lnTo>
                    <a:pt x="714730" y="149479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close/>
                </a:path>
                <a:path w="1271905" h="247015">
                  <a:moveTo>
                    <a:pt x="977544" y="15875"/>
                  </a:moveTo>
                  <a:lnTo>
                    <a:pt x="958875" y="15875"/>
                  </a:lnTo>
                  <a:lnTo>
                    <a:pt x="904798" y="44450"/>
                  </a:lnTo>
                  <a:lnTo>
                    <a:pt x="913688" y="62623"/>
                  </a:lnTo>
                  <a:lnTo>
                    <a:pt x="951230" y="42164"/>
                  </a:lnTo>
                  <a:lnTo>
                    <a:pt x="951230" y="201549"/>
                  </a:lnTo>
                  <a:lnTo>
                    <a:pt x="977544" y="201549"/>
                  </a:lnTo>
                  <a:lnTo>
                    <a:pt x="977544" y="42164"/>
                  </a:lnTo>
                  <a:lnTo>
                    <a:pt x="977544" y="15875"/>
                  </a:lnTo>
                  <a:close/>
                </a:path>
                <a:path w="1271905" h="247015">
                  <a:moveTo>
                    <a:pt x="1179512" y="148717"/>
                  </a:moveTo>
                  <a:lnTo>
                    <a:pt x="1178966" y="140855"/>
                  </a:lnTo>
                  <a:lnTo>
                    <a:pt x="1178864" y="139319"/>
                  </a:lnTo>
                  <a:lnTo>
                    <a:pt x="1176934" y="130873"/>
                  </a:lnTo>
                  <a:lnTo>
                    <a:pt x="1173721" y="123393"/>
                  </a:lnTo>
                  <a:lnTo>
                    <a:pt x="1169225" y="116840"/>
                  </a:lnTo>
                  <a:lnTo>
                    <a:pt x="1168704" y="116332"/>
                  </a:lnTo>
                  <a:lnTo>
                    <a:pt x="1163764" y="111340"/>
                  </a:lnTo>
                  <a:lnTo>
                    <a:pt x="1157668" y="107035"/>
                  </a:lnTo>
                  <a:lnTo>
                    <a:pt x="1150899" y="103911"/>
                  </a:lnTo>
                  <a:lnTo>
                    <a:pt x="1143444" y="101981"/>
                  </a:lnTo>
                  <a:lnTo>
                    <a:pt x="1151318" y="100723"/>
                  </a:lnTo>
                  <a:lnTo>
                    <a:pt x="1172552" y="63500"/>
                  </a:lnTo>
                  <a:lnTo>
                    <a:pt x="1172654" y="62103"/>
                  </a:lnTo>
                  <a:lnTo>
                    <a:pt x="1165606" y="35179"/>
                  </a:lnTo>
                  <a:lnTo>
                    <a:pt x="1163866" y="32156"/>
                  </a:lnTo>
                  <a:lnTo>
                    <a:pt x="1125829" y="13741"/>
                  </a:lnTo>
                  <a:lnTo>
                    <a:pt x="1111948" y="12954"/>
                  </a:lnTo>
                  <a:lnTo>
                    <a:pt x="1105471" y="12954"/>
                  </a:lnTo>
                  <a:lnTo>
                    <a:pt x="1068133" y="24257"/>
                  </a:lnTo>
                  <a:lnTo>
                    <a:pt x="1055052" y="33909"/>
                  </a:lnTo>
                  <a:lnTo>
                    <a:pt x="1065720" y="51181"/>
                  </a:lnTo>
                  <a:lnTo>
                    <a:pt x="1072578" y="47752"/>
                  </a:lnTo>
                  <a:lnTo>
                    <a:pt x="1075626" y="45847"/>
                  </a:lnTo>
                  <a:lnTo>
                    <a:pt x="1078674" y="44069"/>
                  </a:lnTo>
                  <a:lnTo>
                    <a:pt x="1106360" y="35179"/>
                  </a:lnTo>
                  <a:lnTo>
                    <a:pt x="1111059" y="35179"/>
                  </a:lnTo>
                  <a:lnTo>
                    <a:pt x="1120140" y="35687"/>
                  </a:lnTo>
                  <a:lnTo>
                    <a:pt x="1119136" y="35687"/>
                  </a:lnTo>
                  <a:lnTo>
                    <a:pt x="1125512" y="36893"/>
                  </a:lnTo>
                  <a:lnTo>
                    <a:pt x="1131430" y="39039"/>
                  </a:lnTo>
                  <a:lnTo>
                    <a:pt x="1136459" y="42037"/>
                  </a:lnTo>
                  <a:lnTo>
                    <a:pt x="1142555" y="46621"/>
                  </a:lnTo>
                  <a:lnTo>
                    <a:pt x="1145603" y="53848"/>
                  </a:lnTo>
                  <a:lnTo>
                    <a:pt x="1145603" y="63500"/>
                  </a:lnTo>
                  <a:lnTo>
                    <a:pt x="1112786" y="93281"/>
                  </a:lnTo>
                  <a:lnTo>
                    <a:pt x="1103820" y="93726"/>
                  </a:lnTo>
                  <a:lnTo>
                    <a:pt x="1092771" y="93726"/>
                  </a:lnTo>
                  <a:lnTo>
                    <a:pt x="1092771" y="116598"/>
                  </a:lnTo>
                  <a:lnTo>
                    <a:pt x="1094549" y="116598"/>
                  </a:lnTo>
                  <a:lnTo>
                    <a:pt x="1097407" y="116332"/>
                  </a:lnTo>
                  <a:lnTo>
                    <a:pt x="1117892" y="116332"/>
                  </a:lnTo>
                  <a:lnTo>
                    <a:pt x="1151483" y="140855"/>
                  </a:lnTo>
                  <a:lnTo>
                    <a:pt x="1152194" y="148717"/>
                  </a:lnTo>
                  <a:lnTo>
                    <a:pt x="1151483" y="156222"/>
                  </a:lnTo>
                  <a:lnTo>
                    <a:pt x="1119327" y="181229"/>
                  </a:lnTo>
                  <a:lnTo>
                    <a:pt x="1110297" y="181749"/>
                  </a:lnTo>
                  <a:lnTo>
                    <a:pt x="1104582" y="181749"/>
                  </a:lnTo>
                  <a:lnTo>
                    <a:pt x="1069022" y="169049"/>
                  </a:lnTo>
                  <a:lnTo>
                    <a:pt x="1065593" y="166878"/>
                  </a:lnTo>
                  <a:lnTo>
                    <a:pt x="1061910" y="164465"/>
                  </a:lnTo>
                  <a:lnTo>
                    <a:pt x="1048067" y="181991"/>
                  </a:lnTo>
                  <a:lnTo>
                    <a:pt x="1050988" y="185420"/>
                  </a:lnTo>
                  <a:lnTo>
                    <a:pt x="1095438" y="203962"/>
                  </a:lnTo>
                  <a:lnTo>
                    <a:pt x="1102677" y="204597"/>
                  </a:lnTo>
                  <a:lnTo>
                    <a:pt x="1110551" y="204597"/>
                  </a:lnTo>
                  <a:lnTo>
                    <a:pt x="1154620" y="195326"/>
                  </a:lnTo>
                  <a:lnTo>
                    <a:pt x="1170051" y="181749"/>
                  </a:lnTo>
                  <a:lnTo>
                    <a:pt x="1171384" y="180098"/>
                  </a:lnTo>
                  <a:lnTo>
                    <a:pt x="1174559" y="172974"/>
                  </a:lnTo>
                  <a:lnTo>
                    <a:pt x="1177861" y="165989"/>
                  </a:lnTo>
                  <a:lnTo>
                    <a:pt x="1179512" y="157873"/>
                  </a:lnTo>
                  <a:lnTo>
                    <a:pt x="1179512" y="148717"/>
                  </a:lnTo>
                  <a:close/>
                </a:path>
                <a:path w="1271905" h="247015">
                  <a:moveTo>
                    <a:pt x="1271460" y="0"/>
                  </a:moveTo>
                  <a:lnTo>
                    <a:pt x="1204277" y="0"/>
                  </a:lnTo>
                  <a:lnTo>
                    <a:pt x="1204277" y="21971"/>
                  </a:lnTo>
                  <a:lnTo>
                    <a:pt x="1245679" y="21971"/>
                  </a:lnTo>
                  <a:lnTo>
                    <a:pt x="1245679" y="224790"/>
                  </a:lnTo>
                  <a:lnTo>
                    <a:pt x="1204277" y="224790"/>
                  </a:lnTo>
                  <a:lnTo>
                    <a:pt x="1204277" y="246888"/>
                  </a:lnTo>
                  <a:lnTo>
                    <a:pt x="1271460" y="246888"/>
                  </a:lnTo>
                  <a:lnTo>
                    <a:pt x="12714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7759" y="168910"/>
              <a:ext cx="1200177" cy="2471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81883" y="162305"/>
              <a:ext cx="1868805" cy="198247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51892" y="606816"/>
            <a:ext cx="9374505" cy="142494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50">
                <a:latin typeface="Arial MT"/>
                <a:cs typeface="Arial MT"/>
              </a:rPr>
              <a:t>Objectives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Determine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implement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remedial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actions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incidents</a:t>
            </a:r>
            <a:endParaRPr sz="1600">
              <a:latin typeface="Arial MT"/>
              <a:cs typeface="Arial MT"/>
            </a:endParaRPr>
          </a:p>
          <a:p>
            <a:pPr lvl="1" marL="646430" marR="5080" indent="-17716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Maintain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during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after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updates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items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components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after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production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until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their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end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0">
                <a:latin typeface="Arial MT"/>
                <a:cs typeface="Arial MT"/>
              </a:rPr>
              <a:t>cybersecurity </a:t>
            </a:r>
            <a:r>
              <a:rPr dirty="0" sz="1600" spc="-10">
                <a:latin typeface="Arial MT"/>
                <a:cs typeface="Arial MT"/>
              </a:rPr>
              <a:t>support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37260" y="2676144"/>
            <a:ext cx="1295400" cy="582295"/>
          </a:xfrm>
          <a:custGeom>
            <a:avLst/>
            <a:gdLst/>
            <a:ahLst/>
            <a:cxnLst/>
            <a:rect l="l" t="t" r="r" b="b"/>
            <a:pathLst>
              <a:path w="1295400" h="582295">
                <a:moveTo>
                  <a:pt x="1198372" y="0"/>
                </a:moveTo>
                <a:lnTo>
                  <a:pt x="97028" y="0"/>
                </a:lnTo>
                <a:lnTo>
                  <a:pt x="59262" y="7623"/>
                </a:lnTo>
                <a:lnTo>
                  <a:pt x="28421" y="28416"/>
                </a:lnTo>
                <a:lnTo>
                  <a:pt x="7625" y="59257"/>
                </a:lnTo>
                <a:lnTo>
                  <a:pt x="0" y="97027"/>
                </a:lnTo>
                <a:lnTo>
                  <a:pt x="0" y="485139"/>
                </a:lnTo>
                <a:lnTo>
                  <a:pt x="7625" y="522910"/>
                </a:lnTo>
                <a:lnTo>
                  <a:pt x="28421" y="553751"/>
                </a:lnTo>
                <a:lnTo>
                  <a:pt x="59262" y="574544"/>
                </a:lnTo>
                <a:lnTo>
                  <a:pt x="97028" y="582167"/>
                </a:lnTo>
                <a:lnTo>
                  <a:pt x="1198372" y="582167"/>
                </a:lnTo>
                <a:lnTo>
                  <a:pt x="1236142" y="574544"/>
                </a:lnTo>
                <a:lnTo>
                  <a:pt x="1266983" y="553751"/>
                </a:lnTo>
                <a:lnTo>
                  <a:pt x="1287776" y="522910"/>
                </a:lnTo>
                <a:lnTo>
                  <a:pt x="1295400" y="485139"/>
                </a:lnTo>
                <a:lnTo>
                  <a:pt x="1295400" y="97027"/>
                </a:lnTo>
                <a:lnTo>
                  <a:pt x="1287776" y="59257"/>
                </a:lnTo>
                <a:lnTo>
                  <a:pt x="1266983" y="28416"/>
                </a:lnTo>
                <a:lnTo>
                  <a:pt x="1236142" y="7623"/>
                </a:lnTo>
                <a:lnTo>
                  <a:pt x="1198372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64767" y="2799968"/>
            <a:ext cx="1039494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05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Cybersecurity </a:t>
            </a: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Arial MT"/>
                <a:cs typeface="Arial MT"/>
              </a:rPr>
              <a:t>evaluation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610611" y="3525011"/>
            <a:ext cx="1297305" cy="582295"/>
          </a:xfrm>
          <a:custGeom>
            <a:avLst/>
            <a:gdLst/>
            <a:ahLst/>
            <a:cxnLst/>
            <a:rect l="l" t="t" r="r" b="b"/>
            <a:pathLst>
              <a:path w="1297304" h="582295">
                <a:moveTo>
                  <a:pt x="1199896" y="0"/>
                </a:moveTo>
                <a:lnTo>
                  <a:pt x="97027" y="0"/>
                </a:lnTo>
                <a:lnTo>
                  <a:pt x="59257" y="7623"/>
                </a:lnTo>
                <a:lnTo>
                  <a:pt x="28416" y="28416"/>
                </a:lnTo>
                <a:lnTo>
                  <a:pt x="7623" y="59257"/>
                </a:lnTo>
                <a:lnTo>
                  <a:pt x="0" y="97027"/>
                </a:lnTo>
                <a:lnTo>
                  <a:pt x="0" y="485139"/>
                </a:lnTo>
                <a:lnTo>
                  <a:pt x="7623" y="522910"/>
                </a:lnTo>
                <a:lnTo>
                  <a:pt x="28416" y="553751"/>
                </a:lnTo>
                <a:lnTo>
                  <a:pt x="59257" y="574544"/>
                </a:lnTo>
                <a:lnTo>
                  <a:pt x="97027" y="582168"/>
                </a:lnTo>
                <a:lnTo>
                  <a:pt x="1199896" y="582168"/>
                </a:lnTo>
                <a:lnTo>
                  <a:pt x="1237666" y="574544"/>
                </a:lnTo>
                <a:lnTo>
                  <a:pt x="1268507" y="553751"/>
                </a:lnTo>
                <a:lnTo>
                  <a:pt x="1289300" y="522910"/>
                </a:lnTo>
                <a:lnTo>
                  <a:pt x="1296924" y="485139"/>
                </a:lnTo>
                <a:lnTo>
                  <a:pt x="1296924" y="97027"/>
                </a:lnTo>
                <a:lnTo>
                  <a:pt x="1289300" y="59257"/>
                </a:lnTo>
                <a:lnTo>
                  <a:pt x="1268507" y="28416"/>
                </a:lnTo>
                <a:lnTo>
                  <a:pt x="1237666" y="7623"/>
                </a:lnTo>
                <a:lnTo>
                  <a:pt x="1199896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726182" y="3649217"/>
            <a:ext cx="10661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Criticality</a:t>
            </a:r>
            <a:r>
              <a:rPr dirty="0" sz="10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“Triage”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753355" y="3525011"/>
            <a:ext cx="1297305" cy="582295"/>
          </a:xfrm>
          <a:custGeom>
            <a:avLst/>
            <a:gdLst/>
            <a:ahLst/>
            <a:cxnLst/>
            <a:rect l="l" t="t" r="r" b="b"/>
            <a:pathLst>
              <a:path w="1297304" h="582295">
                <a:moveTo>
                  <a:pt x="1199896" y="0"/>
                </a:moveTo>
                <a:lnTo>
                  <a:pt x="97028" y="0"/>
                </a:lnTo>
                <a:lnTo>
                  <a:pt x="59257" y="7623"/>
                </a:lnTo>
                <a:lnTo>
                  <a:pt x="28416" y="28416"/>
                </a:lnTo>
                <a:lnTo>
                  <a:pt x="7623" y="59257"/>
                </a:lnTo>
                <a:lnTo>
                  <a:pt x="0" y="97027"/>
                </a:lnTo>
                <a:lnTo>
                  <a:pt x="0" y="485139"/>
                </a:lnTo>
                <a:lnTo>
                  <a:pt x="7623" y="522910"/>
                </a:lnTo>
                <a:lnTo>
                  <a:pt x="28416" y="553751"/>
                </a:lnTo>
                <a:lnTo>
                  <a:pt x="59257" y="574544"/>
                </a:lnTo>
                <a:lnTo>
                  <a:pt x="97028" y="582168"/>
                </a:lnTo>
                <a:lnTo>
                  <a:pt x="1199896" y="582168"/>
                </a:lnTo>
                <a:lnTo>
                  <a:pt x="1237666" y="574544"/>
                </a:lnTo>
                <a:lnTo>
                  <a:pt x="1268507" y="553751"/>
                </a:lnTo>
                <a:lnTo>
                  <a:pt x="1289300" y="522910"/>
                </a:lnTo>
                <a:lnTo>
                  <a:pt x="1296924" y="485139"/>
                </a:lnTo>
                <a:lnTo>
                  <a:pt x="1296924" y="97027"/>
                </a:lnTo>
                <a:lnTo>
                  <a:pt x="1289300" y="59257"/>
                </a:lnTo>
                <a:lnTo>
                  <a:pt x="1268507" y="28416"/>
                </a:lnTo>
                <a:lnTo>
                  <a:pt x="1237666" y="7623"/>
                </a:lnTo>
                <a:lnTo>
                  <a:pt x="1199896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961001" y="3725417"/>
            <a:ext cx="8832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Incident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Response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2756916" y="2712720"/>
            <a:ext cx="901065" cy="509270"/>
          </a:xfrm>
          <a:custGeom>
            <a:avLst/>
            <a:gdLst/>
            <a:ahLst/>
            <a:cxnLst/>
            <a:rect l="l" t="t" r="r" b="b"/>
            <a:pathLst>
              <a:path w="901064" h="509269">
                <a:moveTo>
                  <a:pt x="0" y="84835"/>
                </a:moveTo>
                <a:lnTo>
                  <a:pt x="6665" y="51810"/>
                </a:lnTo>
                <a:lnTo>
                  <a:pt x="24844" y="24844"/>
                </a:lnTo>
                <a:lnTo>
                  <a:pt x="51810" y="6665"/>
                </a:lnTo>
                <a:lnTo>
                  <a:pt x="84835" y="0"/>
                </a:lnTo>
                <a:lnTo>
                  <a:pt x="815847" y="0"/>
                </a:lnTo>
                <a:lnTo>
                  <a:pt x="848873" y="6665"/>
                </a:lnTo>
                <a:lnTo>
                  <a:pt x="875839" y="24844"/>
                </a:lnTo>
                <a:lnTo>
                  <a:pt x="894018" y="51810"/>
                </a:lnTo>
                <a:lnTo>
                  <a:pt x="900683" y="84835"/>
                </a:lnTo>
                <a:lnTo>
                  <a:pt x="900683" y="424179"/>
                </a:lnTo>
                <a:lnTo>
                  <a:pt x="894018" y="457205"/>
                </a:lnTo>
                <a:lnTo>
                  <a:pt x="875839" y="484171"/>
                </a:lnTo>
                <a:lnTo>
                  <a:pt x="848873" y="502350"/>
                </a:lnTo>
                <a:lnTo>
                  <a:pt x="815847" y="509015"/>
                </a:lnTo>
                <a:lnTo>
                  <a:pt x="84835" y="509015"/>
                </a:lnTo>
                <a:lnTo>
                  <a:pt x="51810" y="502350"/>
                </a:lnTo>
                <a:lnTo>
                  <a:pt x="24844" y="484171"/>
                </a:lnTo>
                <a:lnTo>
                  <a:pt x="6665" y="457205"/>
                </a:lnTo>
                <a:lnTo>
                  <a:pt x="0" y="424179"/>
                </a:lnTo>
                <a:lnTo>
                  <a:pt x="0" y="84835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220722" y="2799968"/>
            <a:ext cx="131635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8020" marR="5080" indent="-655955">
              <a:lnSpc>
                <a:spcPct val="100000"/>
              </a:lnSpc>
              <a:spcBef>
                <a:spcPts val="95"/>
              </a:spcBef>
              <a:tabLst>
                <a:tab pos="561340" algn="l"/>
                <a:tab pos="803910" algn="l"/>
              </a:tabLst>
            </a:pPr>
            <a:r>
              <a:rPr dirty="0" u="heavy" sz="1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		</a:t>
            </a:r>
            <a:r>
              <a:rPr dirty="0" sz="1000" spc="-10">
                <a:latin typeface="Arial MT"/>
                <a:cs typeface="Arial MT"/>
              </a:rPr>
              <a:t>Incident </a:t>
            </a:r>
            <a:r>
              <a:rPr dirty="0" sz="1000" spc="-110">
                <a:latin typeface="Arial MT"/>
                <a:cs typeface="Arial MT"/>
              </a:rPr>
              <a:t>Review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20">
                <a:latin typeface="Arial MT"/>
                <a:cs typeface="Arial MT"/>
              </a:rPr>
              <a:t>Team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261872" y="2852927"/>
            <a:ext cx="7940040" cy="2880360"/>
            <a:chOff x="1261872" y="2852927"/>
            <a:chExt cx="7940040" cy="2880360"/>
          </a:xfrm>
        </p:grpSpPr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9819" y="2852927"/>
              <a:ext cx="3022092" cy="182118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45836" y="4325111"/>
              <a:ext cx="2016252" cy="1408176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261872" y="3567683"/>
              <a:ext cx="647700" cy="521334"/>
            </a:xfrm>
            <a:custGeom>
              <a:avLst/>
              <a:gdLst/>
              <a:ahLst/>
              <a:cxnLst/>
              <a:rect l="l" t="t" r="r" b="b"/>
              <a:pathLst>
                <a:path w="647700" h="521335">
                  <a:moveTo>
                    <a:pt x="323850" y="0"/>
                  </a:moveTo>
                  <a:lnTo>
                    <a:pt x="0" y="260603"/>
                  </a:lnTo>
                  <a:lnTo>
                    <a:pt x="323850" y="521207"/>
                  </a:lnTo>
                  <a:lnTo>
                    <a:pt x="647700" y="260603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370838" y="3723513"/>
            <a:ext cx="4470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Incident?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47622" y="3212338"/>
            <a:ext cx="3208020" cy="1298575"/>
            <a:chOff x="1547622" y="3212338"/>
            <a:chExt cx="3208020" cy="1298575"/>
          </a:xfrm>
        </p:grpSpPr>
        <p:sp>
          <p:nvSpPr>
            <p:cNvPr id="26" name="object 26" descr=""/>
            <p:cNvSpPr/>
            <p:nvPr/>
          </p:nvSpPr>
          <p:spPr>
            <a:xfrm>
              <a:off x="1547622" y="3259073"/>
              <a:ext cx="3208020" cy="1251585"/>
            </a:xfrm>
            <a:custGeom>
              <a:avLst/>
              <a:gdLst/>
              <a:ahLst/>
              <a:cxnLst/>
              <a:rect l="l" t="t" r="r" b="b"/>
              <a:pathLst>
                <a:path w="3208020" h="1251585">
                  <a:moveTo>
                    <a:pt x="76200" y="1175385"/>
                  </a:moveTo>
                  <a:lnTo>
                    <a:pt x="48006" y="1175385"/>
                  </a:lnTo>
                  <a:lnTo>
                    <a:pt x="48006" y="830580"/>
                  </a:lnTo>
                  <a:lnTo>
                    <a:pt x="28194" y="830580"/>
                  </a:lnTo>
                  <a:lnTo>
                    <a:pt x="28194" y="1175385"/>
                  </a:lnTo>
                  <a:lnTo>
                    <a:pt x="0" y="1175385"/>
                  </a:lnTo>
                  <a:lnTo>
                    <a:pt x="38100" y="1251585"/>
                  </a:lnTo>
                  <a:lnTo>
                    <a:pt x="69850" y="1188085"/>
                  </a:lnTo>
                  <a:lnTo>
                    <a:pt x="76200" y="1175385"/>
                  </a:lnTo>
                  <a:close/>
                </a:path>
                <a:path w="3208020" h="1251585">
                  <a:moveTo>
                    <a:pt x="76200" y="233172"/>
                  </a:moveTo>
                  <a:lnTo>
                    <a:pt x="48006" y="233172"/>
                  </a:lnTo>
                  <a:lnTo>
                    <a:pt x="48006" y="0"/>
                  </a:lnTo>
                  <a:lnTo>
                    <a:pt x="28194" y="0"/>
                  </a:lnTo>
                  <a:lnTo>
                    <a:pt x="28194" y="233172"/>
                  </a:lnTo>
                  <a:lnTo>
                    <a:pt x="0" y="233172"/>
                  </a:lnTo>
                  <a:lnTo>
                    <a:pt x="38100" y="309384"/>
                  </a:lnTo>
                  <a:lnTo>
                    <a:pt x="69850" y="245872"/>
                  </a:lnTo>
                  <a:lnTo>
                    <a:pt x="76200" y="233172"/>
                  </a:lnTo>
                  <a:close/>
                </a:path>
                <a:path w="3208020" h="1251585">
                  <a:moveTo>
                    <a:pt x="1070737" y="569976"/>
                  </a:moveTo>
                  <a:lnTo>
                    <a:pt x="1050912" y="560070"/>
                  </a:lnTo>
                  <a:lnTo>
                    <a:pt x="994537" y="531876"/>
                  </a:lnTo>
                  <a:lnTo>
                    <a:pt x="994537" y="560070"/>
                  </a:lnTo>
                  <a:lnTo>
                    <a:pt x="381000" y="560070"/>
                  </a:lnTo>
                  <a:lnTo>
                    <a:pt x="381000" y="579882"/>
                  </a:lnTo>
                  <a:lnTo>
                    <a:pt x="994537" y="579882"/>
                  </a:lnTo>
                  <a:lnTo>
                    <a:pt x="994537" y="608076"/>
                  </a:lnTo>
                  <a:lnTo>
                    <a:pt x="1050912" y="579882"/>
                  </a:lnTo>
                  <a:lnTo>
                    <a:pt x="1070737" y="569976"/>
                  </a:lnTo>
                  <a:close/>
                </a:path>
                <a:path w="3208020" h="1251585">
                  <a:moveTo>
                    <a:pt x="1749552" y="1174623"/>
                  </a:moveTo>
                  <a:lnTo>
                    <a:pt x="1721345" y="1174623"/>
                  </a:lnTo>
                  <a:lnTo>
                    <a:pt x="1721345" y="848868"/>
                  </a:lnTo>
                  <a:lnTo>
                    <a:pt x="1701546" y="848868"/>
                  </a:lnTo>
                  <a:lnTo>
                    <a:pt x="1701546" y="1174623"/>
                  </a:lnTo>
                  <a:lnTo>
                    <a:pt x="1673352" y="1174623"/>
                  </a:lnTo>
                  <a:lnTo>
                    <a:pt x="1711452" y="1250823"/>
                  </a:lnTo>
                  <a:lnTo>
                    <a:pt x="1743202" y="1187323"/>
                  </a:lnTo>
                  <a:lnTo>
                    <a:pt x="1749552" y="1174623"/>
                  </a:lnTo>
                  <a:close/>
                </a:path>
                <a:path w="3208020" h="1251585">
                  <a:moveTo>
                    <a:pt x="3207512" y="557784"/>
                  </a:moveTo>
                  <a:lnTo>
                    <a:pt x="3187700" y="547878"/>
                  </a:lnTo>
                  <a:lnTo>
                    <a:pt x="3131312" y="519684"/>
                  </a:lnTo>
                  <a:lnTo>
                    <a:pt x="3131312" y="547878"/>
                  </a:lnTo>
                  <a:lnTo>
                    <a:pt x="2360676" y="547878"/>
                  </a:lnTo>
                  <a:lnTo>
                    <a:pt x="2360676" y="567690"/>
                  </a:lnTo>
                  <a:lnTo>
                    <a:pt x="3131312" y="567690"/>
                  </a:lnTo>
                  <a:lnTo>
                    <a:pt x="3131312" y="595884"/>
                  </a:lnTo>
                  <a:lnTo>
                    <a:pt x="3187700" y="567690"/>
                  </a:lnTo>
                  <a:lnTo>
                    <a:pt x="3207512" y="557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207257" y="3222498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w="0" h="303529">
                  <a:moveTo>
                    <a:pt x="0" y="0"/>
                  </a:moveTo>
                  <a:lnTo>
                    <a:pt x="0" y="303402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629536" y="4180078"/>
            <a:ext cx="1581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No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143125" y="3865626"/>
            <a:ext cx="2038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latin typeface="Arial MT"/>
                <a:cs typeface="Arial MT"/>
              </a:rPr>
              <a:t>Yes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347084" y="4180078"/>
            <a:ext cx="216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Low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181983" y="3566820"/>
            <a:ext cx="395605" cy="439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9690">
              <a:lnSpc>
                <a:spcPct val="135800"/>
              </a:lnSpc>
              <a:spcBef>
                <a:spcPts val="100"/>
              </a:spcBef>
            </a:pPr>
            <a:r>
              <a:rPr dirty="0" sz="1000" spc="-20">
                <a:latin typeface="Arial MT"/>
                <a:cs typeface="Arial MT"/>
              </a:rPr>
              <a:t>High </a:t>
            </a:r>
            <a:r>
              <a:rPr dirty="0" sz="1000" spc="-120"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546860" y="2281682"/>
            <a:ext cx="6149975" cy="570865"/>
          </a:xfrm>
          <a:custGeom>
            <a:avLst/>
            <a:gdLst/>
            <a:ahLst/>
            <a:cxnLst/>
            <a:rect l="l" t="t" r="r" b="b"/>
            <a:pathLst>
              <a:path w="6149975" h="570864">
                <a:moveTo>
                  <a:pt x="6137147" y="6350"/>
                </a:moveTo>
                <a:lnTo>
                  <a:pt x="6137147" y="570864"/>
                </a:lnTo>
                <a:lnTo>
                  <a:pt x="6149847" y="570864"/>
                </a:lnTo>
                <a:lnTo>
                  <a:pt x="6149847" y="12700"/>
                </a:lnTo>
                <a:lnTo>
                  <a:pt x="6143497" y="12700"/>
                </a:lnTo>
                <a:lnTo>
                  <a:pt x="6137147" y="6350"/>
                </a:lnTo>
                <a:close/>
              </a:path>
              <a:path w="6149975" h="570864">
                <a:moveTo>
                  <a:pt x="31750" y="318262"/>
                </a:moveTo>
                <a:lnTo>
                  <a:pt x="0" y="318262"/>
                </a:lnTo>
                <a:lnTo>
                  <a:pt x="38100" y="394462"/>
                </a:lnTo>
                <a:lnTo>
                  <a:pt x="69850" y="330962"/>
                </a:lnTo>
                <a:lnTo>
                  <a:pt x="31750" y="330962"/>
                </a:lnTo>
                <a:lnTo>
                  <a:pt x="31750" y="318262"/>
                </a:lnTo>
                <a:close/>
              </a:path>
              <a:path w="6149975" h="570864">
                <a:moveTo>
                  <a:pt x="6147054" y="0"/>
                </a:moveTo>
                <a:lnTo>
                  <a:pt x="34543" y="0"/>
                </a:lnTo>
                <a:lnTo>
                  <a:pt x="31750" y="2793"/>
                </a:lnTo>
                <a:lnTo>
                  <a:pt x="31750" y="330962"/>
                </a:lnTo>
                <a:lnTo>
                  <a:pt x="44450" y="330962"/>
                </a:lnTo>
                <a:lnTo>
                  <a:pt x="44450" y="12700"/>
                </a:lnTo>
                <a:lnTo>
                  <a:pt x="38100" y="12700"/>
                </a:lnTo>
                <a:lnTo>
                  <a:pt x="44450" y="6350"/>
                </a:lnTo>
                <a:lnTo>
                  <a:pt x="6149847" y="6350"/>
                </a:lnTo>
                <a:lnTo>
                  <a:pt x="6149847" y="2793"/>
                </a:lnTo>
                <a:lnTo>
                  <a:pt x="6147054" y="0"/>
                </a:lnTo>
                <a:close/>
              </a:path>
              <a:path w="6149975" h="570864">
                <a:moveTo>
                  <a:pt x="76200" y="318262"/>
                </a:moveTo>
                <a:lnTo>
                  <a:pt x="44450" y="318262"/>
                </a:lnTo>
                <a:lnTo>
                  <a:pt x="44450" y="330962"/>
                </a:lnTo>
                <a:lnTo>
                  <a:pt x="69850" y="330962"/>
                </a:lnTo>
                <a:lnTo>
                  <a:pt x="76200" y="318262"/>
                </a:lnTo>
                <a:close/>
              </a:path>
              <a:path w="6149975" h="570864">
                <a:moveTo>
                  <a:pt x="44450" y="6350"/>
                </a:moveTo>
                <a:lnTo>
                  <a:pt x="38100" y="12700"/>
                </a:lnTo>
                <a:lnTo>
                  <a:pt x="44450" y="12700"/>
                </a:lnTo>
                <a:lnTo>
                  <a:pt x="44450" y="6350"/>
                </a:lnTo>
                <a:close/>
              </a:path>
              <a:path w="6149975" h="570864">
                <a:moveTo>
                  <a:pt x="6137147" y="6350"/>
                </a:moveTo>
                <a:lnTo>
                  <a:pt x="44450" y="6350"/>
                </a:lnTo>
                <a:lnTo>
                  <a:pt x="44450" y="12700"/>
                </a:lnTo>
                <a:lnTo>
                  <a:pt x="6137147" y="12700"/>
                </a:lnTo>
                <a:lnTo>
                  <a:pt x="6137147" y="6350"/>
                </a:lnTo>
                <a:close/>
              </a:path>
              <a:path w="6149975" h="570864">
                <a:moveTo>
                  <a:pt x="6149847" y="6350"/>
                </a:moveTo>
                <a:lnTo>
                  <a:pt x="6137147" y="6350"/>
                </a:lnTo>
                <a:lnTo>
                  <a:pt x="6143497" y="12700"/>
                </a:lnTo>
                <a:lnTo>
                  <a:pt x="6149847" y="12700"/>
                </a:lnTo>
                <a:lnTo>
                  <a:pt x="6149847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384454" y="4575428"/>
            <a:ext cx="5107305" cy="18472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0">
                <a:latin typeface="Arial MT"/>
                <a:cs typeface="Arial MT"/>
              </a:rPr>
              <a:t>Terms</a:t>
            </a:r>
            <a:endParaRPr sz="16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  <a:spcBef>
                <a:spcPts val="905"/>
              </a:spcBef>
            </a:pPr>
            <a:r>
              <a:rPr dirty="0" sz="1200" spc="-120" b="1">
                <a:latin typeface="Arial"/>
                <a:cs typeface="Arial"/>
              </a:rPr>
              <a:t>Cybersecurity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20" b="1">
                <a:latin typeface="Arial"/>
                <a:cs typeface="Arial"/>
              </a:rPr>
              <a:t>information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Information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regard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which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relevance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yet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determined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</a:pPr>
            <a:r>
              <a:rPr dirty="0" sz="1200" spc="-120" b="1">
                <a:latin typeface="Arial"/>
                <a:cs typeface="Arial"/>
              </a:rPr>
              <a:t>Cybersecurity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14" b="1">
                <a:latin typeface="Arial"/>
                <a:cs typeface="Arial"/>
              </a:rPr>
              <a:t>incident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</a:pPr>
            <a:r>
              <a:rPr dirty="0" sz="1200" spc="-100">
                <a:latin typeface="Arial MT"/>
                <a:cs typeface="Arial MT"/>
              </a:rPr>
              <a:t>Situation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field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involve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exploit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mitigation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</a:pPr>
            <a:r>
              <a:rPr dirty="0" sz="1200" spc="-125" b="1">
                <a:latin typeface="Arial"/>
                <a:cs typeface="Arial"/>
              </a:rPr>
              <a:t>Triage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Analysis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determine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relevance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information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item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component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1762772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731900"/>
            <a:ext cx="7208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0">
                <a:latin typeface="Arial MT"/>
                <a:cs typeface="Arial MT"/>
              </a:rPr>
              <a:t>Continuously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monitoring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performed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identify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issues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early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65">
                <a:latin typeface="Arial MT"/>
                <a:cs typeface="Arial MT"/>
              </a:rPr>
              <a:t>possible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34960" y="281813"/>
            <a:ext cx="2234946" cy="155701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920496" y="1988820"/>
            <a:ext cx="1297305" cy="431800"/>
          </a:xfrm>
          <a:custGeom>
            <a:avLst/>
            <a:gdLst/>
            <a:ahLst/>
            <a:cxnLst/>
            <a:rect l="l" t="t" r="r" b="b"/>
            <a:pathLst>
              <a:path w="1297305" h="431800">
                <a:moveTo>
                  <a:pt x="1225042" y="0"/>
                </a:moveTo>
                <a:lnTo>
                  <a:pt x="71881" y="0"/>
                </a:lnTo>
                <a:lnTo>
                  <a:pt x="43901" y="5641"/>
                </a:lnTo>
                <a:lnTo>
                  <a:pt x="21053" y="21034"/>
                </a:lnTo>
                <a:lnTo>
                  <a:pt x="5648" y="43880"/>
                </a:lnTo>
                <a:lnTo>
                  <a:pt x="0" y="71881"/>
                </a:lnTo>
                <a:lnTo>
                  <a:pt x="0" y="359409"/>
                </a:lnTo>
                <a:lnTo>
                  <a:pt x="5648" y="387411"/>
                </a:lnTo>
                <a:lnTo>
                  <a:pt x="21053" y="410257"/>
                </a:lnTo>
                <a:lnTo>
                  <a:pt x="43901" y="425650"/>
                </a:lnTo>
                <a:lnTo>
                  <a:pt x="71881" y="431291"/>
                </a:lnTo>
                <a:lnTo>
                  <a:pt x="1225042" y="431291"/>
                </a:lnTo>
                <a:lnTo>
                  <a:pt x="1253043" y="425650"/>
                </a:lnTo>
                <a:lnTo>
                  <a:pt x="1275889" y="410257"/>
                </a:lnTo>
                <a:lnTo>
                  <a:pt x="1291282" y="387411"/>
                </a:lnTo>
                <a:lnTo>
                  <a:pt x="1296923" y="359409"/>
                </a:lnTo>
                <a:lnTo>
                  <a:pt x="1296923" y="71881"/>
                </a:lnTo>
                <a:lnTo>
                  <a:pt x="1291282" y="43880"/>
                </a:lnTo>
                <a:lnTo>
                  <a:pt x="1275889" y="21034"/>
                </a:lnTo>
                <a:lnTo>
                  <a:pt x="1253043" y="5641"/>
                </a:lnTo>
                <a:lnTo>
                  <a:pt x="1225042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01013" y="2097481"/>
            <a:ext cx="7353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Arial MT"/>
                <a:cs typeface="Arial MT"/>
              </a:rPr>
              <a:t>Researchers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20496" y="2708148"/>
            <a:ext cx="1297305" cy="433070"/>
          </a:xfrm>
          <a:custGeom>
            <a:avLst/>
            <a:gdLst/>
            <a:ahLst/>
            <a:cxnLst/>
            <a:rect l="l" t="t" r="r" b="b"/>
            <a:pathLst>
              <a:path w="1297305" h="433069">
                <a:moveTo>
                  <a:pt x="1224787" y="0"/>
                </a:moveTo>
                <a:lnTo>
                  <a:pt x="72135" y="0"/>
                </a:lnTo>
                <a:lnTo>
                  <a:pt x="44057" y="5663"/>
                </a:lnTo>
                <a:lnTo>
                  <a:pt x="21128" y="21113"/>
                </a:lnTo>
                <a:lnTo>
                  <a:pt x="5668" y="44041"/>
                </a:lnTo>
                <a:lnTo>
                  <a:pt x="0" y="72136"/>
                </a:lnTo>
                <a:lnTo>
                  <a:pt x="0" y="360679"/>
                </a:lnTo>
                <a:lnTo>
                  <a:pt x="5668" y="388774"/>
                </a:lnTo>
                <a:lnTo>
                  <a:pt x="21128" y="411702"/>
                </a:lnTo>
                <a:lnTo>
                  <a:pt x="44057" y="427152"/>
                </a:lnTo>
                <a:lnTo>
                  <a:pt x="72135" y="432815"/>
                </a:lnTo>
                <a:lnTo>
                  <a:pt x="1224787" y="432815"/>
                </a:lnTo>
                <a:lnTo>
                  <a:pt x="1252882" y="427152"/>
                </a:lnTo>
                <a:lnTo>
                  <a:pt x="1275810" y="411702"/>
                </a:lnTo>
                <a:lnTo>
                  <a:pt x="1291260" y="388774"/>
                </a:lnTo>
                <a:lnTo>
                  <a:pt x="1296923" y="360679"/>
                </a:lnTo>
                <a:lnTo>
                  <a:pt x="1296923" y="72136"/>
                </a:lnTo>
                <a:lnTo>
                  <a:pt x="1291260" y="44041"/>
                </a:lnTo>
                <a:lnTo>
                  <a:pt x="1275810" y="21113"/>
                </a:lnTo>
                <a:lnTo>
                  <a:pt x="1252882" y="5663"/>
                </a:lnTo>
                <a:lnTo>
                  <a:pt x="1224787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385442" y="2818257"/>
            <a:ext cx="3663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solidFill>
                  <a:srgbClr val="FFFFFF"/>
                </a:solidFill>
                <a:latin typeface="Arial MT"/>
                <a:cs typeface="Arial MT"/>
              </a:rPr>
              <a:t>Public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20496" y="3429000"/>
            <a:ext cx="1297305" cy="431800"/>
          </a:xfrm>
          <a:custGeom>
            <a:avLst/>
            <a:gdLst/>
            <a:ahLst/>
            <a:cxnLst/>
            <a:rect l="l" t="t" r="r" b="b"/>
            <a:pathLst>
              <a:path w="1297305" h="431800">
                <a:moveTo>
                  <a:pt x="1225042" y="0"/>
                </a:moveTo>
                <a:lnTo>
                  <a:pt x="71881" y="0"/>
                </a:lnTo>
                <a:lnTo>
                  <a:pt x="43901" y="5641"/>
                </a:lnTo>
                <a:lnTo>
                  <a:pt x="21053" y="21034"/>
                </a:lnTo>
                <a:lnTo>
                  <a:pt x="5648" y="43880"/>
                </a:lnTo>
                <a:lnTo>
                  <a:pt x="0" y="71882"/>
                </a:lnTo>
                <a:lnTo>
                  <a:pt x="0" y="359410"/>
                </a:lnTo>
                <a:lnTo>
                  <a:pt x="5648" y="387411"/>
                </a:lnTo>
                <a:lnTo>
                  <a:pt x="21053" y="410257"/>
                </a:lnTo>
                <a:lnTo>
                  <a:pt x="43901" y="425650"/>
                </a:lnTo>
                <a:lnTo>
                  <a:pt x="71881" y="431292"/>
                </a:lnTo>
                <a:lnTo>
                  <a:pt x="1225042" y="431292"/>
                </a:lnTo>
                <a:lnTo>
                  <a:pt x="1253043" y="425650"/>
                </a:lnTo>
                <a:lnTo>
                  <a:pt x="1275889" y="410257"/>
                </a:lnTo>
                <a:lnTo>
                  <a:pt x="1291282" y="387411"/>
                </a:lnTo>
                <a:lnTo>
                  <a:pt x="1296923" y="359410"/>
                </a:lnTo>
                <a:lnTo>
                  <a:pt x="1296923" y="71882"/>
                </a:lnTo>
                <a:lnTo>
                  <a:pt x="1291282" y="43880"/>
                </a:lnTo>
                <a:lnTo>
                  <a:pt x="1275889" y="21034"/>
                </a:lnTo>
                <a:lnTo>
                  <a:pt x="1253043" y="5641"/>
                </a:lnTo>
                <a:lnTo>
                  <a:pt x="1225042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258950" y="3538473"/>
            <a:ext cx="617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5">
                <a:solidFill>
                  <a:srgbClr val="FFFFFF"/>
                </a:solidFill>
                <a:latin typeface="Arial MT"/>
                <a:cs typeface="Arial MT"/>
              </a:rPr>
              <a:t>Authorities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575560" y="1915667"/>
            <a:ext cx="1731645" cy="2019300"/>
            <a:chOff x="2575560" y="1915667"/>
            <a:chExt cx="1731645" cy="2019300"/>
          </a:xfrm>
        </p:grpSpPr>
        <p:sp>
          <p:nvSpPr>
            <p:cNvPr id="17" name="object 17" descr=""/>
            <p:cNvSpPr/>
            <p:nvPr/>
          </p:nvSpPr>
          <p:spPr>
            <a:xfrm>
              <a:off x="2577084" y="1917191"/>
              <a:ext cx="1728470" cy="2016760"/>
            </a:xfrm>
            <a:custGeom>
              <a:avLst/>
              <a:gdLst/>
              <a:ahLst/>
              <a:cxnLst/>
              <a:rect l="l" t="t" r="r" b="b"/>
              <a:pathLst>
                <a:path w="1728470" h="2016760">
                  <a:moveTo>
                    <a:pt x="864107" y="0"/>
                  </a:moveTo>
                  <a:lnTo>
                    <a:pt x="864107" y="504063"/>
                  </a:lnTo>
                  <a:lnTo>
                    <a:pt x="0" y="504063"/>
                  </a:lnTo>
                  <a:lnTo>
                    <a:pt x="0" y="1512189"/>
                  </a:lnTo>
                  <a:lnTo>
                    <a:pt x="864107" y="1512189"/>
                  </a:lnTo>
                  <a:lnTo>
                    <a:pt x="864107" y="2016252"/>
                  </a:lnTo>
                  <a:lnTo>
                    <a:pt x="1728216" y="1008126"/>
                  </a:lnTo>
                  <a:lnTo>
                    <a:pt x="8641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77084" y="1917191"/>
              <a:ext cx="1728470" cy="2016760"/>
            </a:xfrm>
            <a:custGeom>
              <a:avLst/>
              <a:gdLst/>
              <a:ahLst/>
              <a:cxnLst/>
              <a:rect l="l" t="t" r="r" b="b"/>
              <a:pathLst>
                <a:path w="1728470" h="2016760">
                  <a:moveTo>
                    <a:pt x="0" y="504063"/>
                  </a:moveTo>
                  <a:lnTo>
                    <a:pt x="864107" y="504063"/>
                  </a:lnTo>
                  <a:lnTo>
                    <a:pt x="864107" y="0"/>
                  </a:lnTo>
                  <a:lnTo>
                    <a:pt x="1728216" y="1008126"/>
                  </a:lnTo>
                  <a:lnTo>
                    <a:pt x="864107" y="2016252"/>
                  </a:lnTo>
                  <a:lnTo>
                    <a:pt x="864107" y="1512189"/>
                  </a:lnTo>
                  <a:lnTo>
                    <a:pt x="0" y="1512189"/>
                  </a:lnTo>
                  <a:lnTo>
                    <a:pt x="0" y="504063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665222" y="2539746"/>
            <a:ext cx="107950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100"/>
              </a:spcBef>
              <a:buChar char="•"/>
              <a:tabLst>
                <a:tab pos="191770" algn="l"/>
              </a:tabLst>
            </a:pPr>
            <a:r>
              <a:rPr dirty="0" sz="1200" spc="-10">
                <a:latin typeface="Arial MT"/>
                <a:cs typeface="Arial MT"/>
              </a:rPr>
              <a:t>assets</a:t>
            </a:r>
            <a:endParaRPr sz="1200">
              <a:latin typeface="Arial MT"/>
              <a:cs typeface="Arial MT"/>
            </a:endParaRPr>
          </a:p>
          <a:p>
            <a:pPr marL="191770" indent="-179070">
              <a:lnSpc>
                <a:spcPct val="100000"/>
              </a:lnSpc>
              <a:buChar char="•"/>
              <a:tabLst>
                <a:tab pos="191770" algn="l"/>
              </a:tabLst>
            </a:pPr>
            <a:r>
              <a:rPr dirty="0" sz="1200" spc="-30">
                <a:latin typeface="Arial MT"/>
                <a:cs typeface="Arial MT"/>
              </a:rPr>
              <a:t>vulnerabilities</a:t>
            </a:r>
            <a:endParaRPr sz="1200">
              <a:latin typeface="Arial MT"/>
              <a:cs typeface="Arial MT"/>
            </a:endParaRPr>
          </a:p>
          <a:p>
            <a:pPr marL="191770" indent="-179070">
              <a:lnSpc>
                <a:spcPct val="100000"/>
              </a:lnSpc>
              <a:buChar char="•"/>
              <a:tabLst>
                <a:tab pos="191770" algn="l"/>
              </a:tabLst>
            </a:pPr>
            <a:r>
              <a:rPr dirty="0" sz="1200" spc="-105">
                <a:latin typeface="Arial MT"/>
                <a:cs typeface="Arial MT"/>
              </a:rPr>
              <a:t>forensic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  <a:p>
            <a:pPr marL="191770" indent="-179070">
              <a:lnSpc>
                <a:spcPct val="100000"/>
              </a:lnSpc>
              <a:buChar char="•"/>
              <a:tabLst>
                <a:tab pos="191770" algn="l"/>
              </a:tabLst>
            </a:pPr>
            <a:r>
              <a:rPr dirty="0" sz="1200" spc="-110">
                <a:latin typeface="Arial MT"/>
                <a:cs typeface="Arial MT"/>
              </a:rPr>
              <a:t>user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complaints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664964" y="2570988"/>
            <a:ext cx="1295400" cy="707390"/>
          </a:xfrm>
          <a:custGeom>
            <a:avLst/>
            <a:gdLst/>
            <a:ahLst/>
            <a:cxnLst/>
            <a:rect l="l" t="t" r="r" b="b"/>
            <a:pathLst>
              <a:path w="1295400" h="707389">
                <a:moveTo>
                  <a:pt x="1177544" y="0"/>
                </a:moveTo>
                <a:lnTo>
                  <a:pt x="117856" y="0"/>
                </a:lnTo>
                <a:lnTo>
                  <a:pt x="71955" y="9253"/>
                </a:lnTo>
                <a:lnTo>
                  <a:pt x="34496" y="34496"/>
                </a:lnTo>
                <a:lnTo>
                  <a:pt x="9253" y="71955"/>
                </a:lnTo>
                <a:lnTo>
                  <a:pt x="0" y="117856"/>
                </a:lnTo>
                <a:lnTo>
                  <a:pt x="0" y="589279"/>
                </a:lnTo>
                <a:lnTo>
                  <a:pt x="9253" y="635180"/>
                </a:lnTo>
                <a:lnTo>
                  <a:pt x="34496" y="672639"/>
                </a:lnTo>
                <a:lnTo>
                  <a:pt x="71955" y="697882"/>
                </a:lnTo>
                <a:lnTo>
                  <a:pt x="117856" y="707136"/>
                </a:lnTo>
                <a:lnTo>
                  <a:pt x="1177544" y="707136"/>
                </a:lnTo>
                <a:lnTo>
                  <a:pt x="1223444" y="697882"/>
                </a:lnTo>
                <a:lnTo>
                  <a:pt x="1260903" y="672639"/>
                </a:lnTo>
                <a:lnTo>
                  <a:pt x="1286146" y="635180"/>
                </a:lnTo>
                <a:lnTo>
                  <a:pt x="1295400" y="589279"/>
                </a:lnTo>
                <a:lnTo>
                  <a:pt x="1295400" y="117856"/>
                </a:lnTo>
                <a:lnTo>
                  <a:pt x="1286146" y="71955"/>
                </a:lnTo>
                <a:lnTo>
                  <a:pt x="1260903" y="34496"/>
                </a:lnTo>
                <a:lnTo>
                  <a:pt x="1223444" y="9253"/>
                </a:lnTo>
                <a:lnTo>
                  <a:pt x="1177544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5017389" y="2635122"/>
            <a:ext cx="5899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Incident </a:t>
            </a:r>
            <a:r>
              <a:rPr dirty="0" sz="1200" spc="-130">
                <a:solidFill>
                  <a:srgbClr val="FFFFFF"/>
                </a:solidFill>
                <a:latin typeface="Arial MT"/>
                <a:cs typeface="Arial MT"/>
              </a:rPr>
              <a:t>Response 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664964" y="1863851"/>
            <a:ext cx="1295400" cy="433070"/>
          </a:xfrm>
          <a:custGeom>
            <a:avLst/>
            <a:gdLst/>
            <a:ahLst/>
            <a:cxnLst/>
            <a:rect l="l" t="t" r="r" b="b"/>
            <a:pathLst>
              <a:path w="1295400" h="433069">
                <a:moveTo>
                  <a:pt x="1223264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6"/>
                </a:lnTo>
                <a:lnTo>
                  <a:pt x="0" y="360680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5"/>
                </a:lnTo>
                <a:lnTo>
                  <a:pt x="1223264" y="432815"/>
                </a:lnTo>
                <a:lnTo>
                  <a:pt x="1251358" y="427152"/>
                </a:lnTo>
                <a:lnTo>
                  <a:pt x="1274286" y="411702"/>
                </a:lnTo>
                <a:lnTo>
                  <a:pt x="1289736" y="388774"/>
                </a:lnTo>
                <a:lnTo>
                  <a:pt x="1295400" y="360680"/>
                </a:lnTo>
                <a:lnTo>
                  <a:pt x="1295400" y="72136"/>
                </a:lnTo>
                <a:lnTo>
                  <a:pt x="1289736" y="44041"/>
                </a:lnTo>
                <a:lnTo>
                  <a:pt x="1274286" y="21113"/>
                </a:lnTo>
                <a:lnTo>
                  <a:pt x="1251358" y="5663"/>
                </a:lnTo>
                <a:lnTo>
                  <a:pt x="1223264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5025009" y="1973960"/>
            <a:ext cx="574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solidFill>
                  <a:srgbClr val="FFFFFF"/>
                </a:solidFill>
                <a:latin typeface="Arial MT"/>
                <a:cs typeface="Arial MT"/>
              </a:rPr>
              <a:t>Marketing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4664964" y="3552444"/>
            <a:ext cx="1295400" cy="433070"/>
          </a:xfrm>
          <a:custGeom>
            <a:avLst/>
            <a:gdLst/>
            <a:ahLst/>
            <a:cxnLst/>
            <a:rect l="l" t="t" r="r" b="b"/>
            <a:pathLst>
              <a:path w="1295400" h="433070">
                <a:moveTo>
                  <a:pt x="1223264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5"/>
                </a:lnTo>
                <a:lnTo>
                  <a:pt x="0" y="360679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5"/>
                </a:lnTo>
                <a:lnTo>
                  <a:pt x="1223264" y="432815"/>
                </a:lnTo>
                <a:lnTo>
                  <a:pt x="1251358" y="427152"/>
                </a:lnTo>
                <a:lnTo>
                  <a:pt x="1274286" y="411702"/>
                </a:lnTo>
                <a:lnTo>
                  <a:pt x="1289736" y="388774"/>
                </a:lnTo>
                <a:lnTo>
                  <a:pt x="1295400" y="360679"/>
                </a:lnTo>
                <a:lnTo>
                  <a:pt x="1295400" y="72135"/>
                </a:lnTo>
                <a:lnTo>
                  <a:pt x="1289736" y="44041"/>
                </a:lnTo>
                <a:lnTo>
                  <a:pt x="1274286" y="21113"/>
                </a:lnTo>
                <a:lnTo>
                  <a:pt x="1251358" y="5663"/>
                </a:lnTo>
                <a:lnTo>
                  <a:pt x="1223264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5144261" y="3662298"/>
            <a:ext cx="339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202679" y="2077211"/>
            <a:ext cx="1295400" cy="431800"/>
          </a:xfrm>
          <a:custGeom>
            <a:avLst/>
            <a:gdLst/>
            <a:ahLst/>
            <a:cxnLst/>
            <a:rect l="l" t="t" r="r" b="b"/>
            <a:pathLst>
              <a:path w="1295400" h="431800">
                <a:moveTo>
                  <a:pt x="1223518" y="0"/>
                </a:moveTo>
                <a:lnTo>
                  <a:pt x="71882" y="0"/>
                </a:lnTo>
                <a:lnTo>
                  <a:pt x="43880" y="5641"/>
                </a:lnTo>
                <a:lnTo>
                  <a:pt x="21034" y="21034"/>
                </a:lnTo>
                <a:lnTo>
                  <a:pt x="5641" y="43880"/>
                </a:lnTo>
                <a:lnTo>
                  <a:pt x="0" y="71882"/>
                </a:lnTo>
                <a:lnTo>
                  <a:pt x="0" y="359410"/>
                </a:lnTo>
                <a:lnTo>
                  <a:pt x="5641" y="387411"/>
                </a:lnTo>
                <a:lnTo>
                  <a:pt x="21034" y="410257"/>
                </a:lnTo>
                <a:lnTo>
                  <a:pt x="43880" y="425650"/>
                </a:lnTo>
                <a:lnTo>
                  <a:pt x="71882" y="431291"/>
                </a:lnTo>
                <a:lnTo>
                  <a:pt x="1223518" y="431291"/>
                </a:lnTo>
                <a:lnTo>
                  <a:pt x="1251519" y="425650"/>
                </a:lnTo>
                <a:lnTo>
                  <a:pt x="1274365" y="410257"/>
                </a:lnTo>
                <a:lnTo>
                  <a:pt x="1289758" y="387411"/>
                </a:lnTo>
                <a:lnTo>
                  <a:pt x="1295400" y="359410"/>
                </a:lnTo>
                <a:lnTo>
                  <a:pt x="1295400" y="71882"/>
                </a:lnTo>
                <a:lnTo>
                  <a:pt x="1289758" y="43880"/>
                </a:lnTo>
                <a:lnTo>
                  <a:pt x="1274365" y="21034"/>
                </a:lnTo>
                <a:lnTo>
                  <a:pt x="1251519" y="5641"/>
                </a:lnTo>
                <a:lnTo>
                  <a:pt x="1223518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737984" y="2186432"/>
            <a:ext cx="227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5">
                <a:solidFill>
                  <a:srgbClr val="FFFFFF"/>
                </a:solidFill>
                <a:latin typeface="Arial MT"/>
                <a:cs typeface="Arial MT"/>
              </a:rPr>
              <a:t>QM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6202679" y="2708148"/>
            <a:ext cx="1295400" cy="433070"/>
          </a:xfrm>
          <a:custGeom>
            <a:avLst/>
            <a:gdLst/>
            <a:ahLst/>
            <a:cxnLst/>
            <a:rect l="l" t="t" r="r" b="b"/>
            <a:pathLst>
              <a:path w="1295400" h="433069">
                <a:moveTo>
                  <a:pt x="1223264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6"/>
                </a:lnTo>
                <a:lnTo>
                  <a:pt x="0" y="360679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5"/>
                </a:lnTo>
                <a:lnTo>
                  <a:pt x="1223264" y="432815"/>
                </a:lnTo>
                <a:lnTo>
                  <a:pt x="1251358" y="427152"/>
                </a:lnTo>
                <a:lnTo>
                  <a:pt x="1274286" y="411702"/>
                </a:lnTo>
                <a:lnTo>
                  <a:pt x="1289736" y="388774"/>
                </a:lnTo>
                <a:lnTo>
                  <a:pt x="1295400" y="360679"/>
                </a:lnTo>
                <a:lnTo>
                  <a:pt x="1295400" y="72136"/>
                </a:lnTo>
                <a:lnTo>
                  <a:pt x="1289736" y="44041"/>
                </a:lnTo>
                <a:lnTo>
                  <a:pt x="1274286" y="21113"/>
                </a:lnTo>
                <a:lnTo>
                  <a:pt x="1251358" y="5663"/>
                </a:lnTo>
                <a:lnTo>
                  <a:pt x="1223264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684644" y="2818257"/>
            <a:ext cx="334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solidFill>
                  <a:srgbClr val="FFFFFF"/>
                </a:solidFill>
                <a:latin typeface="Arial MT"/>
                <a:cs typeface="Arial MT"/>
              </a:rPr>
              <a:t>Legal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202679" y="3340608"/>
            <a:ext cx="1295400" cy="431800"/>
          </a:xfrm>
          <a:custGeom>
            <a:avLst/>
            <a:gdLst/>
            <a:ahLst/>
            <a:cxnLst/>
            <a:rect l="l" t="t" r="r" b="b"/>
            <a:pathLst>
              <a:path w="1295400" h="431800">
                <a:moveTo>
                  <a:pt x="1223518" y="0"/>
                </a:moveTo>
                <a:lnTo>
                  <a:pt x="71882" y="0"/>
                </a:lnTo>
                <a:lnTo>
                  <a:pt x="43880" y="5641"/>
                </a:lnTo>
                <a:lnTo>
                  <a:pt x="21034" y="21034"/>
                </a:lnTo>
                <a:lnTo>
                  <a:pt x="5641" y="43880"/>
                </a:lnTo>
                <a:lnTo>
                  <a:pt x="0" y="71881"/>
                </a:lnTo>
                <a:lnTo>
                  <a:pt x="0" y="359409"/>
                </a:lnTo>
                <a:lnTo>
                  <a:pt x="5641" y="387411"/>
                </a:lnTo>
                <a:lnTo>
                  <a:pt x="21034" y="410257"/>
                </a:lnTo>
                <a:lnTo>
                  <a:pt x="43880" y="425650"/>
                </a:lnTo>
                <a:lnTo>
                  <a:pt x="71882" y="431291"/>
                </a:lnTo>
                <a:lnTo>
                  <a:pt x="1223518" y="431291"/>
                </a:lnTo>
                <a:lnTo>
                  <a:pt x="1251519" y="425650"/>
                </a:lnTo>
                <a:lnTo>
                  <a:pt x="1274365" y="410257"/>
                </a:lnTo>
                <a:lnTo>
                  <a:pt x="1289758" y="387411"/>
                </a:lnTo>
                <a:lnTo>
                  <a:pt x="1295400" y="359409"/>
                </a:lnTo>
                <a:lnTo>
                  <a:pt x="1295400" y="71881"/>
                </a:lnTo>
                <a:lnTo>
                  <a:pt x="1289758" y="43880"/>
                </a:lnTo>
                <a:lnTo>
                  <a:pt x="1274365" y="21034"/>
                </a:lnTo>
                <a:lnTo>
                  <a:pt x="1251519" y="5641"/>
                </a:lnTo>
                <a:lnTo>
                  <a:pt x="1223518" y="0"/>
                </a:lnTo>
                <a:close/>
              </a:path>
            </a:pathLst>
          </a:custGeom>
          <a:solidFill>
            <a:srgbClr val="787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6468236" y="3449828"/>
            <a:ext cx="763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solidFill>
                  <a:srgbClr val="FFFFFF"/>
                </a:solidFill>
                <a:latin typeface="Arial MT"/>
                <a:cs typeface="Arial MT"/>
              </a:rPr>
              <a:t>Development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443984" y="1644395"/>
            <a:ext cx="3427729" cy="2601595"/>
            <a:chOff x="4443984" y="1644395"/>
            <a:chExt cx="3427729" cy="2601595"/>
          </a:xfrm>
        </p:grpSpPr>
        <p:sp>
          <p:nvSpPr>
            <p:cNvPr id="33" name="object 33" descr=""/>
            <p:cNvSpPr/>
            <p:nvPr/>
          </p:nvSpPr>
          <p:spPr>
            <a:xfrm>
              <a:off x="5274564" y="2296667"/>
              <a:ext cx="76200" cy="1256665"/>
            </a:xfrm>
            <a:custGeom>
              <a:avLst/>
              <a:gdLst/>
              <a:ahLst/>
              <a:cxnLst/>
              <a:rect l="l" t="t" r="r" b="b"/>
              <a:pathLst>
                <a:path w="76200" h="1256664">
                  <a:moveTo>
                    <a:pt x="76200" y="1057656"/>
                  </a:moveTo>
                  <a:lnTo>
                    <a:pt x="69850" y="1044956"/>
                  </a:lnTo>
                  <a:lnTo>
                    <a:pt x="38100" y="981456"/>
                  </a:lnTo>
                  <a:lnTo>
                    <a:pt x="0" y="1057656"/>
                  </a:lnTo>
                  <a:lnTo>
                    <a:pt x="31750" y="1057656"/>
                  </a:lnTo>
                  <a:lnTo>
                    <a:pt x="31750" y="1256284"/>
                  </a:lnTo>
                  <a:lnTo>
                    <a:pt x="44450" y="1256284"/>
                  </a:lnTo>
                  <a:lnTo>
                    <a:pt x="44450" y="1057656"/>
                  </a:lnTo>
                  <a:lnTo>
                    <a:pt x="76200" y="1057656"/>
                  </a:lnTo>
                  <a:close/>
                </a:path>
                <a:path w="76200" h="1256664">
                  <a:moveTo>
                    <a:pt x="76200" y="198628"/>
                  </a:moveTo>
                  <a:lnTo>
                    <a:pt x="44450" y="198628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198628"/>
                  </a:lnTo>
                  <a:lnTo>
                    <a:pt x="0" y="198628"/>
                  </a:lnTo>
                  <a:lnTo>
                    <a:pt x="38100" y="274828"/>
                  </a:lnTo>
                  <a:lnTo>
                    <a:pt x="69850" y="211328"/>
                  </a:lnTo>
                  <a:lnTo>
                    <a:pt x="76200" y="198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0364" y="2886455"/>
              <a:ext cx="241173" cy="7620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60364" y="2415666"/>
              <a:ext cx="240664" cy="240537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929884" y="3232403"/>
              <a:ext cx="279400" cy="172085"/>
            </a:xfrm>
            <a:custGeom>
              <a:avLst/>
              <a:gdLst/>
              <a:ahLst/>
              <a:cxnLst/>
              <a:rect l="l" t="t" r="r" b="b"/>
              <a:pathLst>
                <a:path w="279400" h="172085">
                  <a:moveTo>
                    <a:pt x="68529" y="33852"/>
                  </a:moveTo>
                  <a:lnTo>
                    <a:pt x="61971" y="44725"/>
                  </a:lnTo>
                  <a:lnTo>
                    <a:pt x="272795" y="171704"/>
                  </a:lnTo>
                  <a:lnTo>
                    <a:pt x="279273" y="160782"/>
                  </a:lnTo>
                  <a:lnTo>
                    <a:pt x="68529" y="33852"/>
                  </a:lnTo>
                  <a:close/>
                </a:path>
                <a:path w="279400" h="172085">
                  <a:moveTo>
                    <a:pt x="0" y="0"/>
                  </a:moveTo>
                  <a:lnTo>
                    <a:pt x="45592" y="71882"/>
                  </a:lnTo>
                  <a:lnTo>
                    <a:pt x="61971" y="44725"/>
                  </a:lnTo>
                  <a:lnTo>
                    <a:pt x="51180" y="38226"/>
                  </a:lnTo>
                  <a:lnTo>
                    <a:pt x="57657" y="27305"/>
                  </a:lnTo>
                  <a:lnTo>
                    <a:pt x="72477" y="27305"/>
                  </a:lnTo>
                  <a:lnTo>
                    <a:pt x="84962" y="6604"/>
                  </a:lnTo>
                  <a:lnTo>
                    <a:pt x="0" y="0"/>
                  </a:lnTo>
                  <a:close/>
                </a:path>
                <a:path w="279400" h="172085">
                  <a:moveTo>
                    <a:pt x="57657" y="27305"/>
                  </a:moveTo>
                  <a:lnTo>
                    <a:pt x="51180" y="38226"/>
                  </a:lnTo>
                  <a:lnTo>
                    <a:pt x="61971" y="44725"/>
                  </a:lnTo>
                  <a:lnTo>
                    <a:pt x="68529" y="33852"/>
                  </a:lnTo>
                  <a:lnTo>
                    <a:pt x="57657" y="27305"/>
                  </a:lnTo>
                  <a:close/>
                </a:path>
                <a:path w="279400" h="172085">
                  <a:moveTo>
                    <a:pt x="72477" y="27305"/>
                  </a:moveTo>
                  <a:lnTo>
                    <a:pt x="57657" y="27305"/>
                  </a:lnTo>
                  <a:lnTo>
                    <a:pt x="68529" y="33852"/>
                  </a:lnTo>
                  <a:lnTo>
                    <a:pt x="72477" y="273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448556" y="1648967"/>
              <a:ext cx="3418840" cy="2592705"/>
            </a:xfrm>
            <a:custGeom>
              <a:avLst/>
              <a:gdLst/>
              <a:ahLst/>
              <a:cxnLst/>
              <a:rect l="l" t="t" r="r" b="b"/>
              <a:pathLst>
                <a:path w="3418840" h="2592704">
                  <a:moveTo>
                    <a:pt x="0" y="432054"/>
                  </a:moveTo>
                  <a:lnTo>
                    <a:pt x="2535" y="384974"/>
                  </a:lnTo>
                  <a:lnTo>
                    <a:pt x="9964" y="339363"/>
                  </a:lnTo>
                  <a:lnTo>
                    <a:pt x="22024" y="295485"/>
                  </a:lnTo>
                  <a:lnTo>
                    <a:pt x="38452" y="253603"/>
                  </a:lnTo>
                  <a:lnTo>
                    <a:pt x="58984" y="213980"/>
                  </a:lnTo>
                  <a:lnTo>
                    <a:pt x="83356" y="176881"/>
                  </a:lnTo>
                  <a:lnTo>
                    <a:pt x="111305" y="142568"/>
                  </a:lnTo>
                  <a:lnTo>
                    <a:pt x="142568" y="111305"/>
                  </a:lnTo>
                  <a:lnTo>
                    <a:pt x="176881" y="83356"/>
                  </a:lnTo>
                  <a:lnTo>
                    <a:pt x="213980" y="58984"/>
                  </a:lnTo>
                  <a:lnTo>
                    <a:pt x="253603" y="38452"/>
                  </a:lnTo>
                  <a:lnTo>
                    <a:pt x="295485" y="22024"/>
                  </a:lnTo>
                  <a:lnTo>
                    <a:pt x="339363" y="9964"/>
                  </a:lnTo>
                  <a:lnTo>
                    <a:pt x="384974" y="2535"/>
                  </a:lnTo>
                  <a:lnTo>
                    <a:pt x="432054" y="0"/>
                  </a:lnTo>
                  <a:lnTo>
                    <a:pt x="2986278" y="0"/>
                  </a:lnTo>
                  <a:lnTo>
                    <a:pt x="3033357" y="2535"/>
                  </a:lnTo>
                  <a:lnTo>
                    <a:pt x="3078968" y="9964"/>
                  </a:lnTo>
                  <a:lnTo>
                    <a:pt x="3122846" y="22024"/>
                  </a:lnTo>
                  <a:lnTo>
                    <a:pt x="3164728" y="38452"/>
                  </a:lnTo>
                  <a:lnTo>
                    <a:pt x="3204351" y="58984"/>
                  </a:lnTo>
                  <a:lnTo>
                    <a:pt x="3241450" y="83356"/>
                  </a:lnTo>
                  <a:lnTo>
                    <a:pt x="3275763" y="111305"/>
                  </a:lnTo>
                  <a:lnTo>
                    <a:pt x="3307026" y="142568"/>
                  </a:lnTo>
                  <a:lnTo>
                    <a:pt x="3334975" y="176881"/>
                  </a:lnTo>
                  <a:lnTo>
                    <a:pt x="3359347" y="213980"/>
                  </a:lnTo>
                  <a:lnTo>
                    <a:pt x="3379879" y="253603"/>
                  </a:lnTo>
                  <a:lnTo>
                    <a:pt x="3396307" y="295485"/>
                  </a:lnTo>
                  <a:lnTo>
                    <a:pt x="3408367" y="339363"/>
                  </a:lnTo>
                  <a:lnTo>
                    <a:pt x="3415796" y="384974"/>
                  </a:lnTo>
                  <a:lnTo>
                    <a:pt x="3418332" y="432054"/>
                  </a:lnTo>
                  <a:lnTo>
                    <a:pt x="3418332" y="2160270"/>
                  </a:lnTo>
                  <a:lnTo>
                    <a:pt x="3415796" y="2207349"/>
                  </a:lnTo>
                  <a:lnTo>
                    <a:pt x="3408367" y="2252960"/>
                  </a:lnTo>
                  <a:lnTo>
                    <a:pt x="3396307" y="2296838"/>
                  </a:lnTo>
                  <a:lnTo>
                    <a:pt x="3379879" y="2338720"/>
                  </a:lnTo>
                  <a:lnTo>
                    <a:pt x="3359347" y="2378343"/>
                  </a:lnTo>
                  <a:lnTo>
                    <a:pt x="3334975" y="2415442"/>
                  </a:lnTo>
                  <a:lnTo>
                    <a:pt x="3307026" y="2449755"/>
                  </a:lnTo>
                  <a:lnTo>
                    <a:pt x="3275763" y="2481018"/>
                  </a:lnTo>
                  <a:lnTo>
                    <a:pt x="3241450" y="2508967"/>
                  </a:lnTo>
                  <a:lnTo>
                    <a:pt x="3204351" y="2533339"/>
                  </a:lnTo>
                  <a:lnTo>
                    <a:pt x="3164728" y="2553871"/>
                  </a:lnTo>
                  <a:lnTo>
                    <a:pt x="3122846" y="2570299"/>
                  </a:lnTo>
                  <a:lnTo>
                    <a:pt x="3078968" y="2582359"/>
                  </a:lnTo>
                  <a:lnTo>
                    <a:pt x="3033357" y="2589788"/>
                  </a:lnTo>
                  <a:lnTo>
                    <a:pt x="2986278" y="2592324"/>
                  </a:lnTo>
                  <a:lnTo>
                    <a:pt x="432054" y="2592324"/>
                  </a:lnTo>
                  <a:lnTo>
                    <a:pt x="384974" y="2589788"/>
                  </a:lnTo>
                  <a:lnTo>
                    <a:pt x="339363" y="2582359"/>
                  </a:lnTo>
                  <a:lnTo>
                    <a:pt x="295485" y="2570299"/>
                  </a:lnTo>
                  <a:lnTo>
                    <a:pt x="253603" y="2553871"/>
                  </a:lnTo>
                  <a:lnTo>
                    <a:pt x="213980" y="2533339"/>
                  </a:lnTo>
                  <a:lnTo>
                    <a:pt x="176881" y="2508967"/>
                  </a:lnTo>
                  <a:lnTo>
                    <a:pt x="142568" y="2481018"/>
                  </a:lnTo>
                  <a:lnTo>
                    <a:pt x="111305" y="2449755"/>
                  </a:lnTo>
                  <a:lnTo>
                    <a:pt x="83356" y="2415442"/>
                  </a:lnTo>
                  <a:lnTo>
                    <a:pt x="58984" y="2378343"/>
                  </a:lnTo>
                  <a:lnTo>
                    <a:pt x="38452" y="2338720"/>
                  </a:lnTo>
                  <a:lnTo>
                    <a:pt x="22024" y="2296838"/>
                  </a:lnTo>
                  <a:lnTo>
                    <a:pt x="9964" y="2252960"/>
                  </a:lnTo>
                  <a:lnTo>
                    <a:pt x="2535" y="2207349"/>
                  </a:lnTo>
                  <a:lnTo>
                    <a:pt x="0" y="2160270"/>
                  </a:lnTo>
                  <a:lnTo>
                    <a:pt x="0" y="43205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6940042" y="1657604"/>
            <a:ext cx="5029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5">
                <a:latin typeface="Arial MT"/>
                <a:cs typeface="Arial MT"/>
              </a:rPr>
              <a:t>internal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974852" y="1657604"/>
            <a:ext cx="5441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0">
                <a:latin typeface="Arial MT"/>
                <a:cs typeface="Arial MT"/>
              </a:rPr>
              <a:t>external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2926092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731900"/>
            <a:ext cx="22256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0">
                <a:latin typeface="Arial MT"/>
                <a:cs typeface="Arial MT"/>
              </a:rPr>
              <a:t>Incident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Response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Process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32459" y="1557527"/>
            <a:ext cx="1297305" cy="581025"/>
          </a:xfrm>
          <a:custGeom>
            <a:avLst/>
            <a:gdLst/>
            <a:ahLst/>
            <a:cxnLst/>
            <a:rect l="l" t="t" r="r" b="b"/>
            <a:pathLst>
              <a:path w="1297305" h="581025">
                <a:moveTo>
                  <a:pt x="1200150" y="0"/>
                </a:moveTo>
                <a:lnTo>
                  <a:pt x="96774" y="0"/>
                </a:lnTo>
                <a:lnTo>
                  <a:pt x="59107" y="7602"/>
                </a:lnTo>
                <a:lnTo>
                  <a:pt x="28346" y="28336"/>
                </a:lnTo>
                <a:lnTo>
                  <a:pt x="7605" y="59096"/>
                </a:lnTo>
                <a:lnTo>
                  <a:pt x="0" y="96774"/>
                </a:lnTo>
                <a:lnTo>
                  <a:pt x="0" y="483870"/>
                </a:lnTo>
                <a:lnTo>
                  <a:pt x="7605" y="521547"/>
                </a:lnTo>
                <a:lnTo>
                  <a:pt x="28346" y="552307"/>
                </a:lnTo>
                <a:lnTo>
                  <a:pt x="59107" y="573041"/>
                </a:lnTo>
                <a:lnTo>
                  <a:pt x="96774" y="580644"/>
                </a:lnTo>
                <a:lnTo>
                  <a:pt x="1200150" y="580644"/>
                </a:lnTo>
                <a:lnTo>
                  <a:pt x="1237827" y="573041"/>
                </a:lnTo>
                <a:lnTo>
                  <a:pt x="1268587" y="552307"/>
                </a:lnTo>
                <a:lnTo>
                  <a:pt x="1289321" y="521547"/>
                </a:lnTo>
                <a:lnTo>
                  <a:pt x="1296923" y="483870"/>
                </a:lnTo>
                <a:lnTo>
                  <a:pt x="1296923" y="96774"/>
                </a:lnTo>
                <a:lnTo>
                  <a:pt x="1289321" y="59096"/>
                </a:lnTo>
                <a:lnTo>
                  <a:pt x="1268587" y="28336"/>
                </a:lnTo>
                <a:lnTo>
                  <a:pt x="1237827" y="7602"/>
                </a:lnTo>
                <a:lnTo>
                  <a:pt x="1200150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08736" y="1679829"/>
            <a:ext cx="16840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95"/>
              </a:spcBef>
              <a:tabLst>
                <a:tab pos="1120775" algn="l"/>
                <a:tab pos="1670050" algn="l"/>
              </a:tabLst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0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event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u="heavy" sz="1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evaluation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305811" y="2406395"/>
            <a:ext cx="1297305" cy="581025"/>
          </a:xfrm>
          <a:custGeom>
            <a:avLst/>
            <a:gdLst/>
            <a:ahLst/>
            <a:cxnLst/>
            <a:rect l="l" t="t" r="r" b="b"/>
            <a:pathLst>
              <a:path w="1297304" h="581025">
                <a:moveTo>
                  <a:pt x="1200150" y="0"/>
                </a:moveTo>
                <a:lnTo>
                  <a:pt x="96774" y="0"/>
                </a:lnTo>
                <a:lnTo>
                  <a:pt x="59096" y="7602"/>
                </a:lnTo>
                <a:lnTo>
                  <a:pt x="28336" y="28336"/>
                </a:lnTo>
                <a:lnTo>
                  <a:pt x="7602" y="59096"/>
                </a:lnTo>
                <a:lnTo>
                  <a:pt x="0" y="96774"/>
                </a:lnTo>
                <a:lnTo>
                  <a:pt x="0" y="483869"/>
                </a:lnTo>
                <a:lnTo>
                  <a:pt x="7602" y="521547"/>
                </a:lnTo>
                <a:lnTo>
                  <a:pt x="28336" y="552307"/>
                </a:lnTo>
                <a:lnTo>
                  <a:pt x="59096" y="573041"/>
                </a:lnTo>
                <a:lnTo>
                  <a:pt x="96774" y="580643"/>
                </a:lnTo>
                <a:lnTo>
                  <a:pt x="1200150" y="580643"/>
                </a:lnTo>
                <a:lnTo>
                  <a:pt x="1237827" y="573041"/>
                </a:lnTo>
                <a:lnTo>
                  <a:pt x="1268587" y="552307"/>
                </a:lnTo>
                <a:lnTo>
                  <a:pt x="1289321" y="521547"/>
                </a:lnTo>
                <a:lnTo>
                  <a:pt x="1296924" y="483869"/>
                </a:lnTo>
                <a:lnTo>
                  <a:pt x="1296924" y="96774"/>
                </a:lnTo>
                <a:lnTo>
                  <a:pt x="1289321" y="59096"/>
                </a:lnTo>
                <a:lnTo>
                  <a:pt x="1268587" y="28336"/>
                </a:lnTo>
                <a:lnTo>
                  <a:pt x="1237827" y="7602"/>
                </a:lnTo>
                <a:lnTo>
                  <a:pt x="1200150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421382" y="2529077"/>
            <a:ext cx="10661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Criticality</a:t>
            </a:r>
            <a:r>
              <a:rPr dirty="0" sz="10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“Triage”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448555" y="2406395"/>
            <a:ext cx="1297305" cy="581025"/>
          </a:xfrm>
          <a:custGeom>
            <a:avLst/>
            <a:gdLst/>
            <a:ahLst/>
            <a:cxnLst/>
            <a:rect l="l" t="t" r="r" b="b"/>
            <a:pathLst>
              <a:path w="1297304" h="581025">
                <a:moveTo>
                  <a:pt x="1200150" y="0"/>
                </a:moveTo>
                <a:lnTo>
                  <a:pt x="96774" y="0"/>
                </a:lnTo>
                <a:lnTo>
                  <a:pt x="59096" y="7602"/>
                </a:lnTo>
                <a:lnTo>
                  <a:pt x="28336" y="28336"/>
                </a:lnTo>
                <a:lnTo>
                  <a:pt x="7602" y="59096"/>
                </a:lnTo>
                <a:lnTo>
                  <a:pt x="0" y="96774"/>
                </a:lnTo>
                <a:lnTo>
                  <a:pt x="0" y="483869"/>
                </a:lnTo>
                <a:lnTo>
                  <a:pt x="7602" y="521547"/>
                </a:lnTo>
                <a:lnTo>
                  <a:pt x="28336" y="552307"/>
                </a:lnTo>
                <a:lnTo>
                  <a:pt x="59096" y="573041"/>
                </a:lnTo>
                <a:lnTo>
                  <a:pt x="96774" y="580643"/>
                </a:lnTo>
                <a:lnTo>
                  <a:pt x="1200150" y="580643"/>
                </a:lnTo>
                <a:lnTo>
                  <a:pt x="1237827" y="573041"/>
                </a:lnTo>
                <a:lnTo>
                  <a:pt x="1268587" y="552307"/>
                </a:lnTo>
                <a:lnTo>
                  <a:pt x="1289321" y="521547"/>
                </a:lnTo>
                <a:lnTo>
                  <a:pt x="1296924" y="483869"/>
                </a:lnTo>
                <a:lnTo>
                  <a:pt x="1296924" y="96774"/>
                </a:lnTo>
                <a:lnTo>
                  <a:pt x="1289321" y="59096"/>
                </a:lnTo>
                <a:lnTo>
                  <a:pt x="1268587" y="28336"/>
                </a:lnTo>
                <a:lnTo>
                  <a:pt x="1237827" y="7602"/>
                </a:lnTo>
                <a:lnTo>
                  <a:pt x="1200150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842128" y="2605277"/>
            <a:ext cx="5105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solidFill>
                  <a:srgbClr val="FFFFFF"/>
                </a:solidFill>
                <a:latin typeface="Arial MT"/>
                <a:cs typeface="Arial MT"/>
              </a:rPr>
              <a:t>Weakness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452116" y="1592580"/>
            <a:ext cx="901065" cy="510540"/>
          </a:xfrm>
          <a:custGeom>
            <a:avLst/>
            <a:gdLst/>
            <a:ahLst/>
            <a:cxnLst/>
            <a:rect l="l" t="t" r="r" b="b"/>
            <a:pathLst>
              <a:path w="901064" h="510539">
                <a:moveTo>
                  <a:pt x="0" y="85090"/>
                </a:moveTo>
                <a:lnTo>
                  <a:pt x="6687" y="51970"/>
                </a:lnTo>
                <a:lnTo>
                  <a:pt x="24923" y="24923"/>
                </a:lnTo>
                <a:lnTo>
                  <a:pt x="51970" y="6687"/>
                </a:lnTo>
                <a:lnTo>
                  <a:pt x="85089" y="0"/>
                </a:lnTo>
                <a:lnTo>
                  <a:pt x="815594" y="0"/>
                </a:lnTo>
                <a:lnTo>
                  <a:pt x="848713" y="6687"/>
                </a:lnTo>
                <a:lnTo>
                  <a:pt x="875760" y="24923"/>
                </a:lnTo>
                <a:lnTo>
                  <a:pt x="893996" y="51970"/>
                </a:lnTo>
                <a:lnTo>
                  <a:pt x="900683" y="85090"/>
                </a:lnTo>
                <a:lnTo>
                  <a:pt x="900683" y="425450"/>
                </a:lnTo>
                <a:lnTo>
                  <a:pt x="893996" y="458569"/>
                </a:lnTo>
                <a:lnTo>
                  <a:pt x="875760" y="485616"/>
                </a:lnTo>
                <a:lnTo>
                  <a:pt x="848713" y="503852"/>
                </a:lnTo>
                <a:lnTo>
                  <a:pt x="815594" y="510540"/>
                </a:lnTo>
                <a:lnTo>
                  <a:pt x="85089" y="510540"/>
                </a:lnTo>
                <a:lnTo>
                  <a:pt x="51970" y="503852"/>
                </a:lnTo>
                <a:lnTo>
                  <a:pt x="24923" y="485616"/>
                </a:lnTo>
                <a:lnTo>
                  <a:pt x="6687" y="458569"/>
                </a:lnTo>
                <a:lnTo>
                  <a:pt x="0" y="425450"/>
                </a:lnTo>
                <a:lnTo>
                  <a:pt x="0" y="85090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655570" y="1603629"/>
            <a:ext cx="492759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Incident </a:t>
            </a:r>
            <a:r>
              <a:rPr dirty="0" sz="1000" spc="-110">
                <a:latin typeface="Arial MT"/>
                <a:cs typeface="Arial MT"/>
              </a:rPr>
              <a:t>Response</a:t>
            </a:r>
            <a:r>
              <a:rPr dirty="0" sz="1000" spc="-20">
                <a:latin typeface="Arial MT"/>
                <a:cs typeface="Arial MT"/>
              </a:rPr>
              <a:t> Team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57072" y="2447544"/>
            <a:ext cx="647700" cy="521334"/>
          </a:xfrm>
          <a:custGeom>
            <a:avLst/>
            <a:gdLst/>
            <a:ahLst/>
            <a:cxnLst/>
            <a:rect l="l" t="t" r="r" b="b"/>
            <a:pathLst>
              <a:path w="647700" h="521335">
                <a:moveTo>
                  <a:pt x="323850" y="0"/>
                </a:moveTo>
                <a:lnTo>
                  <a:pt x="0" y="260603"/>
                </a:lnTo>
                <a:lnTo>
                  <a:pt x="323850" y="521207"/>
                </a:lnTo>
                <a:lnTo>
                  <a:pt x="647700" y="260603"/>
                </a:lnTo>
                <a:lnTo>
                  <a:pt x="323850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43406" y="2603068"/>
            <a:ext cx="3486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Event?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242822" y="2093722"/>
            <a:ext cx="3208020" cy="1297305"/>
            <a:chOff x="1242822" y="2093722"/>
            <a:chExt cx="3208020" cy="1297305"/>
          </a:xfrm>
        </p:grpSpPr>
        <p:sp>
          <p:nvSpPr>
            <p:cNvPr id="20" name="object 20" descr=""/>
            <p:cNvSpPr/>
            <p:nvPr/>
          </p:nvSpPr>
          <p:spPr>
            <a:xfrm>
              <a:off x="1242822" y="2138933"/>
              <a:ext cx="3208020" cy="1251585"/>
            </a:xfrm>
            <a:custGeom>
              <a:avLst/>
              <a:gdLst/>
              <a:ahLst/>
              <a:cxnLst/>
              <a:rect l="l" t="t" r="r" b="b"/>
              <a:pathLst>
                <a:path w="3208020" h="1251585">
                  <a:moveTo>
                    <a:pt x="76200" y="1175385"/>
                  </a:moveTo>
                  <a:lnTo>
                    <a:pt x="48006" y="1175385"/>
                  </a:lnTo>
                  <a:lnTo>
                    <a:pt x="48006" y="830580"/>
                  </a:lnTo>
                  <a:lnTo>
                    <a:pt x="28194" y="830580"/>
                  </a:lnTo>
                  <a:lnTo>
                    <a:pt x="28194" y="1175385"/>
                  </a:lnTo>
                  <a:lnTo>
                    <a:pt x="0" y="1175385"/>
                  </a:lnTo>
                  <a:lnTo>
                    <a:pt x="38100" y="1251585"/>
                  </a:lnTo>
                  <a:lnTo>
                    <a:pt x="69850" y="1188085"/>
                  </a:lnTo>
                  <a:lnTo>
                    <a:pt x="76200" y="1175385"/>
                  </a:lnTo>
                  <a:close/>
                </a:path>
                <a:path w="3208020" h="1251585">
                  <a:moveTo>
                    <a:pt x="76200" y="233172"/>
                  </a:moveTo>
                  <a:lnTo>
                    <a:pt x="48006" y="233172"/>
                  </a:lnTo>
                  <a:lnTo>
                    <a:pt x="48006" y="0"/>
                  </a:lnTo>
                  <a:lnTo>
                    <a:pt x="28194" y="0"/>
                  </a:lnTo>
                  <a:lnTo>
                    <a:pt x="28194" y="233172"/>
                  </a:lnTo>
                  <a:lnTo>
                    <a:pt x="0" y="233172"/>
                  </a:lnTo>
                  <a:lnTo>
                    <a:pt x="38100" y="309372"/>
                  </a:lnTo>
                  <a:lnTo>
                    <a:pt x="69850" y="245872"/>
                  </a:lnTo>
                  <a:lnTo>
                    <a:pt x="76200" y="233172"/>
                  </a:lnTo>
                  <a:close/>
                </a:path>
                <a:path w="3208020" h="1251585">
                  <a:moveTo>
                    <a:pt x="1070737" y="569976"/>
                  </a:moveTo>
                  <a:lnTo>
                    <a:pt x="1050912" y="560070"/>
                  </a:lnTo>
                  <a:lnTo>
                    <a:pt x="994537" y="531876"/>
                  </a:lnTo>
                  <a:lnTo>
                    <a:pt x="994537" y="560070"/>
                  </a:lnTo>
                  <a:lnTo>
                    <a:pt x="381000" y="560070"/>
                  </a:lnTo>
                  <a:lnTo>
                    <a:pt x="381000" y="579882"/>
                  </a:lnTo>
                  <a:lnTo>
                    <a:pt x="994537" y="579882"/>
                  </a:lnTo>
                  <a:lnTo>
                    <a:pt x="994537" y="608076"/>
                  </a:lnTo>
                  <a:lnTo>
                    <a:pt x="1050925" y="579882"/>
                  </a:lnTo>
                  <a:lnTo>
                    <a:pt x="1070737" y="569976"/>
                  </a:lnTo>
                  <a:close/>
                </a:path>
                <a:path w="3208020" h="1251585">
                  <a:moveTo>
                    <a:pt x="1749552" y="1174623"/>
                  </a:moveTo>
                  <a:lnTo>
                    <a:pt x="1721358" y="1174623"/>
                  </a:lnTo>
                  <a:lnTo>
                    <a:pt x="1721358" y="848868"/>
                  </a:lnTo>
                  <a:lnTo>
                    <a:pt x="1701546" y="848868"/>
                  </a:lnTo>
                  <a:lnTo>
                    <a:pt x="1701546" y="1174623"/>
                  </a:lnTo>
                  <a:lnTo>
                    <a:pt x="1673352" y="1174623"/>
                  </a:lnTo>
                  <a:lnTo>
                    <a:pt x="1711452" y="1250823"/>
                  </a:lnTo>
                  <a:lnTo>
                    <a:pt x="1743202" y="1187323"/>
                  </a:lnTo>
                  <a:lnTo>
                    <a:pt x="1749552" y="1174623"/>
                  </a:lnTo>
                  <a:close/>
                </a:path>
                <a:path w="3208020" h="1251585">
                  <a:moveTo>
                    <a:pt x="3207512" y="557784"/>
                  </a:moveTo>
                  <a:lnTo>
                    <a:pt x="3187700" y="547878"/>
                  </a:lnTo>
                  <a:lnTo>
                    <a:pt x="3131312" y="519684"/>
                  </a:lnTo>
                  <a:lnTo>
                    <a:pt x="3131312" y="547878"/>
                  </a:lnTo>
                  <a:lnTo>
                    <a:pt x="2360676" y="547878"/>
                  </a:lnTo>
                  <a:lnTo>
                    <a:pt x="2360676" y="567690"/>
                  </a:lnTo>
                  <a:lnTo>
                    <a:pt x="3131312" y="567690"/>
                  </a:lnTo>
                  <a:lnTo>
                    <a:pt x="3131312" y="595884"/>
                  </a:lnTo>
                  <a:lnTo>
                    <a:pt x="3187687" y="567690"/>
                  </a:lnTo>
                  <a:lnTo>
                    <a:pt x="3207512" y="557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902457" y="2103882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w="0" h="303530">
                  <a:moveTo>
                    <a:pt x="0" y="0"/>
                  </a:moveTo>
                  <a:lnTo>
                    <a:pt x="0" y="303402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325117" y="3059937"/>
            <a:ext cx="1581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No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838325" y="2745486"/>
            <a:ext cx="2038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latin typeface="Arial MT"/>
                <a:cs typeface="Arial MT"/>
              </a:rPr>
              <a:t>Yes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042285" y="3059937"/>
            <a:ext cx="216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latin typeface="Arial MT"/>
                <a:cs typeface="Arial MT"/>
              </a:rPr>
              <a:t>Low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877183" y="2446303"/>
            <a:ext cx="395605" cy="44005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530"/>
              </a:spcBef>
            </a:pPr>
            <a:r>
              <a:rPr dirty="0" sz="1000" spc="-20">
                <a:latin typeface="Arial MT"/>
                <a:cs typeface="Arial MT"/>
              </a:rPr>
              <a:t>High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105"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591300" y="2406395"/>
            <a:ext cx="1297305" cy="581025"/>
          </a:xfrm>
          <a:custGeom>
            <a:avLst/>
            <a:gdLst/>
            <a:ahLst/>
            <a:cxnLst/>
            <a:rect l="l" t="t" r="r" b="b"/>
            <a:pathLst>
              <a:path w="1297304" h="581025">
                <a:moveTo>
                  <a:pt x="1200150" y="0"/>
                </a:moveTo>
                <a:lnTo>
                  <a:pt x="96774" y="0"/>
                </a:lnTo>
                <a:lnTo>
                  <a:pt x="59096" y="7602"/>
                </a:lnTo>
                <a:lnTo>
                  <a:pt x="28336" y="28336"/>
                </a:lnTo>
                <a:lnTo>
                  <a:pt x="7602" y="59096"/>
                </a:lnTo>
                <a:lnTo>
                  <a:pt x="0" y="96774"/>
                </a:lnTo>
                <a:lnTo>
                  <a:pt x="0" y="483869"/>
                </a:lnTo>
                <a:lnTo>
                  <a:pt x="7602" y="521547"/>
                </a:lnTo>
                <a:lnTo>
                  <a:pt x="28336" y="552307"/>
                </a:lnTo>
                <a:lnTo>
                  <a:pt x="59096" y="573041"/>
                </a:lnTo>
                <a:lnTo>
                  <a:pt x="96774" y="580643"/>
                </a:lnTo>
                <a:lnTo>
                  <a:pt x="1200150" y="580643"/>
                </a:lnTo>
                <a:lnTo>
                  <a:pt x="1237827" y="573041"/>
                </a:lnTo>
                <a:lnTo>
                  <a:pt x="1268587" y="552307"/>
                </a:lnTo>
                <a:lnTo>
                  <a:pt x="1289321" y="521547"/>
                </a:lnTo>
                <a:lnTo>
                  <a:pt x="1296924" y="483869"/>
                </a:lnTo>
                <a:lnTo>
                  <a:pt x="1296924" y="96774"/>
                </a:lnTo>
                <a:lnTo>
                  <a:pt x="1289321" y="59096"/>
                </a:lnTo>
                <a:lnTo>
                  <a:pt x="1268587" y="28336"/>
                </a:lnTo>
                <a:lnTo>
                  <a:pt x="1237827" y="7602"/>
                </a:lnTo>
                <a:lnTo>
                  <a:pt x="1200150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945883" y="2605277"/>
            <a:ext cx="590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Vulnerability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5746241" y="2658617"/>
            <a:ext cx="847090" cy="76200"/>
          </a:xfrm>
          <a:custGeom>
            <a:avLst/>
            <a:gdLst/>
            <a:ahLst/>
            <a:cxnLst/>
            <a:rect l="l" t="t" r="r" b="b"/>
            <a:pathLst>
              <a:path w="847090" h="76200">
                <a:moveTo>
                  <a:pt x="770636" y="0"/>
                </a:moveTo>
                <a:lnTo>
                  <a:pt x="770636" y="76200"/>
                </a:lnTo>
                <a:lnTo>
                  <a:pt x="827023" y="48006"/>
                </a:lnTo>
                <a:lnTo>
                  <a:pt x="783336" y="48006"/>
                </a:lnTo>
                <a:lnTo>
                  <a:pt x="783336" y="28194"/>
                </a:lnTo>
                <a:lnTo>
                  <a:pt x="827024" y="28194"/>
                </a:lnTo>
                <a:lnTo>
                  <a:pt x="770636" y="0"/>
                </a:lnTo>
                <a:close/>
              </a:path>
              <a:path w="847090" h="76200">
                <a:moveTo>
                  <a:pt x="770636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770636" y="48006"/>
                </a:lnTo>
                <a:lnTo>
                  <a:pt x="770636" y="28194"/>
                </a:lnTo>
                <a:close/>
              </a:path>
              <a:path w="847090" h="76200">
                <a:moveTo>
                  <a:pt x="827024" y="28194"/>
                </a:moveTo>
                <a:lnTo>
                  <a:pt x="783336" y="28194"/>
                </a:lnTo>
                <a:lnTo>
                  <a:pt x="783336" y="48006"/>
                </a:lnTo>
                <a:lnTo>
                  <a:pt x="827023" y="48006"/>
                </a:lnTo>
                <a:lnTo>
                  <a:pt x="846836" y="38100"/>
                </a:lnTo>
                <a:lnTo>
                  <a:pt x="827024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5837046" y="2501595"/>
            <a:ext cx="411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5">
                <a:latin typeface="Arial MT"/>
                <a:cs typeface="Arial MT"/>
              </a:rPr>
              <a:t>Analysis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591300" y="4148328"/>
            <a:ext cx="1297305" cy="582295"/>
          </a:xfrm>
          <a:custGeom>
            <a:avLst/>
            <a:gdLst/>
            <a:ahLst/>
            <a:cxnLst/>
            <a:rect l="l" t="t" r="r" b="b"/>
            <a:pathLst>
              <a:path w="1297304" h="582295">
                <a:moveTo>
                  <a:pt x="1199896" y="0"/>
                </a:moveTo>
                <a:lnTo>
                  <a:pt x="97027" y="0"/>
                </a:lnTo>
                <a:lnTo>
                  <a:pt x="59257" y="7623"/>
                </a:lnTo>
                <a:lnTo>
                  <a:pt x="28416" y="28416"/>
                </a:lnTo>
                <a:lnTo>
                  <a:pt x="7623" y="59257"/>
                </a:lnTo>
                <a:lnTo>
                  <a:pt x="0" y="97028"/>
                </a:lnTo>
                <a:lnTo>
                  <a:pt x="0" y="485140"/>
                </a:lnTo>
                <a:lnTo>
                  <a:pt x="7623" y="522910"/>
                </a:lnTo>
                <a:lnTo>
                  <a:pt x="28416" y="553751"/>
                </a:lnTo>
                <a:lnTo>
                  <a:pt x="59257" y="574544"/>
                </a:lnTo>
                <a:lnTo>
                  <a:pt x="97027" y="582168"/>
                </a:lnTo>
                <a:lnTo>
                  <a:pt x="1199896" y="582168"/>
                </a:lnTo>
                <a:lnTo>
                  <a:pt x="1237666" y="574544"/>
                </a:lnTo>
                <a:lnTo>
                  <a:pt x="1268507" y="553751"/>
                </a:lnTo>
                <a:lnTo>
                  <a:pt x="1289300" y="522910"/>
                </a:lnTo>
                <a:lnTo>
                  <a:pt x="1296924" y="485140"/>
                </a:lnTo>
                <a:lnTo>
                  <a:pt x="1296924" y="97028"/>
                </a:lnTo>
                <a:lnTo>
                  <a:pt x="1289300" y="59257"/>
                </a:lnTo>
                <a:lnTo>
                  <a:pt x="1268507" y="28416"/>
                </a:lnTo>
                <a:lnTo>
                  <a:pt x="1237666" y="7623"/>
                </a:lnTo>
                <a:lnTo>
                  <a:pt x="1199896" y="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6910831" y="4196588"/>
            <a:ext cx="66103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Incident Response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7183374" y="2977133"/>
            <a:ext cx="76200" cy="1165225"/>
          </a:xfrm>
          <a:custGeom>
            <a:avLst/>
            <a:gdLst/>
            <a:ahLst/>
            <a:cxnLst/>
            <a:rect l="l" t="t" r="r" b="b"/>
            <a:pathLst>
              <a:path w="76200" h="1165225">
                <a:moveTo>
                  <a:pt x="76200" y="1088517"/>
                </a:moveTo>
                <a:lnTo>
                  <a:pt x="48006" y="1088517"/>
                </a:lnTo>
                <a:lnTo>
                  <a:pt x="48006" y="743712"/>
                </a:lnTo>
                <a:lnTo>
                  <a:pt x="28194" y="743712"/>
                </a:lnTo>
                <a:lnTo>
                  <a:pt x="28194" y="1088517"/>
                </a:lnTo>
                <a:lnTo>
                  <a:pt x="0" y="1088517"/>
                </a:lnTo>
                <a:lnTo>
                  <a:pt x="38100" y="1164717"/>
                </a:lnTo>
                <a:lnTo>
                  <a:pt x="69850" y="1101217"/>
                </a:lnTo>
                <a:lnTo>
                  <a:pt x="76200" y="1088517"/>
                </a:lnTo>
                <a:close/>
              </a:path>
              <a:path w="76200" h="1165225">
                <a:moveTo>
                  <a:pt x="76200" y="233172"/>
                </a:moveTo>
                <a:lnTo>
                  <a:pt x="48006" y="233172"/>
                </a:lnTo>
                <a:lnTo>
                  <a:pt x="48006" y="0"/>
                </a:lnTo>
                <a:lnTo>
                  <a:pt x="28194" y="0"/>
                </a:lnTo>
                <a:lnTo>
                  <a:pt x="28194" y="233172"/>
                </a:lnTo>
                <a:lnTo>
                  <a:pt x="0" y="233172"/>
                </a:lnTo>
                <a:lnTo>
                  <a:pt x="38100" y="309372"/>
                </a:lnTo>
                <a:lnTo>
                  <a:pt x="69850" y="245872"/>
                </a:lnTo>
                <a:lnTo>
                  <a:pt x="76200" y="2331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6472809" y="3838447"/>
            <a:ext cx="697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latin typeface="Arial MT"/>
                <a:cs typeface="Arial MT"/>
              </a:rPr>
              <a:t>Risk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treatment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6897623" y="3285744"/>
            <a:ext cx="647700" cy="520065"/>
          </a:xfrm>
          <a:custGeom>
            <a:avLst/>
            <a:gdLst/>
            <a:ahLst/>
            <a:cxnLst/>
            <a:rect l="l" t="t" r="r" b="b"/>
            <a:pathLst>
              <a:path w="647700" h="520064">
                <a:moveTo>
                  <a:pt x="323850" y="0"/>
                </a:moveTo>
                <a:lnTo>
                  <a:pt x="0" y="259841"/>
                </a:lnTo>
                <a:lnTo>
                  <a:pt x="323850" y="519683"/>
                </a:lnTo>
                <a:lnTo>
                  <a:pt x="647700" y="259841"/>
                </a:lnTo>
                <a:lnTo>
                  <a:pt x="323850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7018401" y="3441319"/>
            <a:ext cx="4470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Incident?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51892" y="3885946"/>
            <a:ext cx="3871595" cy="749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0">
                <a:latin typeface="Arial MT"/>
                <a:cs typeface="Arial MT"/>
              </a:rPr>
              <a:t>Terms</a:t>
            </a:r>
            <a:endParaRPr sz="16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  <a:spcBef>
                <a:spcPts val="905"/>
              </a:spcBef>
            </a:pPr>
            <a:r>
              <a:rPr dirty="0" sz="1200" spc="-120" b="1">
                <a:latin typeface="Arial"/>
                <a:cs typeface="Arial"/>
              </a:rPr>
              <a:t>Cybersecurity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20" b="1">
                <a:latin typeface="Arial"/>
                <a:cs typeface="Arial"/>
              </a:rPr>
              <a:t>event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</a:pPr>
            <a:r>
              <a:rPr dirty="0" sz="1200" spc="-114">
                <a:latin typeface="Arial MT"/>
                <a:cs typeface="Arial MT"/>
              </a:rPr>
              <a:t>Cybersecurity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information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relevant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item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component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07644" y="4793107"/>
            <a:ext cx="3388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40" b="1">
                <a:latin typeface="Arial"/>
                <a:cs typeface="Arial"/>
              </a:rPr>
              <a:t>Weakness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6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Defect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characteristic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can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lead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undesirable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behavior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07644" y="5341746"/>
            <a:ext cx="3172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latin typeface="Arial"/>
                <a:cs typeface="Arial"/>
              </a:rPr>
              <a:t>Vulnerability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40">
                <a:latin typeface="Arial MT"/>
                <a:cs typeface="Arial MT"/>
              </a:rPr>
              <a:t>Weakness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exploited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as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part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attack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45">
                <a:latin typeface="Arial MT"/>
                <a:cs typeface="Arial MT"/>
              </a:rPr>
              <a:t>path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168266" y="5089397"/>
            <a:ext cx="45192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0" b="1">
                <a:latin typeface="Arial"/>
                <a:cs typeface="Arial"/>
              </a:rPr>
              <a:t>Cybersecurity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20" b="1">
                <a:latin typeface="Arial"/>
                <a:cs typeface="Arial"/>
              </a:rPr>
              <a:t>information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Information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regard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which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relevance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yet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determined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168266" y="5637987"/>
            <a:ext cx="3676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0" b="1">
                <a:latin typeface="Arial"/>
                <a:cs typeface="Arial"/>
              </a:rPr>
              <a:t>Cybersecurity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14" b="1">
                <a:latin typeface="Arial"/>
                <a:cs typeface="Arial"/>
              </a:rPr>
              <a:t>incident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0">
                <a:latin typeface="Arial MT"/>
                <a:cs typeface="Arial MT"/>
              </a:rPr>
              <a:t>Situation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field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involve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exploit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65">
                <a:latin typeface="Arial MT"/>
                <a:cs typeface="Arial MT"/>
              </a:rPr>
              <a:t>mitigation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168266" y="6186932"/>
            <a:ext cx="4951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5" b="1">
                <a:latin typeface="Arial"/>
                <a:cs typeface="Arial"/>
              </a:rPr>
              <a:t>Triage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10">
                <a:latin typeface="Arial MT"/>
                <a:cs typeface="Arial MT"/>
              </a:rPr>
              <a:t>Analysis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determine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relevance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information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item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component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34960" y="281813"/>
            <a:ext cx="223494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2528074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06816"/>
            <a:ext cx="5709920" cy="113220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incident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response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plan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created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that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includes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Remedial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actions</a:t>
            </a:r>
            <a:endParaRPr sz="1600">
              <a:latin typeface="Arial MT"/>
              <a:cs typeface="Arial MT"/>
            </a:endParaRPr>
          </a:p>
          <a:p>
            <a:pPr lvl="2" marL="11036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103630" algn="l"/>
              </a:tabLst>
            </a:pPr>
            <a:r>
              <a:rPr dirty="0" sz="1600" spc="-165">
                <a:latin typeface="Arial MT"/>
                <a:cs typeface="Arial MT"/>
              </a:rPr>
              <a:t>Remedial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actions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are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determined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vulnerability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management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148583" y="1950720"/>
            <a:ext cx="2097405" cy="1339850"/>
            <a:chOff x="3148583" y="1950720"/>
            <a:chExt cx="2097405" cy="1339850"/>
          </a:xfrm>
        </p:grpSpPr>
        <p:sp>
          <p:nvSpPr>
            <p:cNvPr id="10" name="object 10" descr=""/>
            <p:cNvSpPr/>
            <p:nvPr/>
          </p:nvSpPr>
          <p:spPr>
            <a:xfrm>
              <a:off x="3153155" y="1955292"/>
              <a:ext cx="2087880" cy="1330960"/>
            </a:xfrm>
            <a:custGeom>
              <a:avLst/>
              <a:gdLst/>
              <a:ahLst/>
              <a:cxnLst/>
              <a:rect l="l" t="t" r="r" b="b"/>
              <a:pathLst>
                <a:path w="2087879" h="1330960">
                  <a:moveTo>
                    <a:pt x="1866138" y="0"/>
                  </a:moveTo>
                  <a:lnTo>
                    <a:pt x="221742" y="0"/>
                  </a:lnTo>
                  <a:lnTo>
                    <a:pt x="177063" y="4506"/>
                  </a:lnTo>
                  <a:lnTo>
                    <a:pt x="135445" y="17430"/>
                  </a:lnTo>
                  <a:lnTo>
                    <a:pt x="97780" y="37879"/>
                  </a:lnTo>
                  <a:lnTo>
                    <a:pt x="64960" y="64960"/>
                  </a:lnTo>
                  <a:lnTo>
                    <a:pt x="37879" y="97780"/>
                  </a:lnTo>
                  <a:lnTo>
                    <a:pt x="17430" y="135445"/>
                  </a:lnTo>
                  <a:lnTo>
                    <a:pt x="4506" y="177063"/>
                  </a:lnTo>
                  <a:lnTo>
                    <a:pt x="0" y="221742"/>
                  </a:lnTo>
                  <a:lnTo>
                    <a:pt x="0" y="1108710"/>
                  </a:lnTo>
                  <a:lnTo>
                    <a:pt x="4506" y="1153388"/>
                  </a:lnTo>
                  <a:lnTo>
                    <a:pt x="17430" y="1195006"/>
                  </a:lnTo>
                  <a:lnTo>
                    <a:pt x="37879" y="1232671"/>
                  </a:lnTo>
                  <a:lnTo>
                    <a:pt x="64960" y="1265491"/>
                  </a:lnTo>
                  <a:lnTo>
                    <a:pt x="97780" y="1292572"/>
                  </a:lnTo>
                  <a:lnTo>
                    <a:pt x="135445" y="1313021"/>
                  </a:lnTo>
                  <a:lnTo>
                    <a:pt x="177063" y="1325945"/>
                  </a:lnTo>
                  <a:lnTo>
                    <a:pt x="221742" y="1330452"/>
                  </a:lnTo>
                  <a:lnTo>
                    <a:pt x="1866138" y="1330452"/>
                  </a:lnTo>
                  <a:lnTo>
                    <a:pt x="1910816" y="1325945"/>
                  </a:lnTo>
                  <a:lnTo>
                    <a:pt x="1952434" y="1313021"/>
                  </a:lnTo>
                  <a:lnTo>
                    <a:pt x="1990099" y="1292572"/>
                  </a:lnTo>
                  <a:lnTo>
                    <a:pt x="2022919" y="1265491"/>
                  </a:lnTo>
                  <a:lnTo>
                    <a:pt x="2050000" y="1232671"/>
                  </a:lnTo>
                  <a:lnTo>
                    <a:pt x="2070449" y="1195006"/>
                  </a:lnTo>
                  <a:lnTo>
                    <a:pt x="2083373" y="1153388"/>
                  </a:lnTo>
                  <a:lnTo>
                    <a:pt x="2087880" y="1108710"/>
                  </a:lnTo>
                  <a:lnTo>
                    <a:pt x="2087880" y="221742"/>
                  </a:lnTo>
                  <a:lnTo>
                    <a:pt x="2083373" y="177063"/>
                  </a:lnTo>
                  <a:lnTo>
                    <a:pt x="2070449" y="135445"/>
                  </a:lnTo>
                  <a:lnTo>
                    <a:pt x="2050000" y="97780"/>
                  </a:lnTo>
                  <a:lnTo>
                    <a:pt x="2022919" y="64960"/>
                  </a:lnTo>
                  <a:lnTo>
                    <a:pt x="1990099" y="37879"/>
                  </a:lnTo>
                  <a:lnTo>
                    <a:pt x="1952434" y="17430"/>
                  </a:lnTo>
                  <a:lnTo>
                    <a:pt x="1910816" y="4506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53155" y="1955292"/>
              <a:ext cx="2087880" cy="1330960"/>
            </a:xfrm>
            <a:custGeom>
              <a:avLst/>
              <a:gdLst/>
              <a:ahLst/>
              <a:cxnLst/>
              <a:rect l="l" t="t" r="r" b="b"/>
              <a:pathLst>
                <a:path w="2087879" h="1330960">
                  <a:moveTo>
                    <a:pt x="0" y="221742"/>
                  </a:moveTo>
                  <a:lnTo>
                    <a:pt x="4506" y="177063"/>
                  </a:lnTo>
                  <a:lnTo>
                    <a:pt x="17430" y="135445"/>
                  </a:lnTo>
                  <a:lnTo>
                    <a:pt x="37879" y="97780"/>
                  </a:lnTo>
                  <a:lnTo>
                    <a:pt x="64960" y="64960"/>
                  </a:lnTo>
                  <a:lnTo>
                    <a:pt x="97780" y="37879"/>
                  </a:lnTo>
                  <a:lnTo>
                    <a:pt x="135445" y="17430"/>
                  </a:lnTo>
                  <a:lnTo>
                    <a:pt x="177063" y="4506"/>
                  </a:lnTo>
                  <a:lnTo>
                    <a:pt x="221742" y="0"/>
                  </a:lnTo>
                  <a:lnTo>
                    <a:pt x="1866138" y="0"/>
                  </a:lnTo>
                  <a:lnTo>
                    <a:pt x="1910816" y="4506"/>
                  </a:lnTo>
                  <a:lnTo>
                    <a:pt x="1952434" y="17430"/>
                  </a:lnTo>
                  <a:lnTo>
                    <a:pt x="1990099" y="37879"/>
                  </a:lnTo>
                  <a:lnTo>
                    <a:pt x="2022919" y="64960"/>
                  </a:lnTo>
                  <a:lnTo>
                    <a:pt x="2050000" y="97780"/>
                  </a:lnTo>
                  <a:lnTo>
                    <a:pt x="2070449" y="135445"/>
                  </a:lnTo>
                  <a:lnTo>
                    <a:pt x="2083373" y="177063"/>
                  </a:lnTo>
                  <a:lnTo>
                    <a:pt x="2087880" y="221742"/>
                  </a:lnTo>
                  <a:lnTo>
                    <a:pt x="2087880" y="1108710"/>
                  </a:lnTo>
                  <a:lnTo>
                    <a:pt x="2083373" y="1153388"/>
                  </a:lnTo>
                  <a:lnTo>
                    <a:pt x="2070449" y="1195006"/>
                  </a:lnTo>
                  <a:lnTo>
                    <a:pt x="2050000" y="1232671"/>
                  </a:lnTo>
                  <a:lnTo>
                    <a:pt x="2022919" y="1265491"/>
                  </a:lnTo>
                  <a:lnTo>
                    <a:pt x="1990099" y="1292572"/>
                  </a:lnTo>
                  <a:lnTo>
                    <a:pt x="1952434" y="1313021"/>
                  </a:lnTo>
                  <a:lnTo>
                    <a:pt x="1910816" y="1325945"/>
                  </a:lnTo>
                  <a:lnTo>
                    <a:pt x="1866138" y="1330452"/>
                  </a:lnTo>
                  <a:lnTo>
                    <a:pt x="221742" y="1330452"/>
                  </a:lnTo>
                  <a:lnTo>
                    <a:pt x="177063" y="1325945"/>
                  </a:lnTo>
                  <a:lnTo>
                    <a:pt x="135445" y="1313021"/>
                  </a:lnTo>
                  <a:lnTo>
                    <a:pt x="97780" y="1292572"/>
                  </a:lnTo>
                  <a:lnTo>
                    <a:pt x="64960" y="1265491"/>
                  </a:lnTo>
                  <a:lnTo>
                    <a:pt x="37879" y="1232671"/>
                  </a:lnTo>
                  <a:lnTo>
                    <a:pt x="17430" y="1195006"/>
                  </a:lnTo>
                  <a:lnTo>
                    <a:pt x="4506" y="1153388"/>
                  </a:lnTo>
                  <a:lnTo>
                    <a:pt x="0" y="1108710"/>
                  </a:lnTo>
                  <a:lnTo>
                    <a:pt x="0" y="221742"/>
                  </a:lnTo>
                  <a:close/>
                </a:path>
              </a:pathLst>
            </a:custGeom>
            <a:ln w="9144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441191" y="2170176"/>
              <a:ext cx="1440180" cy="431800"/>
            </a:xfrm>
            <a:custGeom>
              <a:avLst/>
              <a:gdLst/>
              <a:ahLst/>
              <a:cxnLst/>
              <a:rect l="l" t="t" r="r" b="b"/>
              <a:pathLst>
                <a:path w="1440179" h="431800">
                  <a:moveTo>
                    <a:pt x="1368298" y="0"/>
                  </a:moveTo>
                  <a:lnTo>
                    <a:pt x="71882" y="0"/>
                  </a:lnTo>
                  <a:lnTo>
                    <a:pt x="43880" y="5641"/>
                  </a:lnTo>
                  <a:lnTo>
                    <a:pt x="21034" y="21034"/>
                  </a:lnTo>
                  <a:lnTo>
                    <a:pt x="5641" y="43880"/>
                  </a:lnTo>
                  <a:lnTo>
                    <a:pt x="0" y="71882"/>
                  </a:lnTo>
                  <a:lnTo>
                    <a:pt x="0" y="359410"/>
                  </a:lnTo>
                  <a:lnTo>
                    <a:pt x="5641" y="387411"/>
                  </a:lnTo>
                  <a:lnTo>
                    <a:pt x="21034" y="410257"/>
                  </a:lnTo>
                  <a:lnTo>
                    <a:pt x="43880" y="425650"/>
                  </a:lnTo>
                  <a:lnTo>
                    <a:pt x="71882" y="431291"/>
                  </a:lnTo>
                  <a:lnTo>
                    <a:pt x="1368298" y="431291"/>
                  </a:lnTo>
                  <a:lnTo>
                    <a:pt x="1396299" y="425650"/>
                  </a:lnTo>
                  <a:lnTo>
                    <a:pt x="1419145" y="410257"/>
                  </a:lnTo>
                  <a:lnTo>
                    <a:pt x="1434538" y="387411"/>
                  </a:lnTo>
                  <a:lnTo>
                    <a:pt x="1440180" y="359410"/>
                  </a:lnTo>
                  <a:lnTo>
                    <a:pt x="1440180" y="71882"/>
                  </a:lnTo>
                  <a:lnTo>
                    <a:pt x="1434538" y="43880"/>
                  </a:lnTo>
                  <a:lnTo>
                    <a:pt x="1419145" y="21034"/>
                  </a:lnTo>
                  <a:lnTo>
                    <a:pt x="1396299" y="5641"/>
                  </a:lnTo>
                  <a:lnTo>
                    <a:pt x="1368298" y="0"/>
                  </a:lnTo>
                  <a:close/>
                </a:path>
              </a:pathLst>
            </a:custGeom>
            <a:solidFill>
              <a:srgbClr val="CCED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441191" y="2170176"/>
              <a:ext cx="1440180" cy="431800"/>
            </a:xfrm>
            <a:custGeom>
              <a:avLst/>
              <a:gdLst/>
              <a:ahLst/>
              <a:cxnLst/>
              <a:rect l="l" t="t" r="r" b="b"/>
              <a:pathLst>
                <a:path w="1440179" h="431800">
                  <a:moveTo>
                    <a:pt x="0" y="71882"/>
                  </a:moveTo>
                  <a:lnTo>
                    <a:pt x="5641" y="43880"/>
                  </a:lnTo>
                  <a:lnTo>
                    <a:pt x="21034" y="21034"/>
                  </a:lnTo>
                  <a:lnTo>
                    <a:pt x="43880" y="5641"/>
                  </a:lnTo>
                  <a:lnTo>
                    <a:pt x="71882" y="0"/>
                  </a:lnTo>
                  <a:lnTo>
                    <a:pt x="1368298" y="0"/>
                  </a:lnTo>
                  <a:lnTo>
                    <a:pt x="1396299" y="5641"/>
                  </a:lnTo>
                  <a:lnTo>
                    <a:pt x="1419145" y="21034"/>
                  </a:lnTo>
                  <a:lnTo>
                    <a:pt x="1434538" y="43880"/>
                  </a:lnTo>
                  <a:lnTo>
                    <a:pt x="1440180" y="71882"/>
                  </a:lnTo>
                  <a:lnTo>
                    <a:pt x="1440180" y="359410"/>
                  </a:lnTo>
                  <a:lnTo>
                    <a:pt x="1434538" y="387411"/>
                  </a:lnTo>
                  <a:lnTo>
                    <a:pt x="1419145" y="410257"/>
                  </a:lnTo>
                  <a:lnTo>
                    <a:pt x="1396299" y="425650"/>
                  </a:lnTo>
                  <a:lnTo>
                    <a:pt x="1368298" y="431291"/>
                  </a:lnTo>
                  <a:lnTo>
                    <a:pt x="71882" y="431291"/>
                  </a:lnTo>
                  <a:lnTo>
                    <a:pt x="43880" y="425650"/>
                  </a:lnTo>
                  <a:lnTo>
                    <a:pt x="21034" y="410257"/>
                  </a:lnTo>
                  <a:lnTo>
                    <a:pt x="5641" y="387411"/>
                  </a:lnTo>
                  <a:lnTo>
                    <a:pt x="0" y="359410"/>
                  </a:lnTo>
                  <a:lnTo>
                    <a:pt x="0" y="71882"/>
                  </a:lnTo>
                  <a:close/>
                </a:path>
              </a:pathLst>
            </a:custGeom>
            <a:ln w="9144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441191" y="2746248"/>
              <a:ext cx="1440180" cy="431800"/>
            </a:xfrm>
            <a:custGeom>
              <a:avLst/>
              <a:gdLst/>
              <a:ahLst/>
              <a:cxnLst/>
              <a:rect l="l" t="t" r="r" b="b"/>
              <a:pathLst>
                <a:path w="1440179" h="431800">
                  <a:moveTo>
                    <a:pt x="1368298" y="0"/>
                  </a:moveTo>
                  <a:lnTo>
                    <a:pt x="71882" y="0"/>
                  </a:lnTo>
                  <a:lnTo>
                    <a:pt x="43880" y="5641"/>
                  </a:lnTo>
                  <a:lnTo>
                    <a:pt x="21034" y="21034"/>
                  </a:lnTo>
                  <a:lnTo>
                    <a:pt x="5641" y="43880"/>
                  </a:lnTo>
                  <a:lnTo>
                    <a:pt x="0" y="71881"/>
                  </a:lnTo>
                  <a:lnTo>
                    <a:pt x="0" y="359410"/>
                  </a:lnTo>
                  <a:lnTo>
                    <a:pt x="5641" y="387411"/>
                  </a:lnTo>
                  <a:lnTo>
                    <a:pt x="21034" y="410257"/>
                  </a:lnTo>
                  <a:lnTo>
                    <a:pt x="43880" y="425650"/>
                  </a:lnTo>
                  <a:lnTo>
                    <a:pt x="71882" y="431291"/>
                  </a:lnTo>
                  <a:lnTo>
                    <a:pt x="1368298" y="431291"/>
                  </a:lnTo>
                  <a:lnTo>
                    <a:pt x="1396299" y="425650"/>
                  </a:lnTo>
                  <a:lnTo>
                    <a:pt x="1419145" y="410257"/>
                  </a:lnTo>
                  <a:lnTo>
                    <a:pt x="1434538" y="387411"/>
                  </a:lnTo>
                  <a:lnTo>
                    <a:pt x="1440180" y="359410"/>
                  </a:lnTo>
                  <a:lnTo>
                    <a:pt x="1440180" y="71881"/>
                  </a:lnTo>
                  <a:lnTo>
                    <a:pt x="1434538" y="43880"/>
                  </a:lnTo>
                  <a:lnTo>
                    <a:pt x="1419145" y="21034"/>
                  </a:lnTo>
                  <a:lnTo>
                    <a:pt x="1396299" y="5641"/>
                  </a:lnTo>
                  <a:lnTo>
                    <a:pt x="1368298" y="0"/>
                  </a:lnTo>
                  <a:close/>
                </a:path>
              </a:pathLst>
            </a:custGeom>
            <a:solidFill>
              <a:srgbClr val="CCED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441191" y="2746248"/>
              <a:ext cx="1440180" cy="431800"/>
            </a:xfrm>
            <a:custGeom>
              <a:avLst/>
              <a:gdLst/>
              <a:ahLst/>
              <a:cxnLst/>
              <a:rect l="l" t="t" r="r" b="b"/>
              <a:pathLst>
                <a:path w="1440179" h="431800">
                  <a:moveTo>
                    <a:pt x="0" y="71881"/>
                  </a:moveTo>
                  <a:lnTo>
                    <a:pt x="5641" y="43880"/>
                  </a:lnTo>
                  <a:lnTo>
                    <a:pt x="21034" y="21034"/>
                  </a:lnTo>
                  <a:lnTo>
                    <a:pt x="43880" y="5641"/>
                  </a:lnTo>
                  <a:lnTo>
                    <a:pt x="71882" y="0"/>
                  </a:lnTo>
                  <a:lnTo>
                    <a:pt x="1368298" y="0"/>
                  </a:lnTo>
                  <a:lnTo>
                    <a:pt x="1396299" y="5641"/>
                  </a:lnTo>
                  <a:lnTo>
                    <a:pt x="1419145" y="21034"/>
                  </a:lnTo>
                  <a:lnTo>
                    <a:pt x="1434538" y="43880"/>
                  </a:lnTo>
                  <a:lnTo>
                    <a:pt x="1440180" y="71881"/>
                  </a:lnTo>
                  <a:lnTo>
                    <a:pt x="1440180" y="359410"/>
                  </a:lnTo>
                  <a:lnTo>
                    <a:pt x="1434538" y="387411"/>
                  </a:lnTo>
                  <a:lnTo>
                    <a:pt x="1419145" y="410257"/>
                  </a:lnTo>
                  <a:lnTo>
                    <a:pt x="1396299" y="425650"/>
                  </a:lnTo>
                  <a:lnTo>
                    <a:pt x="1368298" y="431291"/>
                  </a:lnTo>
                  <a:lnTo>
                    <a:pt x="71882" y="431291"/>
                  </a:lnTo>
                  <a:lnTo>
                    <a:pt x="43880" y="425650"/>
                  </a:lnTo>
                  <a:lnTo>
                    <a:pt x="21034" y="410257"/>
                  </a:lnTo>
                  <a:lnTo>
                    <a:pt x="5641" y="387411"/>
                  </a:lnTo>
                  <a:lnTo>
                    <a:pt x="0" y="359410"/>
                  </a:lnTo>
                  <a:lnTo>
                    <a:pt x="0" y="71881"/>
                  </a:lnTo>
                  <a:close/>
                </a:path>
              </a:pathLst>
            </a:custGeom>
            <a:ln w="9144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532759" y="2733547"/>
            <a:ext cx="1258570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Elimination</a:t>
            </a:r>
            <a:endParaRPr sz="1200">
              <a:latin typeface="Arial MT"/>
              <a:cs typeface="Arial MT"/>
            </a:endParaRPr>
          </a:p>
          <a:p>
            <a:pPr algn="ctr" marR="11430">
              <a:lnSpc>
                <a:spcPct val="100000"/>
              </a:lnSpc>
              <a:spcBef>
                <a:spcPts val="5"/>
              </a:spcBef>
            </a:pPr>
            <a:r>
              <a:rPr dirty="0" sz="800" spc="-85">
                <a:latin typeface="Arial MT"/>
                <a:cs typeface="Arial MT"/>
              </a:rPr>
              <a:t>Of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70">
                <a:latin typeface="Arial MT"/>
                <a:cs typeface="Arial MT"/>
              </a:rPr>
              <a:t>vulnerability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85">
                <a:latin typeface="Arial MT"/>
                <a:cs typeface="Arial MT"/>
              </a:rPr>
              <a:t>by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applying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800" spc="-75">
                <a:latin typeface="Arial MT"/>
                <a:cs typeface="Arial MT"/>
              </a:rPr>
              <a:t>available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80">
                <a:latin typeface="Arial MT"/>
                <a:cs typeface="Arial MT"/>
              </a:rPr>
              <a:t>remediation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70">
                <a:latin typeface="Arial MT"/>
                <a:cs typeface="Arial MT"/>
              </a:rPr>
              <a:t>(e.g.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30">
                <a:latin typeface="Arial MT"/>
                <a:cs typeface="Arial MT"/>
              </a:rPr>
              <a:t>patch)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390391" y="1940560"/>
            <a:ext cx="1466850" cy="669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8330" marR="5080" indent="-596265">
              <a:lnSpc>
                <a:spcPct val="1093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management </a:t>
            </a:r>
            <a:r>
              <a:rPr dirty="0" sz="1200" spc="-20">
                <a:latin typeface="Arial MT"/>
                <a:cs typeface="Arial MT"/>
              </a:rPr>
              <a:t>TARA</a:t>
            </a:r>
            <a:endParaRPr sz="1200">
              <a:latin typeface="Arial MT"/>
              <a:cs typeface="Arial MT"/>
            </a:endParaRPr>
          </a:p>
          <a:p>
            <a:pPr algn="ctr" marL="74930">
              <a:lnSpc>
                <a:spcPct val="100000"/>
              </a:lnSpc>
              <a:spcBef>
                <a:spcPts val="5"/>
              </a:spcBef>
            </a:pPr>
            <a:r>
              <a:rPr dirty="0" sz="800" spc="-75">
                <a:latin typeface="Arial MT"/>
                <a:cs typeface="Arial MT"/>
              </a:rPr>
              <a:t>Risk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treatment</a:t>
            </a:r>
            <a:endParaRPr sz="800">
              <a:latin typeface="Arial MT"/>
              <a:cs typeface="Arial MT"/>
            </a:endParaRPr>
          </a:p>
          <a:p>
            <a:pPr algn="ctr" marL="74930">
              <a:lnSpc>
                <a:spcPct val="100000"/>
              </a:lnSpc>
            </a:pPr>
            <a:r>
              <a:rPr dirty="0" sz="800" spc="-60">
                <a:latin typeface="Arial MT"/>
                <a:cs typeface="Arial MT"/>
              </a:rPr>
              <a:t>(until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90">
                <a:latin typeface="Arial MT"/>
                <a:cs typeface="Arial MT"/>
              </a:rPr>
              <a:t>no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85">
                <a:latin typeface="Arial MT"/>
                <a:cs typeface="Arial MT"/>
              </a:rPr>
              <a:t>unreasonable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risk)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09091" y="3507740"/>
            <a:ext cx="7466330" cy="2777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635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95">
                <a:latin typeface="Arial MT"/>
                <a:cs typeface="Arial MT"/>
              </a:rPr>
              <a:t>Vulnerability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management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tracks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oversees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treatment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identified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vulnerabilities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items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components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until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their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end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cybersecurity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support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70">
                <a:latin typeface="Arial MT"/>
                <a:cs typeface="Arial MT"/>
              </a:rPr>
              <a:t>Communication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plan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55">
                <a:latin typeface="Arial MT"/>
                <a:cs typeface="Arial MT"/>
              </a:rPr>
              <a:t>Assigned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responsibilities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remedial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actions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Procedure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recording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new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information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relevant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incident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80">
                <a:latin typeface="Arial MT"/>
                <a:cs typeface="Arial MT"/>
              </a:rPr>
              <a:t>Method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determining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progress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30">
                <a:latin typeface="Arial MT"/>
                <a:cs typeface="Arial MT"/>
              </a:rPr>
              <a:t>Criteria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closure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incident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response</a:t>
            </a: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0">
                <a:latin typeface="Arial MT"/>
                <a:cs typeface="Arial MT"/>
              </a:rPr>
              <a:t>Actions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for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closure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647188" y="2308860"/>
            <a:ext cx="363220" cy="546100"/>
            <a:chOff x="2647188" y="2308860"/>
            <a:chExt cx="363220" cy="546100"/>
          </a:xfrm>
        </p:grpSpPr>
        <p:sp>
          <p:nvSpPr>
            <p:cNvPr id="20" name="object 20" descr=""/>
            <p:cNvSpPr/>
            <p:nvPr/>
          </p:nvSpPr>
          <p:spPr>
            <a:xfrm>
              <a:off x="2648712" y="2310384"/>
              <a:ext cx="360045" cy="542925"/>
            </a:xfrm>
            <a:custGeom>
              <a:avLst/>
              <a:gdLst/>
              <a:ahLst/>
              <a:cxnLst/>
              <a:rect l="l" t="t" r="r" b="b"/>
              <a:pathLst>
                <a:path w="360044" h="542925">
                  <a:moveTo>
                    <a:pt x="179831" y="0"/>
                  </a:moveTo>
                  <a:lnTo>
                    <a:pt x="0" y="0"/>
                  </a:lnTo>
                  <a:lnTo>
                    <a:pt x="179831" y="271271"/>
                  </a:lnTo>
                  <a:lnTo>
                    <a:pt x="0" y="542543"/>
                  </a:lnTo>
                  <a:lnTo>
                    <a:pt x="179831" y="542543"/>
                  </a:lnTo>
                  <a:lnTo>
                    <a:pt x="359663" y="271271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48712" y="2310384"/>
              <a:ext cx="360045" cy="542925"/>
            </a:xfrm>
            <a:custGeom>
              <a:avLst/>
              <a:gdLst/>
              <a:ahLst/>
              <a:cxnLst/>
              <a:rect l="l" t="t" r="r" b="b"/>
              <a:pathLst>
                <a:path w="360044" h="542925">
                  <a:moveTo>
                    <a:pt x="0" y="0"/>
                  </a:moveTo>
                  <a:lnTo>
                    <a:pt x="179831" y="0"/>
                  </a:lnTo>
                  <a:lnTo>
                    <a:pt x="359663" y="271271"/>
                  </a:lnTo>
                  <a:lnTo>
                    <a:pt x="179831" y="542543"/>
                  </a:lnTo>
                  <a:lnTo>
                    <a:pt x="0" y="542543"/>
                  </a:lnTo>
                  <a:lnTo>
                    <a:pt x="179831" y="27127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5382767" y="2308860"/>
            <a:ext cx="615950" cy="546100"/>
            <a:chOff x="5382767" y="2308860"/>
            <a:chExt cx="615950" cy="546100"/>
          </a:xfrm>
        </p:grpSpPr>
        <p:sp>
          <p:nvSpPr>
            <p:cNvPr id="23" name="object 23" descr=""/>
            <p:cNvSpPr/>
            <p:nvPr/>
          </p:nvSpPr>
          <p:spPr>
            <a:xfrm>
              <a:off x="5384291" y="2310384"/>
              <a:ext cx="361315" cy="542925"/>
            </a:xfrm>
            <a:custGeom>
              <a:avLst/>
              <a:gdLst/>
              <a:ahLst/>
              <a:cxnLst/>
              <a:rect l="l" t="t" r="r" b="b"/>
              <a:pathLst>
                <a:path w="361314" h="542925">
                  <a:moveTo>
                    <a:pt x="180594" y="0"/>
                  </a:moveTo>
                  <a:lnTo>
                    <a:pt x="0" y="0"/>
                  </a:lnTo>
                  <a:lnTo>
                    <a:pt x="180594" y="271271"/>
                  </a:lnTo>
                  <a:lnTo>
                    <a:pt x="0" y="542543"/>
                  </a:lnTo>
                  <a:lnTo>
                    <a:pt x="180594" y="542543"/>
                  </a:lnTo>
                  <a:lnTo>
                    <a:pt x="361188" y="271271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384291" y="2310384"/>
              <a:ext cx="361315" cy="542925"/>
            </a:xfrm>
            <a:custGeom>
              <a:avLst/>
              <a:gdLst/>
              <a:ahLst/>
              <a:cxnLst/>
              <a:rect l="l" t="t" r="r" b="b"/>
              <a:pathLst>
                <a:path w="361314" h="542925">
                  <a:moveTo>
                    <a:pt x="0" y="0"/>
                  </a:moveTo>
                  <a:lnTo>
                    <a:pt x="180594" y="0"/>
                  </a:lnTo>
                  <a:lnTo>
                    <a:pt x="361188" y="271271"/>
                  </a:lnTo>
                  <a:lnTo>
                    <a:pt x="180594" y="542543"/>
                  </a:lnTo>
                  <a:lnTo>
                    <a:pt x="0" y="542543"/>
                  </a:lnTo>
                  <a:lnTo>
                    <a:pt x="180594" y="27127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637275" y="2310384"/>
              <a:ext cx="360045" cy="542925"/>
            </a:xfrm>
            <a:custGeom>
              <a:avLst/>
              <a:gdLst/>
              <a:ahLst/>
              <a:cxnLst/>
              <a:rect l="l" t="t" r="r" b="b"/>
              <a:pathLst>
                <a:path w="360045" h="542925">
                  <a:moveTo>
                    <a:pt x="179832" y="0"/>
                  </a:moveTo>
                  <a:lnTo>
                    <a:pt x="0" y="0"/>
                  </a:lnTo>
                  <a:lnTo>
                    <a:pt x="179832" y="271271"/>
                  </a:lnTo>
                  <a:lnTo>
                    <a:pt x="0" y="542543"/>
                  </a:lnTo>
                  <a:lnTo>
                    <a:pt x="179832" y="542543"/>
                  </a:lnTo>
                  <a:lnTo>
                    <a:pt x="359663" y="271271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A4A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637275" y="2310384"/>
              <a:ext cx="360045" cy="542925"/>
            </a:xfrm>
            <a:custGeom>
              <a:avLst/>
              <a:gdLst/>
              <a:ahLst/>
              <a:cxnLst/>
              <a:rect l="l" t="t" r="r" b="b"/>
              <a:pathLst>
                <a:path w="360045" h="542925">
                  <a:moveTo>
                    <a:pt x="0" y="0"/>
                  </a:moveTo>
                  <a:lnTo>
                    <a:pt x="179832" y="0"/>
                  </a:lnTo>
                  <a:lnTo>
                    <a:pt x="359663" y="271271"/>
                  </a:lnTo>
                  <a:lnTo>
                    <a:pt x="179832" y="542543"/>
                  </a:lnTo>
                  <a:lnTo>
                    <a:pt x="0" y="542543"/>
                  </a:lnTo>
                  <a:lnTo>
                    <a:pt x="179832" y="27127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327530" y="2487548"/>
            <a:ext cx="1186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 i="1">
                <a:solidFill>
                  <a:srgbClr val="21218A"/>
                </a:solidFill>
                <a:latin typeface="Arial"/>
                <a:cs typeface="Arial"/>
              </a:rPr>
              <a:t>Vulnerability</a:t>
            </a:r>
            <a:r>
              <a:rPr dirty="0" sz="1200" spc="35" i="1">
                <a:solidFill>
                  <a:srgbClr val="21218A"/>
                </a:solidFill>
                <a:latin typeface="Arial"/>
                <a:cs typeface="Arial"/>
              </a:rPr>
              <a:t> </a:t>
            </a:r>
            <a:r>
              <a:rPr dirty="0" sz="1200" spc="-85" i="1">
                <a:solidFill>
                  <a:srgbClr val="21218A"/>
                </a:solidFill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99479" y="2487548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0" i="1">
                <a:solidFill>
                  <a:srgbClr val="21218A"/>
                </a:solidFill>
                <a:latin typeface="Arial"/>
                <a:cs typeface="Arial"/>
              </a:rPr>
              <a:t>Determine</a:t>
            </a:r>
            <a:r>
              <a:rPr dirty="0" sz="1200" spc="-5" i="1">
                <a:solidFill>
                  <a:srgbClr val="21218A"/>
                </a:solidFill>
                <a:latin typeface="Arial"/>
                <a:cs typeface="Arial"/>
              </a:rPr>
              <a:t> </a:t>
            </a:r>
            <a:r>
              <a:rPr dirty="0" sz="1200" spc="-110" i="1">
                <a:solidFill>
                  <a:srgbClr val="21218A"/>
                </a:solidFill>
                <a:latin typeface="Arial"/>
                <a:cs typeface="Arial"/>
              </a:rPr>
              <a:t>remediation</a:t>
            </a:r>
            <a:r>
              <a:rPr dirty="0" sz="1200" spc="-10" i="1">
                <a:solidFill>
                  <a:srgbClr val="21218A"/>
                </a:solidFill>
                <a:latin typeface="Arial"/>
                <a:cs typeface="Arial"/>
              </a:rPr>
              <a:t> </a:t>
            </a:r>
            <a:r>
              <a:rPr dirty="0" sz="1200" spc="-75" i="1">
                <a:solidFill>
                  <a:srgbClr val="21218A"/>
                </a:solidFill>
                <a:latin typeface="Arial"/>
                <a:cs typeface="Arial"/>
              </a:rPr>
              <a:t>actions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395727" y="2308860"/>
            <a:ext cx="363220" cy="546100"/>
            <a:chOff x="2395727" y="2308860"/>
            <a:chExt cx="363220" cy="546100"/>
          </a:xfrm>
        </p:grpSpPr>
        <p:sp>
          <p:nvSpPr>
            <p:cNvPr id="30" name="object 30" descr=""/>
            <p:cNvSpPr/>
            <p:nvPr/>
          </p:nvSpPr>
          <p:spPr>
            <a:xfrm>
              <a:off x="2397251" y="2310384"/>
              <a:ext cx="360045" cy="542925"/>
            </a:xfrm>
            <a:custGeom>
              <a:avLst/>
              <a:gdLst/>
              <a:ahLst/>
              <a:cxnLst/>
              <a:rect l="l" t="t" r="r" b="b"/>
              <a:pathLst>
                <a:path w="360044" h="542925">
                  <a:moveTo>
                    <a:pt x="179831" y="0"/>
                  </a:moveTo>
                  <a:lnTo>
                    <a:pt x="0" y="0"/>
                  </a:lnTo>
                  <a:lnTo>
                    <a:pt x="179831" y="271271"/>
                  </a:lnTo>
                  <a:lnTo>
                    <a:pt x="0" y="542543"/>
                  </a:lnTo>
                  <a:lnTo>
                    <a:pt x="179831" y="542543"/>
                  </a:lnTo>
                  <a:lnTo>
                    <a:pt x="359664" y="271271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397251" y="2310384"/>
              <a:ext cx="360045" cy="542925"/>
            </a:xfrm>
            <a:custGeom>
              <a:avLst/>
              <a:gdLst/>
              <a:ahLst/>
              <a:cxnLst/>
              <a:rect l="l" t="t" r="r" b="b"/>
              <a:pathLst>
                <a:path w="360044" h="542925">
                  <a:moveTo>
                    <a:pt x="0" y="0"/>
                  </a:moveTo>
                  <a:lnTo>
                    <a:pt x="179831" y="0"/>
                  </a:lnTo>
                  <a:lnTo>
                    <a:pt x="359664" y="271271"/>
                  </a:lnTo>
                  <a:lnTo>
                    <a:pt x="179831" y="542543"/>
                  </a:lnTo>
                  <a:lnTo>
                    <a:pt x="0" y="542543"/>
                  </a:lnTo>
                  <a:lnTo>
                    <a:pt x="179831" y="27127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34960" y="281813"/>
            <a:ext cx="223494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851" y="162305"/>
              <a:ext cx="897902" cy="2537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92" y="606816"/>
            <a:ext cx="3659504" cy="408305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Update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planning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Update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capabilities?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14">
                <a:latin typeface="Arial MT"/>
                <a:cs typeface="Arial MT"/>
              </a:rPr>
              <a:t>Criticality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55">
                <a:latin typeface="Arial MT"/>
                <a:cs typeface="Arial MT"/>
              </a:rPr>
              <a:t>categories?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00">
                <a:latin typeface="Arial MT"/>
                <a:cs typeface="Arial MT"/>
              </a:rPr>
              <a:t>How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0">
                <a:latin typeface="Arial MT"/>
                <a:cs typeface="Arial MT"/>
              </a:rPr>
              <a:t>&amp;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Where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deliver?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5">
                <a:latin typeface="Arial MT"/>
                <a:cs typeface="Arial MT"/>
              </a:rPr>
              <a:t>Communicate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end-</a:t>
            </a:r>
            <a:r>
              <a:rPr dirty="0" sz="1600" spc="-130">
                <a:latin typeface="Arial MT"/>
                <a:cs typeface="Arial MT"/>
              </a:rPr>
              <a:t>of-</a:t>
            </a:r>
            <a:r>
              <a:rPr dirty="0" sz="1600" spc="-25">
                <a:latin typeface="Arial MT"/>
                <a:cs typeface="Arial MT"/>
              </a:rPr>
              <a:t>support?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Recovery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information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(What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if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update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75">
                <a:latin typeface="Arial MT"/>
                <a:cs typeface="Arial MT"/>
              </a:rPr>
              <a:t>fails?)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5">
                <a:latin typeface="Arial MT"/>
                <a:cs typeface="Arial MT"/>
              </a:rPr>
              <a:t>Testing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update?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45">
                <a:latin typeface="Arial MT"/>
                <a:cs typeface="Arial MT"/>
              </a:rPr>
              <a:t>Rollback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options?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60">
                <a:latin typeface="Arial MT"/>
                <a:cs typeface="Arial MT"/>
              </a:rPr>
              <a:t>Replace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repair?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229">
                <a:latin typeface="Arial MT"/>
                <a:cs typeface="Arial MT"/>
              </a:rPr>
              <a:t>Was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it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successful?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55370" y="5402986"/>
            <a:ext cx="174243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0" i="1">
                <a:solidFill>
                  <a:srgbClr val="006FC0"/>
                </a:solidFill>
                <a:latin typeface="Arial"/>
                <a:cs typeface="Arial"/>
              </a:rPr>
              <a:t>UNECE</a:t>
            </a:r>
            <a:r>
              <a:rPr dirty="0" sz="1400" spc="-80" i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 spc="-165" i="1">
                <a:solidFill>
                  <a:srgbClr val="006FC0"/>
                </a:solidFill>
                <a:latin typeface="Arial"/>
                <a:cs typeface="Arial"/>
              </a:rPr>
              <a:t>R156</a:t>
            </a:r>
            <a:r>
              <a:rPr dirty="0" sz="1400" spc="-40" i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 spc="-70" i="1">
                <a:solidFill>
                  <a:srgbClr val="006FC0"/>
                </a:solidFill>
                <a:latin typeface="Arial"/>
                <a:cs typeface="Arial"/>
              </a:rPr>
              <a:t>/</a:t>
            </a:r>
            <a:r>
              <a:rPr dirty="0" sz="1400" spc="-45" i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 spc="-150" i="1">
                <a:solidFill>
                  <a:srgbClr val="006FC0"/>
                </a:solidFill>
                <a:latin typeface="Arial"/>
                <a:cs typeface="Arial"/>
              </a:rPr>
              <a:t>ISO</a:t>
            </a:r>
            <a:r>
              <a:rPr dirty="0" sz="1400" spc="-65" i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 spc="-114" i="1">
                <a:solidFill>
                  <a:srgbClr val="006FC0"/>
                </a:solidFill>
                <a:latin typeface="Arial"/>
                <a:cs typeface="Arial"/>
              </a:rPr>
              <a:t>24089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34960" y="281813"/>
            <a:ext cx="2234946" cy="155701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762502" y="2442845"/>
            <a:ext cx="2533650" cy="492759"/>
          </a:xfrm>
          <a:custGeom>
            <a:avLst/>
            <a:gdLst/>
            <a:ahLst/>
            <a:cxnLst/>
            <a:rect l="l" t="t" r="r" b="b"/>
            <a:pathLst>
              <a:path w="2533650" h="492760">
                <a:moveTo>
                  <a:pt x="728148" y="245177"/>
                </a:moveTo>
                <a:lnTo>
                  <a:pt x="717298" y="245177"/>
                </a:lnTo>
                <a:lnTo>
                  <a:pt x="707124" y="245363"/>
                </a:lnTo>
                <a:lnTo>
                  <a:pt x="708594" y="245363"/>
                </a:lnTo>
                <a:lnTo>
                  <a:pt x="697484" y="245999"/>
                </a:lnTo>
                <a:lnTo>
                  <a:pt x="697719" y="245999"/>
                </a:lnTo>
                <a:lnTo>
                  <a:pt x="687242" y="247038"/>
                </a:lnTo>
                <a:lnTo>
                  <a:pt x="676910" y="248538"/>
                </a:lnTo>
                <a:lnTo>
                  <a:pt x="633991" y="266309"/>
                </a:lnTo>
                <a:lnTo>
                  <a:pt x="610949" y="303974"/>
                </a:lnTo>
                <a:lnTo>
                  <a:pt x="608838" y="325881"/>
                </a:lnTo>
                <a:lnTo>
                  <a:pt x="609099" y="334385"/>
                </a:lnTo>
                <a:lnTo>
                  <a:pt x="618712" y="371887"/>
                </a:lnTo>
                <a:lnTo>
                  <a:pt x="653414" y="401700"/>
                </a:lnTo>
                <a:lnTo>
                  <a:pt x="693547" y="408050"/>
                </a:lnTo>
                <a:lnTo>
                  <a:pt x="708122" y="407408"/>
                </a:lnTo>
                <a:lnTo>
                  <a:pt x="746251" y="397763"/>
                </a:lnTo>
                <a:lnTo>
                  <a:pt x="778128" y="375665"/>
                </a:lnTo>
                <a:lnTo>
                  <a:pt x="844550" y="375665"/>
                </a:lnTo>
                <a:lnTo>
                  <a:pt x="844550" y="365887"/>
                </a:lnTo>
                <a:lnTo>
                  <a:pt x="705993" y="365887"/>
                </a:lnTo>
                <a:lnTo>
                  <a:pt x="694582" y="365289"/>
                </a:lnTo>
                <a:lnTo>
                  <a:pt x="662900" y="334696"/>
                </a:lnTo>
                <a:lnTo>
                  <a:pt x="662392" y="325881"/>
                </a:lnTo>
                <a:lnTo>
                  <a:pt x="662305" y="324357"/>
                </a:lnTo>
                <a:lnTo>
                  <a:pt x="690070" y="288623"/>
                </a:lnTo>
                <a:lnTo>
                  <a:pt x="715733" y="286305"/>
                </a:lnTo>
                <a:lnTo>
                  <a:pt x="820547" y="286305"/>
                </a:lnTo>
                <a:lnTo>
                  <a:pt x="820547" y="247650"/>
                </a:lnTo>
                <a:lnTo>
                  <a:pt x="769112" y="247650"/>
                </a:lnTo>
                <a:lnTo>
                  <a:pt x="763244" y="247038"/>
                </a:lnTo>
                <a:lnTo>
                  <a:pt x="747776" y="245999"/>
                </a:lnTo>
                <a:lnTo>
                  <a:pt x="741535" y="245645"/>
                </a:lnTo>
                <a:lnTo>
                  <a:pt x="734996" y="245363"/>
                </a:lnTo>
                <a:lnTo>
                  <a:pt x="728148" y="245177"/>
                </a:lnTo>
                <a:close/>
              </a:path>
              <a:path w="2533650" h="492760">
                <a:moveTo>
                  <a:pt x="844550" y="375665"/>
                </a:moveTo>
                <a:lnTo>
                  <a:pt x="778128" y="375665"/>
                </a:lnTo>
                <a:lnTo>
                  <a:pt x="780288" y="383666"/>
                </a:lnTo>
                <a:lnTo>
                  <a:pt x="784987" y="390397"/>
                </a:lnTo>
                <a:lnTo>
                  <a:pt x="792099" y="395858"/>
                </a:lnTo>
                <a:lnTo>
                  <a:pt x="798097" y="399432"/>
                </a:lnTo>
                <a:lnTo>
                  <a:pt x="805738" y="402081"/>
                </a:lnTo>
                <a:lnTo>
                  <a:pt x="806051" y="402081"/>
                </a:lnTo>
                <a:lnTo>
                  <a:pt x="814048" y="403484"/>
                </a:lnTo>
                <a:lnTo>
                  <a:pt x="823976" y="403987"/>
                </a:lnTo>
                <a:lnTo>
                  <a:pt x="834009" y="403987"/>
                </a:lnTo>
                <a:lnTo>
                  <a:pt x="838200" y="403351"/>
                </a:lnTo>
                <a:lnTo>
                  <a:pt x="844550" y="402081"/>
                </a:lnTo>
                <a:lnTo>
                  <a:pt x="844550" y="375665"/>
                </a:lnTo>
                <a:close/>
              </a:path>
              <a:path w="2533650" h="492760">
                <a:moveTo>
                  <a:pt x="820547" y="286305"/>
                </a:moveTo>
                <a:lnTo>
                  <a:pt x="724580" y="286305"/>
                </a:lnTo>
                <a:lnTo>
                  <a:pt x="731948" y="286448"/>
                </a:lnTo>
                <a:lnTo>
                  <a:pt x="739007" y="286686"/>
                </a:lnTo>
                <a:lnTo>
                  <a:pt x="762253" y="287908"/>
                </a:lnTo>
                <a:lnTo>
                  <a:pt x="769112" y="288416"/>
                </a:lnTo>
                <a:lnTo>
                  <a:pt x="769112" y="341629"/>
                </a:lnTo>
                <a:lnTo>
                  <a:pt x="731781" y="361707"/>
                </a:lnTo>
                <a:lnTo>
                  <a:pt x="705993" y="365887"/>
                </a:lnTo>
                <a:lnTo>
                  <a:pt x="844550" y="365887"/>
                </a:lnTo>
                <a:lnTo>
                  <a:pt x="844550" y="362965"/>
                </a:lnTo>
                <a:lnTo>
                  <a:pt x="834517" y="362965"/>
                </a:lnTo>
                <a:lnTo>
                  <a:pt x="828039" y="361060"/>
                </a:lnTo>
                <a:lnTo>
                  <a:pt x="825119" y="357250"/>
                </a:lnTo>
                <a:lnTo>
                  <a:pt x="822071" y="353567"/>
                </a:lnTo>
                <a:lnTo>
                  <a:pt x="820640" y="346178"/>
                </a:lnTo>
                <a:lnTo>
                  <a:pt x="820547" y="286305"/>
                </a:lnTo>
                <a:close/>
              </a:path>
              <a:path w="2533650" h="492760">
                <a:moveTo>
                  <a:pt x="810937" y="178180"/>
                </a:moveTo>
                <a:lnTo>
                  <a:pt x="713486" y="178180"/>
                </a:lnTo>
                <a:lnTo>
                  <a:pt x="721580" y="178373"/>
                </a:lnTo>
                <a:lnTo>
                  <a:pt x="728900" y="178958"/>
                </a:lnTo>
                <a:lnTo>
                  <a:pt x="764921" y="201802"/>
                </a:lnTo>
                <a:lnTo>
                  <a:pt x="768838" y="229052"/>
                </a:lnTo>
                <a:lnTo>
                  <a:pt x="768947" y="230788"/>
                </a:lnTo>
                <a:lnTo>
                  <a:pt x="769112" y="239267"/>
                </a:lnTo>
                <a:lnTo>
                  <a:pt x="769112" y="247650"/>
                </a:lnTo>
                <a:lnTo>
                  <a:pt x="820547" y="247650"/>
                </a:lnTo>
                <a:lnTo>
                  <a:pt x="817975" y="204287"/>
                </a:lnTo>
                <a:lnTo>
                  <a:pt x="813270" y="184022"/>
                </a:lnTo>
                <a:lnTo>
                  <a:pt x="813188" y="183735"/>
                </a:lnTo>
                <a:lnTo>
                  <a:pt x="811083" y="178540"/>
                </a:lnTo>
                <a:lnTo>
                  <a:pt x="811015" y="178373"/>
                </a:lnTo>
                <a:lnTo>
                  <a:pt x="810937" y="178180"/>
                </a:lnTo>
                <a:close/>
              </a:path>
              <a:path w="2533650" h="492760">
                <a:moveTo>
                  <a:pt x="724408" y="135508"/>
                </a:moveTo>
                <a:lnTo>
                  <a:pt x="681259" y="139580"/>
                </a:lnTo>
                <a:lnTo>
                  <a:pt x="643191" y="150637"/>
                </a:lnTo>
                <a:lnTo>
                  <a:pt x="620268" y="160146"/>
                </a:lnTo>
                <a:lnTo>
                  <a:pt x="632333" y="196595"/>
                </a:lnTo>
                <a:lnTo>
                  <a:pt x="641828" y="193292"/>
                </a:lnTo>
                <a:lnTo>
                  <a:pt x="651621" y="190071"/>
                </a:lnTo>
                <a:lnTo>
                  <a:pt x="692816" y="179625"/>
                </a:lnTo>
                <a:lnTo>
                  <a:pt x="713486" y="178180"/>
                </a:lnTo>
                <a:lnTo>
                  <a:pt x="810937" y="178180"/>
                </a:lnTo>
                <a:lnTo>
                  <a:pt x="809593" y="174863"/>
                </a:lnTo>
                <a:lnTo>
                  <a:pt x="778934" y="144355"/>
                </a:lnTo>
                <a:lnTo>
                  <a:pt x="738508" y="135961"/>
                </a:lnTo>
                <a:lnTo>
                  <a:pt x="740968" y="135961"/>
                </a:lnTo>
                <a:lnTo>
                  <a:pt x="724408" y="135508"/>
                </a:lnTo>
                <a:close/>
              </a:path>
              <a:path w="2533650" h="492760">
                <a:moveTo>
                  <a:pt x="1491869" y="135508"/>
                </a:moveTo>
                <a:lnTo>
                  <a:pt x="1438640" y="143795"/>
                </a:lnTo>
                <a:lnTo>
                  <a:pt x="1401318" y="168655"/>
                </a:lnTo>
                <a:lnTo>
                  <a:pt x="1379204" y="210581"/>
                </a:lnTo>
                <a:lnTo>
                  <a:pt x="1371853" y="270128"/>
                </a:lnTo>
                <a:lnTo>
                  <a:pt x="1372234" y="286894"/>
                </a:lnTo>
                <a:lnTo>
                  <a:pt x="1377866" y="330033"/>
                </a:lnTo>
                <a:lnTo>
                  <a:pt x="1398651" y="373506"/>
                </a:lnTo>
                <a:lnTo>
                  <a:pt x="1431973" y="397664"/>
                </a:lnTo>
                <a:lnTo>
                  <a:pt x="1476765" y="407525"/>
                </a:lnTo>
                <a:lnTo>
                  <a:pt x="1492885" y="408050"/>
                </a:lnTo>
                <a:lnTo>
                  <a:pt x="1500199" y="407908"/>
                </a:lnTo>
                <a:lnTo>
                  <a:pt x="1506713" y="407525"/>
                </a:lnTo>
                <a:lnTo>
                  <a:pt x="1507024" y="407525"/>
                </a:lnTo>
                <a:lnTo>
                  <a:pt x="1550289" y="399668"/>
                </a:lnTo>
                <a:lnTo>
                  <a:pt x="1588262" y="385063"/>
                </a:lnTo>
                <a:lnTo>
                  <a:pt x="1594485" y="380745"/>
                </a:lnTo>
                <a:lnTo>
                  <a:pt x="1588870" y="365505"/>
                </a:lnTo>
                <a:lnTo>
                  <a:pt x="1498853" y="365505"/>
                </a:lnTo>
                <a:lnTo>
                  <a:pt x="1484687" y="364841"/>
                </a:lnTo>
                <a:lnTo>
                  <a:pt x="1443805" y="348702"/>
                </a:lnTo>
                <a:lnTo>
                  <a:pt x="1426366" y="310437"/>
                </a:lnTo>
                <a:lnTo>
                  <a:pt x="1424813" y="287274"/>
                </a:lnTo>
                <a:lnTo>
                  <a:pt x="1598040" y="287274"/>
                </a:lnTo>
                <a:lnTo>
                  <a:pt x="1598040" y="262254"/>
                </a:lnTo>
                <a:lnTo>
                  <a:pt x="1597781" y="249136"/>
                </a:lnTo>
                <a:lnTo>
                  <a:pt x="1597628" y="246633"/>
                </a:lnTo>
                <a:lnTo>
                  <a:pt x="1424813" y="246633"/>
                </a:lnTo>
                <a:lnTo>
                  <a:pt x="1425067" y="245744"/>
                </a:lnTo>
                <a:lnTo>
                  <a:pt x="1425702" y="239267"/>
                </a:lnTo>
                <a:lnTo>
                  <a:pt x="1425774" y="238146"/>
                </a:lnTo>
                <a:lnTo>
                  <a:pt x="1425883" y="236458"/>
                </a:lnTo>
                <a:lnTo>
                  <a:pt x="1440686" y="196449"/>
                </a:lnTo>
                <a:lnTo>
                  <a:pt x="1478031" y="177442"/>
                </a:lnTo>
                <a:lnTo>
                  <a:pt x="1491869" y="176656"/>
                </a:lnTo>
                <a:lnTo>
                  <a:pt x="1580599" y="176656"/>
                </a:lnTo>
                <a:lnTo>
                  <a:pt x="1577975" y="172338"/>
                </a:lnTo>
                <a:lnTo>
                  <a:pt x="1545209" y="145287"/>
                </a:lnTo>
                <a:lnTo>
                  <a:pt x="1507347" y="136126"/>
                </a:lnTo>
                <a:lnTo>
                  <a:pt x="1491869" y="135508"/>
                </a:lnTo>
                <a:close/>
              </a:path>
              <a:path w="2533650" h="492760">
                <a:moveTo>
                  <a:pt x="1581150" y="344550"/>
                </a:moveTo>
                <a:lnTo>
                  <a:pt x="1544447" y="359028"/>
                </a:lnTo>
                <a:lnTo>
                  <a:pt x="1498853" y="365505"/>
                </a:lnTo>
                <a:lnTo>
                  <a:pt x="1588870" y="365505"/>
                </a:lnTo>
                <a:lnTo>
                  <a:pt x="1581150" y="344550"/>
                </a:lnTo>
                <a:close/>
              </a:path>
              <a:path w="2533650" h="492760">
                <a:moveTo>
                  <a:pt x="1580599" y="176656"/>
                </a:moveTo>
                <a:lnTo>
                  <a:pt x="1491869" y="176656"/>
                </a:lnTo>
                <a:lnTo>
                  <a:pt x="1503513" y="177655"/>
                </a:lnTo>
                <a:lnTo>
                  <a:pt x="1513871" y="180641"/>
                </a:lnTo>
                <a:lnTo>
                  <a:pt x="1541478" y="214058"/>
                </a:lnTo>
                <a:lnTo>
                  <a:pt x="1545036" y="245744"/>
                </a:lnTo>
                <a:lnTo>
                  <a:pt x="1545082" y="246633"/>
                </a:lnTo>
                <a:lnTo>
                  <a:pt x="1597628" y="246633"/>
                </a:lnTo>
                <a:lnTo>
                  <a:pt x="1597180" y="239267"/>
                </a:lnTo>
                <a:lnTo>
                  <a:pt x="1597111" y="238146"/>
                </a:lnTo>
                <a:lnTo>
                  <a:pt x="1597009" y="236458"/>
                </a:lnTo>
                <a:lnTo>
                  <a:pt x="1587881" y="190928"/>
                </a:lnTo>
                <a:lnTo>
                  <a:pt x="1583404" y="181270"/>
                </a:lnTo>
                <a:lnTo>
                  <a:pt x="1580599" y="176656"/>
                </a:lnTo>
                <a:close/>
              </a:path>
              <a:path w="2533650" h="492760">
                <a:moveTo>
                  <a:pt x="928751" y="141604"/>
                </a:moveTo>
                <a:lnTo>
                  <a:pt x="877824" y="141604"/>
                </a:lnTo>
                <a:lnTo>
                  <a:pt x="877934" y="313451"/>
                </a:lnTo>
                <a:lnTo>
                  <a:pt x="883296" y="359189"/>
                </a:lnTo>
                <a:lnTo>
                  <a:pt x="905859" y="393239"/>
                </a:lnTo>
                <a:lnTo>
                  <a:pt x="951918" y="407644"/>
                </a:lnTo>
                <a:lnTo>
                  <a:pt x="964564" y="408050"/>
                </a:lnTo>
                <a:lnTo>
                  <a:pt x="979068" y="407310"/>
                </a:lnTo>
                <a:lnTo>
                  <a:pt x="1022985" y="396113"/>
                </a:lnTo>
                <a:lnTo>
                  <a:pt x="1048003" y="380238"/>
                </a:lnTo>
                <a:lnTo>
                  <a:pt x="1097332" y="380238"/>
                </a:lnTo>
                <a:lnTo>
                  <a:pt x="1096454" y="364489"/>
                </a:lnTo>
                <a:lnTo>
                  <a:pt x="964819" y="364489"/>
                </a:lnTo>
                <a:lnTo>
                  <a:pt x="956818" y="362965"/>
                </a:lnTo>
                <a:lnTo>
                  <a:pt x="951102" y="360044"/>
                </a:lnTo>
                <a:lnTo>
                  <a:pt x="945261" y="357124"/>
                </a:lnTo>
                <a:lnTo>
                  <a:pt x="940562" y="352932"/>
                </a:lnTo>
                <a:lnTo>
                  <a:pt x="929195" y="313451"/>
                </a:lnTo>
                <a:lnTo>
                  <a:pt x="928927" y="307466"/>
                </a:lnTo>
                <a:lnTo>
                  <a:pt x="928866" y="306107"/>
                </a:lnTo>
                <a:lnTo>
                  <a:pt x="928751" y="141604"/>
                </a:lnTo>
                <a:close/>
              </a:path>
              <a:path w="2533650" h="492760">
                <a:moveTo>
                  <a:pt x="1097332" y="380238"/>
                </a:moveTo>
                <a:lnTo>
                  <a:pt x="1048003" y="380238"/>
                </a:lnTo>
                <a:lnTo>
                  <a:pt x="1049976" y="401446"/>
                </a:lnTo>
                <a:lnTo>
                  <a:pt x="1050036" y="402081"/>
                </a:lnTo>
                <a:lnTo>
                  <a:pt x="1098550" y="402081"/>
                </a:lnTo>
                <a:lnTo>
                  <a:pt x="1097424" y="381888"/>
                </a:lnTo>
                <a:lnTo>
                  <a:pt x="1097332" y="380238"/>
                </a:lnTo>
                <a:close/>
              </a:path>
              <a:path w="2533650" h="492760">
                <a:moveTo>
                  <a:pt x="1094613" y="141604"/>
                </a:moveTo>
                <a:lnTo>
                  <a:pt x="1043051" y="141604"/>
                </a:lnTo>
                <a:lnTo>
                  <a:pt x="1043051" y="341121"/>
                </a:lnTo>
                <a:lnTo>
                  <a:pt x="1036827" y="344804"/>
                </a:lnTo>
                <a:lnTo>
                  <a:pt x="1030097" y="348614"/>
                </a:lnTo>
                <a:lnTo>
                  <a:pt x="1022858" y="352425"/>
                </a:lnTo>
                <a:lnTo>
                  <a:pt x="1016762" y="355726"/>
                </a:lnTo>
                <a:lnTo>
                  <a:pt x="974978" y="364489"/>
                </a:lnTo>
                <a:lnTo>
                  <a:pt x="1096454" y="364489"/>
                </a:lnTo>
                <a:lnTo>
                  <a:pt x="1094613" y="331469"/>
                </a:lnTo>
                <a:lnTo>
                  <a:pt x="1094613" y="141604"/>
                </a:lnTo>
                <a:close/>
              </a:path>
              <a:path w="2533650" h="492760">
                <a:moveTo>
                  <a:pt x="1154684" y="348995"/>
                </a:moveTo>
                <a:lnTo>
                  <a:pt x="1138682" y="388112"/>
                </a:lnTo>
                <a:lnTo>
                  <a:pt x="1148849" y="392920"/>
                </a:lnTo>
                <a:lnTo>
                  <a:pt x="1159541" y="397049"/>
                </a:lnTo>
                <a:lnTo>
                  <a:pt x="1170757" y="400488"/>
                </a:lnTo>
                <a:lnTo>
                  <a:pt x="1182497" y="403225"/>
                </a:lnTo>
                <a:lnTo>
                  <a:pt x="1194494" y="405318"/>
                </a:lnTo>
                <a:lnTo>
                  <a:pt x="1207122" y="406886"/>
                </a:lnTo>
                <a:lnTo>
                  <a:pt x="1207432" y="406886"/>
                </a:lnTo>
                <a:lnTo>
                  <a:pt x="1218965" y="407743"/>
                </a:lnTo>
                <a:lnTo>
                  <a:pt x="1278255" y="403399"/>
                </a:lnTo>
                <a:lnTo>
                  <a:pt x="1326068" y="378840"/>
                </a:lnTo>
                <a:lnTo>
                  <a:pt x="1335198" y="365505"/>
                </a:lnTo>
                <a:lnTo>
                  <a:pt x="1232408" y="365505"/>
                </a:lnTo>
                <a:lnTo>
                  <a:pt x="1221331" y="365246"/>
                </a:lnTo>
                <a:lnTo>
                  <a:pt x="1181651" y="359104"/>
                </a:lnTo>
                <a:lnTo>
                  <a:pt x="1163466" y="352905"/>
                </a:lnTo>
                <a:lnTo>
                  <a:pt x="1154684" y="348995"/>
                </a:lnTo>
                <a:close/>
              </a:path>
              <a:path w="2533650" h="492760">
                <a:moveTo>
                  <a:pt x="1249299" y="135508"/>
                </a:moveTo>
                <a:lnTo>
                  <a:pt x="1237275" y="135818"/>
                </a:lnTo>
                <a:lnTo>
                  <a:pt x="1239158" y="135818"/>
                </a:lnTo>
                <a:lnTo>
                  <a:pt x="1230884" y="136445"/>
                </a:lnTo>
                <a:lnTo>
                  <a:pt x="1185495" y="147514"/>
                </a:lnTo>
                <a:lnTo>
                  <a:pt x="1152271" y="175259"/>
                </a:lnTo>
                <a:lnTo>
                  <a:pt x="1142619" y="211835"/>
                </a:lnTo>
                <a:lnTo>
                  <a:pt x="1143403" y="223646"/>
                </a:lnTo>
                <a:lnTo>
                  <a:pt x="1143476" y="224740"/>
                </a:lnTo>
                <a:lnTo>
                  <a:pt x="1163597" y="260355"/>
                </a:lnTo>
                <a:lnTo>
                  <a:pt x="1198697" y="279159"/>
                </a:lnTo>
                <a:lnTo>
                  <a:pt x="1235700" y="292469"/>
                </a:lnTo>
                <a:lnTo>
                  <a:pt x="1245187" y="295878"/>
                </a:lnTo>
                <a:lnTo>
                  <a:pt x="1284224" y="315626"/>
                </a:lnTo>
                <a:lnTo>
                  <a:pt x="1291082" y="333247"/>
                </a:lnTo>
                <a:lnTo>
                  <a:pt x="1291082" y="340359"/>
                </a:lnTo>
                <a:lnTo>
                  <a:pt x="1274190" y="359790"/>
                </a:lnTo>
                <a:lnTo>
                  <a:pt x="1268857" y="362076"/>
                </a:lnTo>
                <a:lnTo>
                  <a:pt x="1262634" y="363474"/>
                </a:lnTo>
                <a:lnTo>
                  <a:pt x="1248410" y="364997"/>
                </a:lnTo>
                <a:lnTo>
                  <a:pt x="1240789" y="365505"/>
                </a:lnTo>
                <a:lnTo>
                  <a:pt x="1335198" y="365505"/>
                </a:lnTo>
                <a:lnTo>
                  <a:pt x="1340685" y="349503"/>
                </a:lnTo>
                <a:lnTo>
                  <a:pt x="1342517" y="330834"/>
                </a:lnTo>
                <a:lnTo>
                  <a:pt x="1341586" y="317384"/>
                </a:lnTo>
                <a:lnTo>
                  <a:pt x="1319603" y="280150"/>
                </a:lnTo>
                <a:lnTo>
                  <a:pt x="1280606" y="259752"/>
                </a:lnTo>
                <a:lnTo>
                  <a:pt x="1242056" y="246290"/>
                </a:lnTo>
                <a:lnTo>
                  <a:pt x="1233455" y="242966"/>
                </a:lnTo>
                <a:lnTo>
                  <a:pt x="1225760" y="239571"/>
                </a:lnTo>
                <a:lnTo>
                  <a:pt x="1218946" y="236092"/>
                </a:lnTo>
                <a:lnTo>
                  <a:pt x="1209421" y="232028"/>
                </a:lnTo>
                <a:lnTo>
                  <a:pt x="1202817" y="227964"/>
                </a:lnTo>
                <a:lnTo>
                  <a:pt x="1199134" y="223646"/>
                </a:lnTo>
                <a:lnTo>
                  <a:pt x="1195451" y="219455"/>
                </a:lnTo>
                <a:lnTo>
                  <a:pt x="1193673" y="213740"/>
                </a:lnTo>
                <a:lnTo>
                  <a:pt x="1193673" y="199135"/>
                </a:lnTo>
                <a:lnTo>
                  <a:pt x="1233465" y="177736"/>
                </a:lnTo>
                <a:lnTo>
                  <a:pt x="1247775" y="177164"/>
                </a:lnTo>
                <a:lnTo>
                  <a:pt x="1328283" y="177164"/>
                </a:lnTo>
                <a:lnTo>
                  <a:pt x="1338072" y="152653"/>
                </a:lnTo>
                <a:lnTo>
                  <a:pt x="1299337" y="140462"/>
                </a:lnTo>
                <a:lnTo>
                  <a:pt x="1263278" y="135818"/>
                </a:lnTo>
                <a:lnTo>
                  <a:pt x="1249299" y="135508"/>
                </a:lnTo>
                <a:close/>
              </a:path>
              <a:path w="2533650" h="492760">
                <a:moveTo>
                  <a:pt x="1328283" y="177164"/>
                </a:moveTo>
                <a:lnTo>
                  <a:pt x="1247775" y="177164"/>
                </a:lnTo>
                <a:lnTo>
                  <a:pt x="1258327" y="177405"/>
                </a:lnTo>
                <a:lnTo>
                  <a:pt x="1268285" y="178133"/>
                </a:lnTo>
                <a:lnTo>
                  <a:pt x="1278353" y="179450"/>
                </a:lnTo>
                <a:lnTo>
                  <a:pt x="1278125" y="179450"/>
                </a:lnTo>
                <a:lnTo>
                  <a:pt x="1286510" y="181101"/>
                </a:lnTo>
                <a:lnTo>
                  <a:pt x="1295201" y="183169"/>
                </a:lnTo>
                <a:lnTo>
                  <a:pt x="1304131" y="185547"/>
                </a:lnTo>
                <a:lnTo>
                  <a:pt x="1313299" y="188210"/>
                </a:lnTo>
                <a:lnTo>
                  <a:pt x="1322705" y="191134"/>
                </a:lnTo>
                <a:lnTo>
                  <a:pt x="1328187" y="177405"/>
                </a:lnTo>
                <a:lnTo>
                  <a:pt x="1328283" y="177164"/>
                </a:lnTo>
                <a:close/>
              </a:path>
              <a:path w="2533650" h="492760">
                <a:moveTo>
                  <a:pt x="2310257" y="320801"/>
                </a:moveTo>
                <a:lnTo>
                  <a:pt x="2258822" y="320801"/>
                </a:lnTo>
                <a:lnTo>
                  <a:pt x="2258822" y="401954"/>
                </a:lnTo>
                <a:lnTo>
                  <a:pt x="2310257" y="401954"/>
                </a:lnTo>
                <a:lnTo>
                  <a:pt x="2310257" y="320801"/>
                </a:lnTo>
                <a:close/>
              </a:path>
              <a:path w="2533650" h="492760">
                <a:moveTo>
                  <a:pt x="2310257" y="31495"/>
                </a:moveTo>
                <a:lnTo>
                  <a:pt x="2236978" y="31495"/>
                </a:lnTo>
                <a:lnTo>
                  <a:pt x="2081022" y="288163"/>
                </a:lnTo>
                <a:lnTo>
                  <a:pt x="2081022" y="320801"/>
                </a:lnTo>
                <a:lnTo>
                  <a:pt x="2357501" y="320801"/>
                </a:lnTo>
                <a:lnTo>
                  <a:pt x="2357501" y="277621"/>
                </a:lnTo>
                <a:lnTo>
                  <a:pt x="2138934" y="277621"/>
                </a:lnTo>
                <a:lnTo>
                  <a:pt x="2258822" y="81406"/>
                </a:lnTo>
                <a:lnTo>
                  <a:pt x="2310257" y="81406"/>
                </a:lnTo>
                <a:lnTo>
                  <a:pt x="2310257" y="31495"/>
                </a:lnTo>
                <a:close/>
              </a:path>
              <a:path w="2533650" h="492760">
                <a:moveTo>
                  <a:pt x="2310257" y="81406"/>
                </a:moveTo>
                <a:lnTo>
                  <a:pt x="2258822" y="81406"/>
                </a:lnTo>
                <a:lnTo>
                  <a:pt x="2258822" y="277621"/>
                </a:lnTo>
                <a:lnTo>
                  <a:pt x="2310257" y="277621"/>
                </a:lnTo>
                <a:lnTo>
                  <a:pt x="2310257" y="81406"/>
                </a:lnTo>
                <a:close/>
              </a:path>
              <a:path w="2533650" h="492760">
                <a:moveTo>
                  <a:pt x="1954530" y="83946"/>
                </a:moveTo>
                <a:lnTo>
                  <a:pt x="1902078" y="83946"/>
                </a:lnTo>
                <a:lnTo>
                  <a:pt x="1902078" y="401954"/>
                </a:lnTo>
                <a:lnTo>
                  <a:pt x="1954530" y="401954"/>
                </a:lnTo>
                <a:lnTo>
                  <a:pt x="1954530" y="83946"/>
                </a:lnTo>
                <a:close/>
              </a:path>
              <a:path w="2533650" h="492760">
                <a:moveTo>
                  <a:pt x="1954530" y="31495"/>
                </a:moveTo>
                <a:lnTo>
                  <a:pt x="1917319" y="31495"/>
                </a:lnTo>
                <a:lnTo>
                  <a:pt x="1809496" y="88645"/>
                </a:lnTo>
                <a:lnTo>
                  <a:pt x="1827276" y="124840"/>
                </a:lnTo>
                <a:lnTo>
                  <a:pt x="1902078" y="83946"/>
                </a:lnTo>
                <a:lnTo>
                  <a:pt x="1954530" y="83946"/>
                </a:lnTo>
                <a:lnTo>
                  <a:pt x="1954530" y="31495"/>
                </a:lnTo>
                <a:close/>
              </a:path>
              <a:path w="2533650" h="492760">
                <a:moveTo>
                  <a:pt x="343281" y="25907"/>
                </a:moveTo>
                <a:lnTo>
                  <a:pt x="323153" y="26644"/>
                </a:lnTo>
                <a:lnTo>
                  <a:pt x="324006" y="26644"/>
                </a:lnTo>
                <a:lnTo>
                  <a:pt x="306450" y="28670"/>
                </a:lnTo>
                <a:lnTo>
                  <a:pt x="258383" y="43320"/>
                </a:lnTo>
                <a:lnTo>
                  <a:pt x="220218" y="71627"/>
                </a:lnTo>
                <a:lnTo>
                  <a:pt x="193178" y="113972"/>
                </a:lnTo>
                <a:lnTo>
                  <a:pt x="178244" y="170513"/>
                </a:lnTo>
                <a:lnTo>
                  <a:pt x="175387" y="216788"/>
                </a:lnTo>
                <a:lnTo>
                  <a:pt x="177790" y="261129"/>
                </a:lnTo>
                <a:lnTo>
                  <a:pt x="184991" y="299672"/>
                </a:lnTo>
                <a:lnTo>
                  <a:pt x="213740" y="359409"/>
                </a:lnTo>
                <a:lnTo>
                  <a:pt x="263588" y="395636"/>
                </a:lnTo>
                <a:lnTo>
                  <a:pt x="336296" y="408050"/>
                </a:lnTo>
                <a:lnTo>
                  <a:pt x="353915" y="407572"/>
                </a:lnTo>
                <a:lnTo>
                  <a:pt x="404368" y="400303"/>
                </a:lnTo>
                <a:lnTo>
                  <a:pt x="448087" y="386570"/>
                </a:lnTo>
                <a:lnTo>
                  <a:pt x="460375" y="381000"/>
                </a:lnTo>
                <a:lnTo>
                  <a:pt x="454370" y="362457"/>
                </a:lnTo>
                <a:lnTo>
                  <a:pt x="337820" y="362457"/>
                </a:lnTo>
                <a:lnTo>
                  <a:pt x="311292" y="360197"/>
                </a:lnTo>
                <a:lnTo>
                  <a:pt x="269954" y="342151"/>
                </a:lnTo>
                <a:lnTo>
                  <a:pt x="243881" y="306363"/>
                </a:lnTo>
                <a:lnTo>
                  <a:pt x="230979" y="254166"/>
                </a:lnTo>
                <a:lnTo>
                  <a:pt x="229362" y="221995"/>
                </a:lnTo>
                <a:lnTo>
                  <a:pt x="231076" y="186918"/>
                </a:lnTo>
                <a:lnTo>
                  <a:pt x="244792" y="130288"/>
                </a:lnTo>
                <a:lnTo>
                  <a:pt x="272555" y="91803"/>
                </a:lnTo>
                <a:lnTo>
                  <a:pt x="316319" y="72511"/>
                </a:lnTo>
                <a:lnTo>
                  <a:pt x="344297" y="70103"/>
                </a:lnTo>
                <a:lnTo>
                  <a:pt x="455312" y="70103"/>
                </a:lnTo>
                <a:lnTo>
                  <a:pt x="449851" y="63666"/>
                </a:lnTo>
                <a:lnTo>
                  <a:pt x="409828" y="37591"/>
                </a:lnTo>
                <a:lnTo>
                  <a:pt x="360805" y="26644"/>
                </a:lnTo>
                <a:lnTo>
                  <a:pt x="343281" y="25907"/>
                </a:lnTo>
                <a:close/>
              </a:path>
              <a:path w="2533650" h="492760">
                <a:moveTo>
                  <a:pt x="447421" y="340994"/>
                </a:moveTo>
                <a:lnTo>
                  <a:pt x="398780" y="355853"/>
                </a:lnTo>
                <a:lnTo>
                  <a:pt x="355060" y="362033"/>
                </a:lnTo>
                <a:lnTo>
                  <a:pt x="337820" y="362457"/>
                </a:lnTo>
                <a:lnTo>
                  <a:pt x="454370" y="362457"/>
                </a:lnTo>
                <a:lnTo>
                  <a:pt x="447421" y="340994"/>
                </a:lnTo>
                <a:close/>
              </a:path>
              <a:path w="2533650" h="492760">
                <a:moveTo>
                  <a:pt x="455312" y="70103"/>
                </a:moveTo>
                <a:lnTo>
                  <a:pt x="344297" y="70103"/>
                </a:lnTo>
                <a:lnTo>
                  <a:pt x="358229" y="70673"/>
                </a:lnTo>
                <a:lnTo>
                  <a:pt x="370887" y="72374"/>
                </a:lnTo>
                <a:lnTo>
                  <a:pt x="411289" y="90170"/>
                </a:lnTo>
                <a:lnTo>
                  <a:pt x="429768" y="105409"/>
                </a:lnTo>
                <a:lnTo>
                  <a:pt x="460375" y="76072"/>
                </a:lnTo>
                <a:lnTo>
                  <a:pt x="455312" y="70103"/>
                </a:lnTo>
                <a:close/>
              </a:path>
              <a:path w="2533650" h="492760">
                <a:moveTo>
                  <a:pt x="559943" y="12700"/>
                </a:moveTo>
                <a:lnTo>
                  <a:pt x="508381" y="19938"/>
                </a:lnTo>
                <a:lnTo>
                  <a:pt x="508381" y="333247"/>
                </a:lnTo>
                <a:lnTo>
                  <a:pt x="509142" y="349436"/>
                </a:lnTo>
                <a:lnTo>
                  <a:pt x="511311" y="362965"/>
                </a:lnTo>
                <a:lnTo>
                  <a:pt x="511428" y="363696"/>
                </a:lnTo>
                <a:lnTo>
                  <a:pt x="537781" y="400335"/>
                </a:lnTo>
                <a:lnTo>
                  <a:pt x="565276" y="405002"/>
                </a:lnTo>
                <a:lnTo>
                  <a:pt x="569849" y="405002"/>
                </a:lnTo>
                <a:lnTo>
                  <a:pt x="573532" y="404749"/>
                </a:lnTo>
                <a:lnTo>
                  <a:pt x="576072" y="403987"/>
                </a:lnTo>
                <a:lnTo>
                  <a:pt x="578738" y="403987"/>
                </a:lnTo>
                <a:lnTo>
                  <a:pt x="581660" y="403225"/>
                </a:lnTo>
                <a:lnTo>
                  <a:pt x="584835" y="401574"/>
                </a:lnTo>
                <a:lnTo>
                  <a:pt x="584835" y="362965"/>
                </a:lnTo>
                <a:lnTo>
                  <a:pt x="573786" y="362965"/>
                </a:lnTo>
                <a:lnTo>
                  <a:pt x="566801" y="361314"/>
                </a:lnTo>
                <a:lnTo>
                  <a:pt x="559960" y="333247"/>
                </a:lnTo>
                <a:lnTo>
                  <a:pt x="559943" y="12700"/>
                </a:lnTo>
                <a:close/>
              </a:path>
              <a:path w="2533650" h="492760">
                <a:moveTo>
                  <a:pt x="2533523" y="0"/>
                </a:moveTo>
                <a:lnTo>
                  <a:pt x="2399411" y="0"/>
                </a:lnTo>
                <a:lnTo>
                  <a:pt x="2399411" y="43687"/>
                </a:lnTo>
                <a:lnTo>
                  <a:pt x="2482088" y="43687"/>
                </a:lnTo>
                <a:lnTo>
                  <a:pt x="2482088" y="448182"/>
                </a:lnTo>
                <a:lnTo>
                  <a:pt x="2399411" y="448182"/>
                </a:lnTo>
                <a:lnTo>
                  <a:pt x="2399411" y="492378"/>
                </a:lnTo>
                <a:lnTo>
                  <a:pt x="2533523" y="492378"/>
                </a:lnTo>
                <a:lnTo>
                  <a:pt x="2533523" y="0"/>
                </a:lnTo>
                <a:close/>
              </a:path>
              <a:path w="2533650" h="492760">
                <a:moveTo>
                  <a:pt x="135127" y="0"/>
                </a:moveTo>
                <a:lnTo>
                  <a:pt x="0" y="0"/>
                </a:lnTo>
                <a:lnTo>
                  <a:pt x="0" y="492378"/>
                </a:lnTo>
                <a:lnTo>
                  <a:pt x="135127" y="492378"/>
                </a:lnTo>
                <a:lnTo>
                  <a:pt x="135127" y="448182"/>
                </a:lnTo>
                <a:lnTo>
                  <a:pt x="51435" y="448182"/>
                </a:lnTo>
                <a:lnTo>
                  <a:pt x="51435" y="43687"/>
                </a:lnTo>
                <a:lnTo>
                  <a:pt x="135127" y="43687"/>
                </a:lnTo>
                <a:lnTo>
                  <a:pt x="135127" y="0"/>
                </a:lnTo>
                <a:close/>
              </a:path>
            </a:pathLst>
          </a:custGeom>
          <a:solidFill>
            <a:srgbClr val="2121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014" y="3065145"/>
            <a:ext cx="7285101" cy="5064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7223" y="3674745"/>
            <a:ext cx="3732907" cy="50596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33616" y="155955"/>
              <a:ext cx="1764030" cy="247015"/>
            </a:xfrm>
            <a:custGeom>
              <a:avLst/>
              <a:gdLst/>
              <a:ahLst/>
              <a:cxnLst/>
              <a:rect l="l" t="t" r="r" b="b"/>
              <a:pathLst>
                <a:path w="1764030" h="247015">
                  <a:moveTo>
                    <a:pt x="6775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67754" y="246888"/>
                  </a:lnTo>
                  <a:lnTo>
                    <a:pt x="67754" y="224790"/>
                  </a:lnTo>
                  <a:lnTo>
                    <a:pt x="25806" y="224790"/>
                  </a:lnTo>
                  <a:lnTo>
                    <a:pt x="25806" y="21971"/>
                  </a:lnTo>
                  <a:lnTo>
                    <a:pt x="67754" y="21971"/>
                  </a:lnTo>
                  <a:lnTo>
                    <a:pt x="67754" y="0"/>
                  </a:lnTo>
                  <a:close/>
                </a:path>
                <a:path w="1764030" h="247015">
                  <a:moveTo>
                    <a:pt x="231381" y="38100"/>
                  </a:moveTo>
                  <a:lnTo>
                    <a:pt x="228879" y="35179"/>
                  </a:lnTo>
                  <a:lnTo>
                    <a:pt x="226085" y="31915"/>
                  </a:lnTo>
                  <a:lnTo>
                    <a:pt x="220091" y="26657"/>
                  </a:lnTo>
                  <a:lnTo>
                    <a:pt x="181432" y="13335"/>
                  </a:lnTo>
                  <a:lnTo>
                    <a:pt x="172656" y="12954"/>
                  </a:lnTo>
                  <a:lnTo>
                    <a:pt x="162534" y="13335"/>
                  </a:lnTo>
                  <a:lnTo>
                    <a:pt x="162966" y="13335"/>
                  </a:lnTo>
                  <a:lnTo>
                    <a:pt x="153352" y="14465"/>
                  </a:lnTo>
                  <a:lnTo>
                    <a:pt x="153695" y="14465"/>
                  </a:lnTo>
                  <a:lnTo>
                    <a:pt x="145630" y="16116"/>
                  </a:lnTo>
                  <a:lnTo>
                    <a:pt x="137579" y="18542"/>
                  </a:lnTo>
                  <a:lnTo>
                    <a:pt x="105727" y="42240"/>
                  </a:lnTo>
                  <a:lnTo>
                    <a:pt x="89890" y="85534"/>
                  </a:lnTo>
                  <a:lnTo>
                    <a:pt x="88468" y="108724"/>
                  </a:lnTo>
                  <a:lnTo>
                    <a:pt x="89662" y="130975"/>
                  </a:lnTo>
                  <a:lnTo>
                    <a:pt x="107708" y="180213"/>
                  </a:lnTo>
                  <a:lnTo>
                    <a:pt x="149453" y="203009"/>
                  </a:lnTo>
                  <a:lnTo>
                    <a:pt x="169113" y="204597"/>
                  </a:lnTo>
                  <a:lnTo>
                    <a:pt x="177952" y="204368"/>
                  </a:lnTo>
                  <a:lnTo>
                    <a:pt x="218452" y="196443"/>
                  </a:lnTo>
                  <a:lnTo>
                    <a:pt x="231381" y="191147"/>
                  </a:lnTo>
                  <a:lnTo>
                    <a:pt x="228333" y="181749"/>
                  </a:lnTo>
                  <a:lnTo>
                    <a:pt x="224891" y="171069"/>
                  </a:lnTo>
                  <a:lnTo>
                    <a:pt x="186512" y="180949"/>
                  </a:lnTo>
                  <a:lnTo>
                    <a:pt x="169913" y="181749"/>
                  </a:lnTo>
                  <a:lnTo>
                    <a:pt x="156591" y="180619"/>
                  </a:lnTo>
                  <a:lnTo>
                    <a:pt x="122770" y="153657"/>
                  </a:lnTo>
                  <a:lnTo>
                    <a:pt x="115531" y="111379"/>
                  </a:lnTo>
                  <a:lnTo>
                    <a:pt x="116382" y="93764"/>
                  </a:lnTo>
                  <a:lnTo>
                    <a:pt x="129273" y="54495"/>
                  </a:lnTo>
                  <a:lnTo>
                    <a:pt x="173151" y="35179"/>
                  </a:lnTo>
                  <a:lnTo>
                    <a:pt x="182892" y="35179"/>
                  </a:lnTo>
                  <a:lnTo>
                    <a:pt x="216001" y="52844"/>
                  </a:lnTo>
                  <a:lnTo>
                    <a:pt x="231381" y="38100"/>
                  </a:lnTo>
                  <a:close/>
                </a:path>
                <a:path w="1764030" h="247015">
                  <a:moveTo>
                    <a:pt x="294043" y="181991"/>
                  </a:moveTo>
                  <a:lnTo>
                    <a:pt x="288505" y="181991"/>
                  </a:lnTo>
                  <a:lnTo>
                    <a:pt x="285038" y="181229"/>
                  </a:lnTo>
                  <a:lnTo>
                    <a:pt x="283641" y="179578"/>
                  </a:lnTo>
                  <a:lnTo>
                    <a:pt x="282257" y="178054"/>
                  </a:lnTo>
                  <a:lnTo>
                    <a:pt x="281559" y="173748"/>
                  </a:lnTo>
                  <a:lnTo>
                    <a:pt x="281559" y="6350"/>
                  </a:lnTo>
                  <a:lnTo>
                    <a:pt x="255752" y="10033"/>
                  </a:lnTo>
                  <a:lnTo>
                    <a:pt x="255752" y="167144"/>
                  </a:lnTo>
                  <a:lnTo>
                    <a:pt x="256057" y="173748"/>
                  </a:lnTo>
                  <a:lnTo>
                    <a:pt x="256120" y="175234"/>
                  </a:lnTo>
                  <a:lnTo>
                    <a:pt x="257086" y="181229"/>
                  </a:lnTo>
                  <a:lnTo>
                    <a:pt x="257200" y="181991"/>
                  </a:lnTo>
                  <a:lnTo>
                    <a:pt x="257263" y="182372"/>
                  </a:lnTo>
                  <a:lnTo>
                    <a:pt x="259156" y="188569"/>
                  </a:lnTo>
                  <a:lnTo>
                    <a:pt x="261823" y="193802"/>
                  </a:lnTo>
                  <a:lnTo>
                    <a:pt x="265861" y="200025"/>
                  </a:lnTo>
                  <a:lnTo>
                    <a:pt x="273342" y="203073"/>
                  </a:lnTo>
                  <a:lnTo>
                    <a:pt x="287705" y="203073"/>
                  </a:lnTo>
                  <a:lnTo>
                    <a:pt x="289687" y="202692"/>
                  </a:lnTo>
                  <a:lnTo>
                    <a:pt x="290995" y="202692"/>
                  </a:lnTo>
                  <a:lnTo>
                    <a:pt x="292442" y="202184"/>
                  </a:lnTo>
                  <a:lnTo>
                    <a:pt x="294043" y="201422"/>
                  </a:lnTo>
                  <a:lnTo>
                    <a:pt x="294043" y="181991"/>
                  </a:lnTo>
                  <a:close/>
                </a:path>
                <a:path w="1764030" h="247015">
                  <a:moveTo>
                    <a:pt x="424116" y="181991"/>
                  </a:moveTo>
                  <a:lnTo>
                    <a:pt x="419112" y="181991"/>
                  </a:lnTo>
                  <a:lnTo>
                    <a:pt x="415861" y="181102"/>
                  </a:lnTo>
                  <a:lnTo>
                    <a:pt x="412877" y="177292"/>
                  </a:lnTo>
                  <a:lnTo>
                    <a:pt x="412127" y="173355"/>
                  </a:lnTo>
                  <a:lnTo>
                    <a:pt x="412127" y="143649"/>
                  </a:lnTo>
                  <a:lnTo>
                    <a:pt x="412127" y="124206"/>
                  </a:lnTo>
                  <a:lnTo>
                    <a:pt x="412127" y="112141"/>
                  </a:lnTo>
                  <a:lnTo>
                    <a:pt x="411467" y="105156"/>
                  </a:lnTo>
                  <a:lnTo>
                    <a:pt x="411353" y="103898"/>
                  </a:lnTo>
                  <a:lnTo>
                    <a:pt x="408266" y="90297"/>
                  </a:lnTo>
                  <a:lnTo>
                    <a:pt x="408114" y="89916"/>
                  </a:lnTo>
                  <a:lnTo>
                    <a:pt x="407873" y="89420"/>
                  </a:lnTo>
                  <a:lnTo>
                    <a:pt x="405561" y="84594"/>
                  </a:lnTo>
                  <a:lnTo>
                    <a:pt x="372960" y="67945"/>
                  </a:lnTo>
                  <a:lnTo>
                    <a:pt x="363893" y="67945"/>
                  </a:lnTo>
                  <a:lnTo>
                    <a:pt x="356387" y="68186"/>
                  </a:lnTo>
                  <a:lnTo>
                    <a:pt x="348361" y="68973"/>
                  </a:lnTo>
                  <a:lnTo>
                    <a:pt x="348691" y="68973"/>
                  </a:lnTo>
                  <a:lnTo>
                    <a:pt x="342252" y="70040"/>
                  </a:lnTo>
                  <a:lnTo>
                    <a:pt x="311670" y="80391"/>
                  </a:lnTo>
                  <a:lnTo>
                    <a:pt x="317576" y="98171"/>
                  </a:lnTo>
                  <a:lnTo>
                    <a:pt x="317703" y="98552"/>
                  </a:lnTo>
                  <a:lnTo>
                    <a:pt x="323977" y="96393"/>
                  </a:lnTo>
                  <a:lnTo>
                    <a:pt x="330606" y="94246"/>
                  </a:lnTo>
                  <a:lnTo>
                    <a:pt x="337591" y="92329"/>
                  </a:lnTo>
                  <a:lnTo>
                    <a:pt x="344563" y="90297"/>
                  </a:lnTo>
                  <a:lnTo>
                    <a:pt x="351510" y="89420"/>
                  </a:lnTo>
                  <a:lnTo>
                    <a:pt x="364070" y="89420"/>
                  </a:lnTo>
                  <a:lnTo>
                    <a:pt x="368706" y="89916"/>
                  </a:lnTo>
                  <a:lnTo>
                    <a:pt x="386321" y="114046"/>
                  </a:lnTo>
                  <a:lnTo>
                    <a:pt x="386321" y="124206"/>
                  </a:lnTo>
                  <a:lnTo>
                    <a:pt x="386321" y="144653"/>
                  </a:lnTo>
                  <a:lnTo>
                    <a:pt x="386321" y="171323"/>
                  </a:lnTo>
                  <a:lnTo>
                    <a:pt x="383781" y="173355"/>
                  </a:lnTo>
                  <a:lnTo>
                    <a:pt x="382143" y="174625"/>
                  </a:lnTo>
                  <a:lnTo>
                    <a:pt x="377558" y="177292"/>
                  </a:lnTo>
                  <a:lnTo>
                    <a:pt x="371868" y="179705"/>
                  </a:lnTo>
                  <a:lnTo>
                    <a:pt x="366191" y="182245"/>
                  </a:lnTo>
                  <a:lnTo>
                    <a:pt x="360451" y="183515"/>
                  </a:lnTo>
                  <a:lnTo>
                    <a:pt x="346392" y="183515"/>
                  </a:lnTo>
                  <a:lnTo>
                    <a:pt x="341109" y="181991"/>
                  </a:lnTo>
                  <a:lnTo>
                    <a:pt x="340791" y="181991"/>
                  </a:lnTo>
                  <a:lnTo>
                    <a:pt x="337502" y="178689"/>
                  </a:lnTo>
                  <a:lnTo>
                    <a:pt x="334327" y="175399"/>
                  </a:lnTo>
                  <a:lnTo>
                    <a:pt x="332740" y="170053"/>
                  </a:lnTo>
                  <a:lnTo>
                    <a:pt x="332740" y="156222"/>
                  </a:lnTo>
                  <a:lnTo>
                    <a:pt x="334632" y="151396"/>
                  </a:lnTo>
                  <a:lnTo>
                    <a:pt x="338416" y="148221"/>
                  </a:lnTo>
                  <a:lnTo>
                    <a:pt x="342201" y="145173"/>
                  </a:lnTo>
                  <a:lnTo>
                    <a:pt x="349440" y="143649"/>
                  </a:lnTo>
                  <a:lnTo>
                    <a:pt x="370192" y="143649"/>
                  </a:lnTo>
                  <a:lnTo>
                    <a:pt x="378968" y="144145"/>
                  </a:lnTo>
                  <a:lnTo>
                    <a:pt x="386321" y="144653"/>
                  </a:lnTo>
                  <a:lnTo>
                    <a:pt x="386321" y="124206"/>
                  </a:lnTo>
                  <a:lnTo>
                    <a:pt x="383260" y="123952"/>
                  </a:lnTo>
                  <a:lnTo>
                    <a:pt x="379691" y="123571"/>
                  </a:lnTo>
                  <a:lnTo>
                    <a:pt x="371538" y="123063"/>
                  </a:lnTo>
                  <a:lnTo>
                    <a:pt x="352704" y="123063"/>
                  </a:lnTo>
                  <a:lnTo>
                    <a:pt x="346824" y="123571"/>
                  </a:lnTo>
                  <a:lnTo>
                    <a:pt x="340080" y="124599"/>
                  </a:lnTo>
                  <a:lnTo>
                    <a:pt x="333349" y="125730"/>
                  </a:lnTo>
                  <a:lnTo>
                    <a:pt x="327380" y="127889"/>
                  </a:lnTo>
                  <a:lnTo>
                    <a:pt x="322211" y="131064"/>
                  </a:lnTo>
                  <a:lnTo>
                    <a:pt x="317030" y="134124"/>
                  </a:lnTo>
                  <a:lnTo>
                    <a:pt x="313016" y="138303"/>
                  </a:lnTo>
                  <a:lnTo>
                    <a:pt x="307340" y="148717"/>
                  </a:lnTo>
                  <a:lnTo>
                    <a:pt x="305930" y="155448"/>
                  </a:lnTo>
                  <a:lnTo>
                    <a:pt x="306031" y="170053"/>
                  </a:lnTo>
                  <a:lnTo>
                    <a:pt x="323024" y="199517"/>
                  </a:lnTo>
                  <a:lnTo>
                    <a:pt x="323176" y="199517"/>
                  </a:lnTo>
                  <a:lnTo>
                    <a:pt x="328256" y="201422"/>
                  </a:lnTo>
                  <a:lnTo>
                    <a:pt x="333679" y="203581"/>
                  </a:lnTo>
                  <a:lnTo>
                    <a:pt x="340398" y="204597"/>
                  </a:lnTo>
                  <a:lnTo>
                    <a:pt x="348411" y="204597"/>
                  </a:lnTo>
                  <a:lnTo>
                    <a:pt x="387553" y="192405"/>
                  </a:lnTo>
                  <a:lnTo>
                    <a:pt x="390804" y="188341"/>
                  </a:lnTo>
                  <a:lnTo>
                    <a:pt x="391909" y="192405"/>
                  </a:lnTo>
                  <a:lnTo>
                    <a:pt x="394258" y="195719"/>
                  </a:lnTo>
                  <a:lnTo>
                    <a:pt x="401574" y="201422"/>
                  </a:lnTo>
                  <a:lnTo>
                    <a:pt x="401942" y="201422"/>
                  </a:lnTo>
                  <a:lnTo>
                    <a:pt x="406755" y="202565"/>
                  </a:lnTo>
                  <a:lnTo>
                    <a:pt x="418846" y="202565"/>
                  </a:lnTo>
                  <a:lnTo>
                    <a:pt x="420941" y="202311"/>
                  </a:lnTo>
                  <a:lnTo>
                    <a:pt x="423697" y="201764"/>
                  </a:lnTo>
                  <a:lnTo>
                    <a:pt x="424116" y="201764"/>
                  </a:lnTo>
                  <a:lnTo>
                    <a:pt x="424116" y="188341"/>
                  </a:lnTo>
                  <a:lnTo>
                    <a:pt x="424116" y="183515"/>
                  </a:lnTo>
                  <a:lnTo>
                    <a:pt x="424116" y="181991"/>
                  </a:lnTo>
                  <a:close/>
                </a:path>
                <a:path w="1764030" h="247015">
                  <a:moveTo>
                    <a:pt x="551129" y="201676"/>
                  </a:moveTo>
                  <a:lnTo>
                    <a:pt x="550506" y="190627"/>
                  </a:lnTo>
                  <a:lnTo>
                    <a:pt x="550062" y="182753"/>
                  </a:lnTo>
                  <a:lnTo>
                    <a:pt x="549935" y="180594"/>
                  </a:lnTo>
                  <a:lnTo>
                    <a:pt x="549821" y="178447"/>
                  </a:lnTo>
                  <a:lnTo>
                    <a:pt x="549732" y="177038"/>
                  </a:lnTo>
                  <a:lnTo>
                    <a:pt x="549617" y="174879"/>
                  </a:lnTo>
                  <a:lnTo>
                    <a:pt x="549503" y="172974"/>
                  </a:lnTo>
                  <a:lnTo>
                    <a:pt x="549402" y="171069"/>
                  </a:lnTo>
                  <a:lnTo>
                    <a:pt x="549300" y="169291"/>
                  </a:lnTo>
                  <a:lnTo>
                    <a:pt x="549224" y="168021"/>
                  </a:lnTo>
                  <a:lnTo>
                    <a:pt x="549135" y="70993"/>
                  </a:lnTo>
                  <a:lnTo>
                    <a:pt x="523316" y="70993"/>
                  </a:lnTo>
                  <a:lnTo>
                    <a:pt x="523316" y="171069"/>
                  </a:lnTo>
                  <a:lnTo>
                    <a:pt x="520192" y="172974"/>
                  </a:lnTo>
                  <a:lnTo>
                    <a:pt x="516813" y="174879"/>
                  </a:lnTo>
                  <a:lnTo>
                    <a:pt x="510095" y="178447"/>
                  </a:lnTo>
                  <a:lnTo>
                    <a:pt x="506425" y="179844"/>
                  </a:lnTo>
                  <a:lnTo>
                    <a:pt x="502183" y="180975"/>
                  </a:lnTo>
                  <a:lnTo>
                    <a:pt x="497941" y="182245"/>
                  </a:lnTo>
                  <a:lnTo>
                    <a:pt x="493610" y="182753"/>
                  </a:lnTo>
                  <a:lnTo>
                    <a:pt x="484085" y="182753"/>
                  </a:lnTo>
                  <a:lnTo>
                    <a:pt x="470217" y="174244"/>
                  </a:lnTo>
                  <a:lnTo>
                    <a:pt x="468503" y="171577"/>
                  </a:lnTo>
                  <a:lnTo>
                    <a:pt x="467372" y="168021"/>
                  </a:lnTo>
                  <a:lnTo>
                    <a:pt x="466813" y="163969"/>
                  </a:lnTo>
                  <a:lnTo>
                    <a:pt x="466267" y="159766"/>
                  </a:lnTo>
                  <a:lnTo>
                    <a:pt x="465988" y="154940"/>
                  </a:lnTo>
                  <a:lnTo>
                    <a:pt x="465988" y="70993"/>
                  </a:lnTo>
                  <a:lnTo>
                    <a:pt x="440436" y="70993"/>
                  </a:lnTo>
                  <a:lnTo>
                    <a:pt x="440436" y="162179"/>
                  </a:lnTo>
                  <a:lnTo>
                    <a:pt x="440893" y="168021"/>
                  </a:lnTo>
                  <a:lnTo>
                    <a:pt x="462102" y="201295"/>
                  </a:lnTo>
                  <a:lnTo>
                    <a:pt x="467791" y="203581"/>
                  </a:lnTo>
                  <a:lnTo>
                    <a:pt x="475068" y="204597"/>
                  </a:lnTo>
                  <a:lnTo>
                    <a:pt x="483920" y="204597"/>
                  </a:lnTo>
                  <a:lnTo>
                    <a:pt x="522986" y="193802"/>
                  </a:lnTo>
                  <a:lnTo>
                    <a:pt x="525792" y="190627"/>
                  </a:lnTo>
                  <a:lnTo>
                    <a:pt x="526783" y="201295"/>
                  </a:lnTo>
                  <a:lnTo>
                    <a:pt x="526821" y="201676"/>
                  </a:lnTo>
                  <a:lnTo>
                    <a:pt x="551129" y="201676"/>
                  </a:lnTo>
                  <a:close/>
                </a:path>
                <a:path w="1764030" h="247015">
                  <a:moveTo>
                    <a:pt x="673061" y="156349"/>
                  </a:moveTo>
                  <a:lnTo>
                    <a:pt x="640537" y="129667"/>
                  </a:lnTo>
                  <a:lnTo>
                    <a:pt x="620801" y="123063"/>
                  </a:lnTo>
                  <a:lnTo>
                    <a:pt x="615353" y="120777"/>
                  </a:lnTo>
                  <a:lnTo>
                    <a:pt x="611124" y="118364"/>
                  </a:lnTo>
                  <a:lnTo>
                    <a:pt x="606323" y="116344"/>
                  </a:lnTo>
                  <a:lnTo>
                    <a:pt x="603008" y="114300"/>
                  </a:lnTo>
                  <a:lnTo>
                    <a:pt x="601167" y="112141"/>
                  </a:lnTo>
                  <a:lnTo>
                    <a:pt x="599325" y="110121"/>
                  </a:lnTo>
                  <a:lnTo>
                    <a:pt x="598398" y="107188"/>
                  </a:lnTo>
                  <a:lnTo>
                    <a:pt x="598398" y="99822"/>
                  </a:lnTo>
                  <a:lnTo>
                    <a:pt x="600341" y="96520"/>
                  </a:lnTo>
                  <a:lnTo>
                    <a:pt x="608063" y="90424"/>
                  </a:lnTo>
                  <a:lnTo>
                    <a:pt x="615188" y="88900"/>
                  </a:lnTo>
                  <a:lnTo>
                    <a:pt x="632790" y="88900"/>
                  </a:lnTo>
                  <a:lnTo>
                    <a:pt x="639254" y="89547"/>
                  </a:lnTo>
                  <a:lnTo>
                    <a:pt x="650697" y="92075"/>
                  </a:lnTo>
                  <a:lnTo>
                    <a:pt x="656755" y="93853"/>
                  </a:lnTo>
                  <a:lnTo>
                    <a:pt x="663155" y="95897"/>
                  </a:lnTo>
                  <a:lnTo>
                    <a:pt x="665924" y="88900"/>
                  </a:lnTo>
                  <a:lnTo>
                    <a:pt x="670814" y="76581"/>
                  </a:lnTo>
                  <a:lnTo>
                    <a:pt x="664972" y="74041"/>
                  </a:lnTo>
                  <a:lnTo>
                    <a:pt x="658507" y="72021"/>
                  </a:lnTo>
                  <a:lnTo>
                    <a:pt x="651421" y="70497"/>
                  </a:lnTo>
                  <a:lnTo>
                    <a:pt x="644347" y="68846"/>
                  </a:lnTo>
                  <a:lnTo>
                    <a:pt x="635977" y="67945"/>
                  </a:lnTo>
                  <a:lnTo>
                    <a:pt x="620229" y="67945"/>
                  </a:lnTo>
                  <a:lnTo>
                    <a:pt x="614019" y="68580"/>
                  </a:lnTo>
                  <a:lnTo>
                    <a:pt x="607656" y="69850"/>
                  </a:lnTo>
                  <a:lnTo>
                    <a:pt x="601306" y="70993"/>
                  </a:lnTo>
                  <a:lnTo>
                    <a:pt x="595528" y="73152"/>
                  </a:lnTo>
                  <a:lnTo>
                    <a:pt x="590308" y="76073"/>
                  </a:lnTo>
                  <a:lnTo>
                    <a:pt x="585089" y="78867"/>
                  </a:lnTo>
                  <a:lnTo>
                    <a:pt x="580898" y="82931"/>
                  </a:lnTo>
                  <a:lnTo>
                    <a:pt x="574459" y="92849"/>
                  </a:lnTo>
                  <a:lnTo>
                    <a:pt x="572846" y="99072"/>
                  </a:lnTo>
                  <a:lnTo>
                    <a:pt x="572846" y="115443"/>
                  </a:lnTo>
                  <a:lnTo>
                    <a:pt x="596722" y="138303"/>
                  </a:lnTo>
                  <a:lnTo>
                    <a:pt x="602221" y="140589"/>
                  </a:lnTo>
                  <a:lnTo>
                    <a:pt x="608215" y="142875"/>
                  </a:lnTo>
                  <a:lnTo>
                    <a:pt x="621182" y="147193"/>
                  </a:lnTo>
                  <a:lnTo>
                    <a:pt x="627443" y="149479"/>
                  </a:lnTo>
                  <a:lnTo>
                    <a:pt x="633501" y="152019"/>
                  </a:lnTo>
                  <a:lnTo>
                    <a:pt x="642670" y="155321"/>
                  </a:lnTo>
                  <a:lnTo>
                    <a:pt x="647255" y="160401"/>
                  </a:lnTo>
                  <a:lnTo>
                    <a:pt x="647255" y="170688"/>
                  </a:lnTo>
                  <a:lnTo>
                    <a:pt x="646506" y="173494"/>
                  </a:lnTo>
                  <a:lnTo>
                    <a:pt x="624268" y="183311"/>
                  </a:lnTo>
                  <a:lnTo>
                    <a:pt x="610806" y="183311"/>
                  </a:lnTo>
                  <a:lnTo>
                    <a:pt x="603377" y="182626"/>
                  </a:lnTo>
                  <a:lnTo>
                    <a:pt x="590753" y="179844"/>
                  </a:lnTo>
                  <a:lnTo>
                    <a:pt x="584682" y="177800"/>
                  </a:lnTo>
                  <a:lnTo>
                    <a:pt x="578866" y="175006"/>
                  </a:lnTo>
                  <a:lnTo>
                    <a:pt x="570852" y="194691"/>
                  </a:lnTo>
                  <a:lnTo>
                    <a:pt x="577481" y="198120"/>
                  </a:lnTo>
                  <a:lnTo>
                    <a:pt x="584784" y="200660"/>
                  </a:lnTo>
                  <a:lnTo>
                    <a:pt x="593331" y="202298"/>
                  </a:lnTo>
                  <a:lnTo>
                    <a:pt x="600786" y="203835"/>
                  </a:lnTo>
                  <a:lnTo>
                    <a:pt x="608965" y="204597"/>
                  </a:lnTo>
                  <a:lnTo>
                    <a:pt x="617334" y="204597"/>
                  </a:lnTo>
                  <a:lnTo>
                    <a:pt x="658418" y="195326"/>
                  </a:lnTo>
                  <a:lnTo>
                    <a:pt x="673061" y="165874"/>
                  </a:lnTo>
                  <a:lnTo>
                    <a:pt x="673061" y="156349"/>
                  </a:lnTo>
                  <a:close/>
                </a:path>
                <a:path w="1764030" h="247015">
                  <a:moveTo>
                    <a:pt x="801624" y="123698"/>
                  </a:moveTo>
                  <a:lnTo>
                    <a:pt x="801573" y="122047"/>
                  </a:lnTo>
                  <a:lnTo>
                    <a:pt x="801357" y="119468"/>
                  </a:lnTo>
                  <a:lnTo>
                    <a:pt x="801243" y="117995"/>
                  </a:lnTo>
                  <a:lnTo>
                    <a:pt x="801116" y="116471"/>
                  </a:lnTo>
                  <a:lnTo>
                    <a:pt x="800989" y="115074"/>
                  </a:lnTo>
                  <a:lnTo>
                    <a:pt x="800938" y="114300"/>
                  </a:lnTo>
                  <a:lnTo>
                    <a:pt x="798220" y="99072"/>
                  </a:lnTo>
                  <a:lnTo>
                    <a:pt x="797242" y="96520"/>
                  </a:lnTo>
                  <a:lnTo>
                    <a:pt x="795540" y="92202"/>
                  </a:lnTo>
                  <a:lnTo>
                    <a:pt x="793115" y="88646"/>
                  </a:lnTo>
                  <a:lnTo>
                    <a:pt x="791565" y="86372"/>
                  </a:lnTo>
                  <a:lnTo>
                    <a:pt x="787603" y="80645"/>
                  </a:lnTo>
                  <a:lnTo>
                    <a:pt x="782129" y="76200"/>
                  </a:lnTo>
                  <a:lnTo>
                    <a:pt x="775144" y="72898"/>
                  </a:lnTo>
                  <a:lnTo>
                    <a:pt x="775055" y="123698"/>
                  </a:lnTo>
                  <a:lnTo>
                    <a:pt x="714730" y="123698"/>
                  </a:lnTo>
                  <a:lnTo>
                    <a:pt x="714870" y="123190"/>
                  </a:lnTo>
                  <a:lnTo>
                    <a:pt x="714946" y="122555"/>
                  </a:lnTo>
                  <a:lnTo>
                    <a:pt x="715022" y="122047"/>
                  </a:lnTo>
                  <a:lnTo>
                    <a:pt x="738517" y="88646"/>
                  </a:lnTo>
                  <a:lnTo>
                    <a:pt x="756602" y="88646"/>
                  </a:lnTo>
                  <a:lnTo>
                    <a:pt x="774966" y="122047"/>
                  </a:lnTo>
                  <a:lnTo>
                    <a:pt x="775055" y="123698"/>
                  </a:lnTo>
                  <a:lnTo>
                    <a:pt x="775055" y="72872"/>
                  </a:lnTo>
                  <a:lnTo>
                    <a:pt x="748398" y="67945"/>
                  </a:lnTo>
                  <a:lnTo>
                    <a:pt x="734047" y="68999"/>
                  </a:lnTo>
                  <a:lnTo>
                    <a:pt x="696480" y="93992"/>
                  </a:lnTo>
                  <a:lnTo>
                    <a:pt x="688174" y="135521"/>
                  </a:lnTo>
                  <a:lnTo>
                    <a:pt x="688365" y="143903"/>
                  </a:lnTo>
                  <a:lnTo>
                    <a:pt x="696772" y="181495"/>
                  </a:lnTo>
                  <a:lnTo>
                    <a:pt x="733374" y="203555"/>
                  </a:lnTo>
                  <a:lnTo>
                    <a:pt x="748893" y="204597"/>
                  </a:lnTo>
                  <a:lnTo>
                    <a:pt x="753783" y="204597"/>
                  </a:lnTo>
                  <a:lnTo>
                    <a:pt x="793381" y="194945"/>
                  </a:lnTo>
                  <a:lnTo>
                    <a:pt x="799871" y="190881"/>
                  </a:lnTo>
                  <a:lnTo>
                    <a:pt x="797026" y="183273"/>
                  </a:lnTo>
                  <a:lnTo>
                    <a:pt x="793153" y="172847"/>
                  </a:lnTo>
                  <a:lnTo>
                    <a:pt x="787450" y="175514"/>
                  </a:lnTo>
                  <a:lnTo>
                    <a:pt x="780935" y="178054"/>
                  </a:lnTo>
                  <a:lnTo>
                    <a:pt x="768235" y="182245"/>
                  </a:lnTo>
                  <a:lnTo>
                    <a:pt x="760603" y="183273"/>
                  </a:lnTo>
                  <a:lnTo>
                    <a:pt x="741883" y="183273"/>
                  </a:lnTo>
                  <a:lnTo>
                    <a:pt x="715213" y="154571"/>
                  </a:lnTo>
                  <a:lnTo>
                    <a:pt x="714730" y="149479"/>
                  </a:lnTo>
                  <a:lnTo>
                    <a:pt x="714730" y="144145"/>
                  </a:lnTo>
                  <a:lnTo>
                    <a:pt x="801624" y="144145"/>
                  </a:lnTo>
                  <a:lnTo>
                    <a:pt x="801624" y="123698"/>
                  </a:lnTo>
                  <a:close/>
                </a:path>
                <a:path w="1764030" h="247015">
                  <a:moveTo>
                    <a:pt x="977544" y="15875"/>
                  </a:moveTo>
                  <a:lnTo>
                    <a:pt x="958875" y="15875"/>
                  </a:lnTo>
                  <a:lnTo>
                    <a:pt x="904798" y="44450"/>
                  </a:lnTo>
                  <a:lnTo>
                    <a:pt x="913688" y="62623"/>
                  </a:lnTo>
                  <a:lnTo>
                    <a:pt x="951230" y="42164"/>
                  </a:lnTo>
                  <a:lnTo>
                    <a:pt x="951230" y="201549"/>
                  </a:lnTo>
                  <a:lnTo>
                    <a:pt x="977544" y="201549"/>
                  </a:lnTo>
                  <a:lnTo>
                    <a:pt x="977544" y="42164"/>
                  </a:lnTo>
                  <a:lnTo>
                    <a:pt x="977544" y="15875"/>
                  </a:lnTo>
                  <a:close/>
                </a:path>
                <a:path w="1764030" h="247015">
                  <a:moveTo>
                    <a:pt x="1181417" y="139192"/>
                  </a:moveTo>
                  <a:lnTo>
                    <a:pt x="1157795" y="139192"/>
                  </a:lnTo>
                  <a:lnTo>
                    <a:pt x="1157795" y="40767"/>
                  </a:lnTo>
                  <a:lnTo>
                    <a:pt x="1157795" y="15875"/>
                  </a:lnTo>
                  <a:lnTo>
                    <a:pt x="1131887" y="15875"/>
                  </a:lnTo>
                  <a:lnTo>
                    <a:pt x="1131887" y="40767"/>
                  </a:lnTo>
                  <a:lnTo>
                    <a:pt x="1131887" y="139192"/>
                  </a:lnTo>
                  <a:lnTo>
                    <a:pt x="1071816" y="139192"/>
                  </a:lnTo>
                  <a:lnTo>
                    <a:pt x="1131887" y="40767"/>
                  </a:lnTo>
                  <a:lnTo>
                    <a:pt x="1131887" y="15875"/>
                  </a:lnTo>
                  <a:lnTo>
                    <a:pt x="1120965" y="15875"/>
                  </a:lnTo>
                  <a:lnTo>
                    <a:pt x="1042733" y="144526"/>
                  </a:lnTo>
                  <a:lnTo>
                    <a:pt x="1042733" y="160921"/>
                  </a:lnTo>
                  <a:lnTo>
                    <a:pt x="1131887" y="160921"/>
                  </a:lnTo>
                  <a:lnTo>
                    <a:pt x="1131887" y="201549"/>
                  </a:lnTo>
                  <a:lnTo>
                    <a:pt x="1157795" y="201549"/>
                  </a:lnTo>
                  <a:lnTo>
                    <a:pt x="1157795" y="160921"/>
                  </a:lnTo>
                  <a:lnTo>
                    <a:pt x="1181417" y="160921"/>
                  </a:lnTo>
                  <a:lnTo>
                    <a:pt x="1181417" y="139192"/>
                  </a:lnTo>
                  <a:close/>
                </a:path>
                <a:path w="1764030" h="247015">
                  <a:moveTo>
                    <a:pt x="1271460" y="0"/>
                  </a:moveTo>
                  <a:lnTo>
                    <a:pt x="1204277" y="0"/>
                  </a:lnTo>
                  <a:lnTo>
                    <a:pt x="1204277" y="21971"/>
                  </a:lnTo>
                  <a:lnTo>
                    <a:pt x="1245679" y="21971"/>
                  </a:lnTo>
                  <a:lnTo>
                    <a:pt x="1245679" y="224790"/>
                  </a:lnTo>
                  <a:lnTo>
                    <a:pt x="1204277" y="224790"/>
                  </a:lnTo>
                  <a:lnTo>
                    <a:pt x="1204277" y="246888"/>
                  </a:lnTo>
                  <a:lnTo>
                    <a:pt x="1271460" y="246888"/>
                  </a:lnTo>
                  <a:lnTo>
                    <a:pt x="1271460" y="0"/>
                  </a:lnTo>
                  <a:close/>
                </a:path>
                <a:path w="1764030" h="247015">
                  <a:moveTo>
                    <a:pt x="1488503" y="179197"/>
                  </a:moveTo>
                  <a:lnTo>
                    <a:pt x="1398587" y="179197"/>
                  </a:lnTo>
                  <a:lnTo>
                    <a:pt x="1398587" y="117094"/>
                  </a:lnTo>
                  <a:lnTo>
                    <a:pt x="1482280" y="117094"/>
                  </a:lnTo>
                  <a:lnTo>
                    <a:pt x="1482280" y="94742"/>
                  </a:lnTo>
                  <a:lnTo>
                    <a:pt x="1398587" y="94742"/>
                  </a:lnTo>
                  <a:lnTo>
                    <a:pt x="1398587" y="38735"/>
                  </a:lnTo>
                  <a:lnTo>
                    <a:pt x="1485455" y="38735"/>
                  </a:lnTo>
                  <a:lnTo>
                    <a:pt x="1485455" y="15875"/>
                  </a:lnTo>
                  <a:lnTo>
                    <a:pt x="1372552" y="15875"/>
                  </a:lnTo>
                  <a:lnTo>
                    <a:pt x="1372552" y="201549"/>
                  </a:lnTo>
                  <a:lnTo>
                    <a:pt x="1488503" y="201549"/>
                  </a:lnTo>
                  <a:lnTo>
                    <a:pt x="1488503" y="179197"/>
                  </a:lnTo>
                  <a:close/>
                </a:path>
                <a:path w="1764030" h="247015">
                  <a:moveTo>
                    <a:pt x="1625282" y="110363"/>
                  </a:moveTo>
                  <a:lnTo>
                    <a:pt x="1624647" y="103251"/>
                  </a:lnTo>
                  <a:lnTo>
                    <a:pt x="1623618" y="97663"/>
                  </a:lnTo>
                  <a:lnTo>
                    <a:pt x="1622234" y="90805"/>
                  </a:lnTo>
                  <a:lnTo>
                    <a:pt x="1621853" y="89916"/>
                  </a:lnTo>
                  <a:lnTo>
                    <a:pt x="1619948" y="85471"/>
                  </a:lnTo>
                  <a:lnTo>
                    <a:pt x="1617218" y="81915"/>
                  </a:lnTo>
                  <a:lnTo>
                    <a:pt x="1613344" y="76847"/>
                  </a:lnTo>
                  <a:lnTo>
                    <a:pt x="1608772" y="73545"/>
                  </a:lnTo>
                  <a:lnTo>
                    <a:pt x="1603057" y="71374"/>
                  </a:lnTo>
                  <a:lnTo>
                    <a:pt x="1597342" y="69088"/>
                  </a:lnTo>
                  <a:lnTo>
                    <a:pt x="1590103" y="67945"/>
                  </a:lnTo>
                  <a:lnTo>
                    <a:pt x="1581340" y="67945"/>
                  </a:lnTo>
                  <a:lnTo>
                    <a:pt x="1574406" y="68287"/>
                  </a:lnTo>
                  <a:lnTo>
                    <a:pt x="1539049" y="81915"/>
                  </a:lnTo>
                  <a:lnTo>
                    <a:pt x="1538884" y="78498"/>
                  </a:lnTo>
                  <a:lnTo>
                    <a:pt x="1538808" y="76847"/>
                  </a:lnTo>
                  <a:lnTo>
                    <a:pt x="1538744" y="75565"/>
                  </a:lnTo>
                  <a:lnTo>
                    <a:pt x="1538643" y="73406"/>
                  </a:lnTo>
                  <a:lnTo>
                    <a:pt x="1538541" y="71005"/>
                  </a:lnTo>
                  <a:lnTo>
                    <a:pt x="1514157" y="71005"/>
                  </a:lnTo>
                  <a:lnTo>
                    <a:pt x="1515148" y="89916"/>
                  </a:lnTo>
                  <a:lnTo>
                    <a:pt x="1515198" y="90805"/>
                  </a:lnTo>
                  <a:lnTo>
                    <a:pt x="1515325" y="93091"/>
                  </a:lnTo>
                  <a:lnTo>
                    <a:pt x="1515414" y="94742"/>
                  </a:lnTo>
                  <a:lnTo>
                    <a:pt x="1515529" y="97028"/>
                  </a:lnTo>
                  <a:lnTo>
                    <a:pt x="1515656" y="99314"/>
                  </a:lnTo>
                  <a:lnTo>
                    <a:pt x="1515745" y="100965"/>
                  </a:lnTo>
                  <a:lnTo>
                    <a:pt x="1515859" y="103251"/>
                  </a:lnTo>
                  <a:lnTo>
                    <a:pt x="1515935" y="104775"/>
                  </a:lnTo>
                  <a:lnTo>
                    <a:pt x="1516062" y="201549"/>
                  </a:lnTo>
                  <a:lnTo>
                    <a:pt x="1542224" y="201549"/>
                  </a:lnTo>
                  <a:lnTo>
                    <a:pt x="1542224" y="101473"/>
                  </a:lnTo>
                  <a:lnTo>
                    <a:pt x="1542859" y="100965"/>
                  </a:lnTo>
                  <a:lnTo>
                    <a:pt x="1543875" y="100203"/>
                  </a:lnTo>
                  <a:lnTo>
                    <a:pt x="1545272" y="99314"/>
                  </a:lnTo>
                  <a:lnTo>
                    <a:pt x="1546796" y="98552"/>
                  </a:lnTo>
                  <a:lnTo>
                    <a:pt x="1548447" y="97663"/>
                  </a:lnTo>
                  <a:lnTo>
                    <a:pt x="1549819" y="97028"/>
                  </a:lnTo>
                  <a:lnTo>
                    <a:pt x="1554416" y="94742"/>
                  </a:lnTo>
                  <a:lnTo>
                    <a:pt x="1558734" y="93091"/>
                  </a:lnTo>
                  <a:lnTo>
                    <a:pt x="1567370" y="90551"/>
                  </a:lnTo>
                  <a:lnTo>
                    <a:pt x="1571688" y="89916"/>
                  </a:lnTo>
                  <a:lnTo>
                    <a:pt x="1581340" y="89916"/>
                  </a:lnTo>
                  <a:lnTo>
                    <a:pt x="1598612" y="108839"/>
                  </a:lnTo>
                  <a:lnTo>
                    <a:pt x="1599247" y="113030"/>
                  </a:lnTo>
                  <a:lnTo>
                    <a:pt x="1599501" y="117602"/>
                  </a:lnTo>
                  <a:lnTo>
                    <a:pt x="1599501" y="201549"/>
                  </a:lnTo>
                  <a:lnTo>
                    <a:pt x="1625282" y="201549"/>
                  </a:lnTo>
                  <a:lnTo>
                    <a:pt x="1625282" y="110363"/>
                  </a:lnTo>
                  <a:close/>
                </a:path>
                <a:path w="1764030" h="247015">
                  <a:moveTo>
                    <a:pt x="1763966" y="201676"/>
                  </a:moveTo>
                  <a:lnTo>
                    <a:pt x="1763585" y="196088"/>
                  </a:lnTo>
                  <a:lnTo>
                    <a:pt x="1763496" y="194691"/>
                  </a:lnTo>
                  <a:lnTo>
                    <a:pt x="1763382" y="192913"/>
                  </a:lnTo>
                  <a:lnTo>
                    <a:pt x="1762734" y="183273"/>
                  </a:lnTo>
                  <a:lnTo>
                    <a:pt x="1761680" y="167271"/>
                  </a:lnTo>
                  <a:lnTo>
                    <a:pt x="1761680" y="88900"/>
                  </a:lnTo>
                  <a:lnTo>
                    <a:pt x="1761680" y="73025"/>
                  </a:lnTo>
                  <a:lnTo>
                    <a:pt x="1761680" y="6350"/>
                  </a:lnTo>
                  <a:lnTo>
                    <a:pt x="1736153" y="10033"/>
                  </a:lnTo>
                  <a:lnTo>
                    <a:pt x="1736153" y="73025"/>
                  </a:lnTo>
                  <a:lnTo>
                    <a:pt x="1736153" y="95631"/>
                  </a:lnTo>
                  <a:lnTo>
                    <a:pt x="1736153" y="172974"/>
                  </a:lnTo>
                  <a:lnTo>
                    <a:pt x="1735264" y="173748"/>
                  </a:lnTo>
                  <a:lnTo>
                    <a:pt x="1733994" y="174625"/>
                  </a:lnTo>
                  <a:lnTo>
                    <a:pt x="1732216" y="175768"/>
                  </a:lnTo>
                  <a:lnTo>
                    <a:pt x="1730565" y="176923"/>
                  </a:lnTo>
                  <a:lnTo>
                    <a:pt x="1728660" y="178181"/>
                  </a:lnTo>
                  <a:lnTo>
                    <a:pt x="1726501" y="179451"/>
                  </a:lnTo>
                  <a:lnTo>
                    <a:pt x="1720761" y="182118"/>
                  </a:lnTo>
                  <a:lnTo>
                    <a:pt x="1720443" y="182118"/>
                  </a:lnTo>
                  <a:lnTo>
                    <a:pt x="1715071" y="183273"/>
                  </a:lnTo>
                  <a:lnTo>
                    <a:pt x="1701609" y="183273"/>
                  </a:lnTo>
                  <a:lnTo>
                    <a:pt x="1696021" y="182118"/>
                  </a:lnTo>
                  <a:lnTo>
                    <a:pt x="1691830" y="179705"/>
                  </a:lnTo>
                  <a:lnTo>
                    <a:pt x="1687512" y="177419"/>
                  </a:lnTo>
                  <a:lnTo>
                    <a:pt x="1674558" y="144526"/>
                  </a:lnTo>
                  <a:lnTo>
                    <a:pt x="1674558" y="138176"/>
                  </a:lnTo>
                  <a:lnTo>
                    <a:pt x="1684210" y="100203"/>
                  </a:lnTo>
                  <a:lnTo>
                    <a:pt x="1712531" y="88900"/>
                  </a:lnTo>
                  <a:lnTo>
                    <a:pt x="1721675" y="88900"/>
                  </a:lnTo>
                  <a:lnTo>
                    <a:pt x="1729549" y="91071"/>
                  </a:lnTo>
                  <a:lnTo>
                    <a:pt x="1736153" y="95631"/>
                  </a:lnTo>
                  <a:lnTo>
                    <a:pt x="1736153" y="73025"/>
                  </a:lnTo>
                  <a:lnTo>
                    <a:pt x="1734629" y="72148"/>
                  </a:lnTo>
                  <a:lnTo>
                    <a:pt x="1732597" y="71247"/>
                  </a:lnTo>
                  <a:lnTo>
                    <a:pt x="1730692" y="70739"/>
                  </a:lnTo>
                  <a:lnTo>
                    <a:pt x="1729041" y="70370"/>
                  </a:lnTo>
                  <a:lnTo>
                    <a:pt x="1723707" y="68846"/>
                  </a:lnTo>
                  <a:lnTo>
                    <a:pt x="1717611" y="67945"/>
                  </a:lnTo>
                  <a:lnTo>
                    <a:pt x="1710753" y="67945"/>
                  </a:lnTo>
                  <a:lnTo>
                    <a:pt x="1667573" y="81673"/>
                  </a:lnTo>
                  <a:lnTo>
                    <a:pt x="1649933" y="116662"/>
                  </a:lnTo>
                  <a:lnTo>
                    <a:pt x="1648015" y="138176"/>
                  </a:lnTo>
                  <a:lnTo>
                    <a:pt x="1648841" y="152895"/>
                  </a:lnTo>
                  <a:lnTo>
                    <a:pt x="1668589" y="194691"/>
                  </a:lnTo>
                  <a:lnTo>
                    <a:pt x="1702244" y="204597"/>
                  </a:lnTo>
                  <a:lnTo>
                    <a:pt x="1710753" y="204597"/>
                  </a:lnTo>
                  <a:lnTo>
                    <a:pt x="1718183" y="203504"/>
                  </a:lnTo>
                  <a:lnTo>
                    <a:pt x="1718360" y="203504"/>
                  </a:lnTo>
                  <a:lnTo>
                    <a:pt x="1725612" y="201041"/>
                  </a:lnTo>
                  <a:lnTo>
                    <a:pt x="1731708" y="198755"/>
                  </a:lnTo>
                  <a:lnTo>
                    <a:pt x="1736280" y="196088"/>
                  </a:lnTo>
                  <a:lnTo>
                    <a:pt x="1739455" y="192913"/>
                  </a:lnTo>
                  <a:lnTo>
                    <a:pt x="1741487" y="201676"/>
                  </a:lnTo>
                  <a:lnTo>
                    <a:pt x="1763966" y="20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9150" y="162305"/>
              <a:ext cx="5123307" cy="25400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51892" y="606816"/>
            <a:ext cx="9431655" cy="429958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50">
                <a:latin typeface="Arial MT"/>
                <a:cs typeface="Arial MT"/>
              </a:rPr>
              <a:t>Objectives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5">
                <a:latin typeface="Arial MT"/>
                <a:cs typeface="Arial MT"/>
              </a:rPr>
              <a:t>Communicate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end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support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5">
                <a:latin typeface="Arial MT"/>
                <a:cs typeface="Arial MT"/>
              </a:rPr>
              <a:t>Enable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decommissioning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items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components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with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regard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cybersecurity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buFont typeface="Wingdings"/>
              <a:buChar char=""/>
              <a:tabLst>
                <a:tab pos="189230" algn="l"/>
              </a:tabLst>
            </a:pPr>
            <a:r>
              <a:rPr dirty="0" sz="1600" spc="-165">
                <a:latin typeface="Arial MT"/>
                <a:cs typeface="Arial MT"/>
              </a:rPr>
              <a:t>Procedure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created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communicate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customers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5">
                <a:latin typeface="Arial MT"/>
                <a:cs typeface="Arial MT"/>
              </a:rPr>
              <a:t>when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organization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decides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end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support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an</a:t>
            </a:r>
            <a:endParaRPr sz="16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84"/>
              </a:spcBef>
            </a:pPr>
            <a:r>
              <a:rPr dirty="0" sz="1600" spc="-150">
                <a:latin typeface="Arial MT"/>
                <a:cs typeface="Arial MT"/>
              </a:rPr>
              <a:t>item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or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60">
                <a:latin typeface="Arial MT"/>
                <a:cs typeface="Arial MT"/>
              </a:rPr>
              <a:t>component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These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communications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handled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under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contract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between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suppliers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and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customers</a:t>
            </a:r>
            <a:endParaRPr sz="1600">
              <a:latin typeface="Arial MT"/>
              <a:cs typeface="Arial MT"/>
            </a:endParaRPr>
          </a:p>
          <a:p>
            <a:pPr lvl="1" marL="646430" indent="-176530">
              <a:lnSpc>
                <a:spcPct val="100000"/>
              </a:lnSpc>
              <a:spcBef>
                <a:spcPts val="985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70">
                <a:latin typeface="Arial MT"/>
                <a:cs typeface="Arial MT"/>
              </a:rPr>
              <a:t>Communication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vehicle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owners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can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delivered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an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75">
                <a:latin typeface="Arial MT"/>
                <a:cs typeface="Arial MT"/>
              </a:rPr>
              <a:t>announcement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post-</a:t>
            </a:r>
            <a:r>
              <a:rPr dirty="0" sz="1600" spc="-165">
                <a:latin typeface="Arial MT"/>
                <a:cs typeface="Arial MT"/>
              </a:rPr>
              <a:t>development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regard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decommissioning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available</a:t>
            </a:r>
            <a:endParaRPr sz="1600">
              <a:latin typeface="Arial MT"/>
              <a:cs typeface="Arial MT"/>
            </a:endParaRPr>
          </a:p>
          <a:p>
            <a:pPr lvl="1" marL="646430" marR="5080" indent="-17716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646430" algn="l"/>
              </a:tabLst>
            </a:pPr>
            <a:r>
              <a:rPr dirty="0" sz="1600" spc="-150">
                <a:latin typeface="Arial MT"/>
                <a:cs typeface="Arial MT"/>
              </a:rPr>
              <a:t>Appropriate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documentation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(e.g.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30">
                <a:latin typeface="Arial MT"/>
                <a:cs typeface="Arial MT"/>
              </a:rPr>
              <a:t>instructions,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user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manuals)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relating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such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can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enable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decommissioning </a:t>
            </a:r>
            <a:r>
              <a:rPr dirty="0" sz="1600" spc="-140">
                <a:latin typeface="Arial MT"/>
                <a:cs typeface="Arial MT"/>
              </a:rPr>
              <a:t>with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regard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65">
                <a:latin typeface="Arial MT"/>
                <a:cs typeface="Arial MT"/>
              </a:rPr>
              <a:t> cybersecurity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446530"/>
            <a:chOff x="0" y="0"/>
            <a:chExt cx="9906000" cy="144653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5475236" cy="2540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4780" y="281813"/>
              <a:ext cx="3718052" cy="15582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3252" y="1011936"/>
              <a:ext cx="2627630" cy="433070"/>
            </a:xfrm>
            <a:custGeom>
              <a:avLst/>
              <a:gdLst/>
              <a:ahLst/>
              <a:cxnLst/>
              <a:rect l="l" t="t" r="r" b="b"/>
              <a:pathLst>
                <a:path w="2627629" h="433069">
                  <a:moveTo>
                    <a:pt x="0" y="14477"/>
                  </a:moveTo>
                  <a:lnTo>
                    <a:pt x="0" y="6476"/>
                  </a:lnTo>
                  <a:lnTo>
                    <a:pt x="6476" y="0"/>
                  </a:lnTo>
                  <a:lnTo>
                    <a:pt x="14452" y="0"/>
                  </a:lnTo>
                  <a:lnTo>
                    <a:pt x="2612898" y="0"/>
                  </a:lnTo>
                  <a:lnTo>
                    <a:pt x="2620899" y="0"/>
                  </a:lnTo>
                  <a:lnTo>
                    <a:pt x="2627376" y="6476"/>
                  </a:lnTo>
                  <a:lnTo>
                    <a:pt x="2627376" y="14477"/>
                  </a:lnTo>
                  <a:lnTo>
                    <a:pt x="2627376" y="418338"/>
                  </a:lnTo>
                  <a:lnTo>
                    <a:pt x="2627376" y="426338"/>
                  </a:lnTo>
                  <a:lnTo>
                    <a:pt x="2620899" y="432815"/>
                  </a:lnTo>
                  <a:lnTo>
                    <a:pt x="2612898" y="432815"/>
                  </a:lnTo>
                  <a:lnTo>
                    <a:pt x="14452" y="432815"/>
                  </a:lnTo>
                  <a:lnTo>
                    <a:pt x="6476" y="432815"/>
                  </a:lnTo>
                  <a:lnTo>
                    <a:pt x="0" y="426338"/>
                  </a:lnTo>
                  <a:lnTo>
                    <a:pt x="0" y="418338"/>
                  </a:lnTo>
                  <a:lnTo>
                    <a:pt x="0" y="1447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700022" y="1105026"/>
            <a:ext cx="9740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55">
                <a:latin typeface="Arial MT"/>
                <a:cs typeface="Arial MT"/>
              </a:rPr>
              <a:t>End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of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support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640516" y="976820"/>
            <a:ext cx="3399154" cy="4398645"/>
            <a:chOff x="4640516" y="976820"/>
            <a:chExt cx="3399154" cy="4398645"/>
          </a:xfrm>
        </p:grpSpPr>
        <p:sp>
          <p:nvSpPr>
            <p:cNvPr id="13" name="object 13" descr=""/>
            <p:cNvSpPr/>
            <p:nvPr/>
          </p:nvSpPr>
          <p:spPr>
            <a:xfrm>
              <a:off x="4642103" y="1053084"/>
              <a:ext cx="0" cy="4320540"/>
            </a:xfrm>
            <a:custGeom>
              <a:avLst/>
              <a:gdLst/>
              <a:ahLst/>
              <a:cxnLst/>
              <a:rect l="l" t="t" r="r" b="b"/>
              <a:pathLst>
                <a:path w="0" h="4320540">
                  <a:moveTo>
                    <a:pt x="0" y="0"/>
                  </a:moveTo>
                  <a:lnTo>
                    <a:pt x="0" y="432054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408675" y="978408"/>
              <a:ext cx="2628900" cy="431800"/>
            </a:xfrm>
            <a:custGeom>
              <a:avLst/>
              <a:gdLst/>
              <a:ahLst/>
              <a:cxnLst/>
              <a:rect l="l" t="t" r="r" b="b"/>
              <a:pathLst>
                <a:path w="2628900" h="431800">
                  <a:moveTo>
                    <a:pt x="0" y="14350"/>
                  </a:moveTo>
                  <a:lnTo>
                    <a:pt x="0" y="6476"/>
                  </a:lnTo>
                  <a:lnTo>
                    <a:pt x="6476" y="0"/>
                  </a:lnTo>
                  <a:lnTo>
                    <a:pt x="14350" y="0"/>
                  </a:lnTo>
                  <a:lnTo>
                    <a:pt x="2614549" y="0"/>
                  </a:lnTo>
                  <a:lnTo>
                    <a:pt x="2622423" y="0"/>
                  </a:lnTo>
                  <a:lnTo>
                    <a:pt x="2628900" y="6476"/>
                  </a:lnTo>
                  <a:lnTo>
                    <a:pt x="2628900" y="14350"/>
                  </a:lnTo>
                  <a:lnTo>
                    <a:pt x="2628900" y="416940"/>
                  </a:lnTo>
                  <a:lnTo>
                    <a:pt x="2628900" y="424814"/>
                  </a:lnTo>
                  <a:lnTo>
                    <a:pt x="2622423" y="431291"/>
                  </a:lnTo>
                  <a:lnTo>
                    <a:pt x="2614549" y="431291"/>
                  </a:lnTo>
                  <a:lnTo>
                    <a:pt x="14350" y="431291"/>
                  </a:lnTo>
                  <a:lnTo>
                    <a:pt x="6476" y="431291"/>
                  </a:lnTo>
                  <a:lnTo>
                    <a:pt x="0" y="424814"/>
                  </a:lnTo>
                  <a:lnTo>
                    <a:pt x="0" y="416940"/>
                  </a:lnTo>
                  <a:lnTo>
                    <a:pt x="0" y="143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60247" y="1699107"/>
            <a:ext cx="2875280" cy="93980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19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400" spc="-195">
                <a:latin typeface="Arial MT"/>
                <a:cs typeface="Arial MT"/>
              </a:rPr>
              <a:t>OEM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production/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maintenance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0">
                <a:latin typeface="Arial MT"/>
                <a:cs typeface="Arial MT"/>
              </a:rPr>
              <a:t>is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0">
                <a:latin typeface="Arial MT"/>
                <a:cs typeface="Arial MT"/>
              </a:rPr>
              <a:t>stopped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12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400" spc="-135">
                <a:latin typeface="Arial MT"/>
                <a:cs typeface="Arial MT"/>
              </a:rPr>
              <a:t>Item/component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can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80">
                <a:latin typeface="Arial MT"/>
                <a:cs typeface="Arial MT"/>
              </a:rPr>
              <a:t>still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function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12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400" spc="-170">
                <a:latin typeface="Arial MT"/>
                <a:cs typeface="Arial MT"/>
              </a:rPr>
              <a:t>No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55">
                <a:latin typeface="Arial MT"/>
                <a:cs typeface="Arial MT"/>
              </a:rPr>
              <a:t>more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updates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120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400" spc="-125">
                <a:latin typeface="Arial MT"/>
                <a:cs typeface="Arial MT"/>
              </a:rPr>
              <a:t>Supplier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40">
                <a:latin typeface="Arial MT"/>
                <a:cs typeface="Arial MT"/>
              </a:rPr>
              <a:t>ends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support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14">
                <a:latin typeface="Arial MT"/>
                <a:cs typeface="Arial MT"/>
              </a:rPr>
              <a:t>of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30">
                <a:latin typeface="Arial MT"/>
                <a:cs typeface="Arial MT"/>
              </a:rPr>
              <a:t>component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136385" y="1070228"/>
            <a:ext cx="11753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35">
                <a:latin typeface="Arial MT"/>
                <a:cs typeface="Arial MT"/>
              </a:rPr>
              <a:t>Decommissioning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97500" y="1678939"/>
            <a:ext cx="39954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84150" algn="l"/>
              </a:tabLst>
            </a:pPr>
            <a:r>
              <a:rPr dirty="0" sz="1400" spc="-145">
                <a:latin typeface="Arial MT"/>
                <a:cs typeface="Arial MT"/>
              </a:rPr>
              <a:t>Decommissioning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30">
                <a:latin typeface="Arial MT"/>
                <a:cs typeface="Arial MT"/>
              </a:rPr>
              <a:t>occurs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20">
                <a:latin typeface="Arial MT"/>
                <a:cs typeface="Arial MT"/>
              </a:rPr>
              <a:t>without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125">
                <a:latin typeface="Arial MT"/>
                <a:cs typeface="Arial MT"/>
              </a:rPr>
              <a:t>organization’s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5">
                <a:latin typeface="Arial MT"/>
                <a:cs typeface="Arial MT"/>
              </a:rPr>
              <a:t>knowledge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037844" y="2205227"/>
            <a:ext cx="7684134" cy="3064510"/>
            <a:chOff x="1037844" y="2205227"/>
            <a:chExt cx="7684134" cy="3064510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1659" y="2205227"/>
              <a:ext cx="3060191" cy="212293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7844" y="2956559"/>
              <a:ext cx="2462784" cy="227228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137666" y="2853690"/>
              <a:ext cx="2531745" cy="2397125"/>
            </a:xfrm>
            <a:custGeom>
              <a:avLst/>
              <a:gdLst/>
              <a:ahLst/>
              <a:cxnLst/>
              <a:rect l="l" t="t" r="r" b="b"/>
              <a:pathLst>
                <a:path w="2531745" h="2397125">
                  <a:moveTo>
                    <a:pt x="2531364" y="2343150"/>
                  </a:moveTo>
                  <a:lnTo>
                    <a:pt x="18287" y="54863"/>
                  </a:lnTo>
                </a:path>
                <a:path w="2531745" h="2397125">
                  <a:moveTo>
                    <a:pt x="2229231" y="0"/>
                  </a:moveTo>
                  <a:lnTo>
                    <a:pt x="0" y="2396998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5105527" y="5061610"/>
            <a:ext cx="4117340" cy="6108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 spc="-165">
                <a:latin typeface="Arial MT"/>
                <a:cs typeface="Arial MT"/>
              </a:rPr>
              <a:t>Decommissioning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out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control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OEM,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600" spc="-140">
                <a:latin typeface="Arial MT"/>
                <a:cs typeface="Arial MT"/>
              </a:rPr>
              <a:t>but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should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considered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through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product’s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85">
                <a:latin typeface="Arial MT"/>
                <a:cs typeface="Arial MT"/>
              </a:rPr>
              <a:t>lifecycle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63779" y="5414873"/>
            <a:ext cx="4652010" cy="6108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 spc="-165">
                <a:latin typeface="Arial MT"/>
                <a:cs typeface="Arial MT"/>
              </a:rPr>
              <a:t>Under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contract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requirements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between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suppliers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customers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170">
                <a:latin typeface="Arial MT"/>
                <a:cs typeface="Arial MT"/>
              </a:rPr>
              <a:t>Communication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vehicle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owners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80">
                <a:latin typeface="Arial MT"/>
                <a:cs typeface="Arial MT"/>
              </a:rPr>
              <a:t>announcement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07764" y="19811"/>
            <a:ext cx="1455420" cy="250190"/>
          </a:xfrm>
          <a:custGeom>
            <a:avLst/>
            <a:gdLst/>
            <a:ahLst/>
            <a:cxnLst/>
            <a:rect l="l" t="t" r="r" b="b"/>
            <a:pathLst>
              <a:path w="1455420" h="250190">
                <a:moveTo>
                  <a:pt x="0" y="249935"/>
                </a:moveTo>
                <a:lnTo>
                  <a:pt x="1455419" y="249935"/>
                </a:lnTo>
                <a:lnTo>
                  <a:pt x="1455419" y="0"/>
                </a:lnTo>
                <a:lnTo>
                  <a:pt x="0" y="0"/>
                </a:lnTo>
                <a:lnTo>
                  <a:pt x="0" y="249935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87773" y="49149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906000" cy="1158240"/>
            <a:chOff x="0" y="0"/>
            <a:chExt cx="9906000" cy="11582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604" y="162305"/>
              <a:ext cx="5338076" cy="2540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1892" y="731900"/>
            <a:ext cx="8634095" cy="733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9230" algn="l"/>
              </a:tabLst>
            </a:pPr>
            <a:r>
              <a:rPr dirty="0" sz="1600" spc="-180">
                <a:latin typeface="Arial MT"/>
                <a:cs typeface="Arial MT"/>
              </a:rPr>
              <a:t>End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cybersecurity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support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decommissioning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shall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be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considered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60">
                <a:latin typeface="Arial MT"/>
                <a:cs typeface="Arial MT"/>
              </a:rPr>
              <a:t>from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45">
                <a:latin typeface="Arial MT"/>
                <a:cs typeface="Arial MT"/>
              </a:rPr>
              <a:t>the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50">
                <a:latin typeface="Arial MT"/>
                <a:cs typeface="Arial MT"/>
              </a:rPr>
              <a:t>beginning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of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55">
                <a:latin typeface="Arial MT"/>
                <a:cs typeface="Arial MT"/>
              </a:rPr>
              <a:t>product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5">
                <a:latin typeface="Arial MT"/>
                <a:cs typeface="Arial MT"/>
              </a:rPr>
              <a:t>development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600">
              <a:latin typeface="Arial MT"/>
              <a:cs typeface="Arial MT"/>
            </a:endParaRPr>
          </a:p>
          <a:p>
            <a:pPr marL="499745">
              <a:lnSpc>
                <a:spcPct val="100000"/>
              </a:lnSpc>
            </a:pPr>
            <a:r>
              <a:rPr dirty="0" sz="1400" spc="-150" b="1">
                <a:latin typeface="Arial"/>
                <a:cs typeface="Arial"/>
              </a:rPr>
              <a:t>Concept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phase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56259" y="1527047"/>
            <a:ext cx="7498080" cy="2529840"/>
            <a:chOff x="556259" y="1527047"/>
            <a:chExt cx="7498080" cy="2529840"/>
          </a:xfrm>
        </p:grpSpPr>
        <p:sp>
          <p:nvSpPr>
            <p:cNvPr id="11" name="object 11" descr=""/>
            <p:cNvSpPr/>
            <p:nvPr/>
          </p:nvSpPr>
          <p:spPr>
            <a:xfrm>
              <a:off x="560831" y="1531619"/>
              <a:ext cx="7489190" cy="2520950"/>
            </a:xfrm>
            <a:custGeom>
              <a:avLst/>
              <a:gdLst/>
              <a:ahLst/>
              <a:cxnLst/>
              <a:rect l="l" t="t" r="r" b="b"/>
              <a:pathLst>
                <a:path w="7489190" h="2520950">
                  <a:moveTo>
                    <a:pt x="7068820" y="0"/>
                  </a:moveTo>
                  <a:lnTo>
                    <a:pt x="420128" y="0"/>
                  </a:lnTo>
                  <a:lnTo>
                    <a:pt x="371133" y="2826"/>
                  </a:lnTo>
                  <a:lnTo>
                    <a:pt x="323797" y="11095"/>
                  </a:lnTo>
                  <a:lnTo>
                    <a:pt x="278437" y="24491"/>
                  </a:lnTo>
                  <a:lnTo>
                    <a:pt x="235367" y="42700"/>
                  </a:lnTo>
                  <a:lnTo>
                    <a:pt x="194903" y="65405"/>
                  </a:lnTo>
                  <a:lnTo>
                    <a:pt x="157360" y="92293"/>
                  </a:lnTo>
                  <a:lnTo>
                    <a:pt x="123053" y="123047"/>
                  </a:lnTo>
                  <a:lnTo>
                    <a:pt x="92298" y="157352"/>
                  </a:lnTo>
                  <a:lnTo>
                    <a:pt x="65409" y="194894"/>
                  </a:lnTo>
                  <a:lnTo>
                    <a:pt x="42702" y="235357"/>
                  </a:lnTo>
                  <a:lnTo>
                    <a:pt x="24493" y="278426"/>
                  </a:lnTo>
                  <a:lnTo>
                    <a:pt x="11095" y="323785"/>
                  </a:lnTo>
                  <a:lnTo>
                    <a:pt x="2826" y="371120"/>
                  </a:lnTo>
                  <a:lnTo>
                    <a:pt x="0" y="420115"/>
                  </a:lnTo>
                  <a:lnTo>
                    <a:pt x="0" y="2100579"/>
                  </a:lnTo>
                  <a:lnTo>
                    <a:pt x="2826" y="2149575"/>
                  </a:lnTo>
                  <a:lnTo>
                    <a:pt x="11095" y="2196910"/>
                  </a:lnTo>
                  <a:lnTo>
                    <a:pt x="24493" y="2242269"/>
                  </a:lnTo>
                  <a:lnTo>
                    <a:pt x="42702" y="2285338"/>
                  </a:lnTo>
                  <a:lnTo>
                    <a:pt x="65409" y="2325801"/>
                  </a:lnTo>
                  <a:lnTo>
                    <a:pt x="92298" y="2363343"/>
                  </a:lnTo>
                  <a:lnTo>
                    <a:pt x="123053" y="2397648"/>
                  </a:lnTo>
                  <a:lnTo>
                    <a:pt x="157360" y="2428402"/>
                  </a:lnTo>
                  <a:lnTo>
                    <a:pt x="194903" y="2455290"/>
                  </a:lnTo>
                  <a:lnTo>
                    <a:pt x="235367" y="2477995"/>
                  </a:lnTo>
                  <a:lnTo>
                    <a:pt x="278437" y="2496204"/>
                  </a:lnTo>
                  <a:lnTo>
                    <a:pt x="323797" y="2509600"/>
                  </a:lnTo>
                  <a:lnTo>
                    <a:pt x="371133" y="2517869"/>
                  </a:lnTo>
                  <a:lnTo>
                    <a:pt x="420128" y="2520696"/>
                  </a:lnTo>
                  <a:lnTo>
                    <a:pt x="7068820" y="2520696"/>
                  </a:lnTo>
                  <a:lnTo>
                    <a:pt x="7117815" y="2517869"/>
                  </a:lnTo>
                  <a:lnTo>
                    <a:pt x="7165150" y="2509600"/>
                  </a:lnTo>
                  <a:lnTo>
                    <a:pt x="7210509" y="2496204"/>
                  </a:lnTo>
                  <a:lnTo>
                    <a:pt x="7253578" y="2477995"/>
                  </a:lnTo>
                  <a:lnTo>
                    <a:pt x="7294041" y="2455290"/>
                  </a:lnTo>
                  <a:lnTo>
                    <a:pt x="7331583" y="2428402"/>
                  </a:lnTo>
                  <a:lnTo>
                    <a:pt x="7365888" y="2397648"/>
                  </a:lnTo>
                  <a:lnTo>
                    <a:pt x="7396642" y="2363343"/>
                  </a:lnTo>
                  <a:lnTo>
                    <a:pt x="7423530" y="2325801"/>
                  </a:lnTo>
                  <a:lnTo>
                    <a:pt x="7446235" y="2285338"/>
                  </a:lnTo>
                  <a:lnTo>
                    <a:pt x="7464444" y="2242269"/>
                  </a:lnTo>
                  <a:lnTo>
                    <a:pt x="7477840" y="2196910"/>
                  </a:lnTo>
                  <a:lnTo>
                    <a:pt x="7486109" y="2149575"/>
                  </a:lnTo>
                  <a:lnTo>
                    <a:pt x="7488936" y="2100579"/>
                  </a:lnTo>
                  <a:lnTo>
                    <a:pt x="7488936" y="420115"/>
                  </a:lnTo>
                  <a:lnTo>
                    <a:pt x="7486109" y="371120"/>
                  </a:lnTo>
                  <a:lnTo>
                    <a:pt x="7477840" y="323785"/>
                  </a:lnTo>
                  <a:lnTo>
                    <a:pt x="7464444" y="278426"/>
                  </a:lnTo>
                  <a:lnTo>
                    <a:pt x="7446235" y="235357"/>
                  </a:lnTo>
                  <a:lnTo>
                    <a:pt x="7423530" y="194894"/>
                  </a:lnTo>
                  <a:lnTo>
                    <a:pt x="7396642" y="157352"/>
                  </a:lnTo>
                  <a:lnTo>
                    <a:pt x="7365888" y="123047"/>
                  </a:lnTo>
                  <a:lnTo>
                    <a:pt x="7331583" y="92293"/>
                  </a:lnTo>
                  <a:lnTo>
                    <a:pt x="7294041" y="65405"/>
                  </a:lnTo>
                  <a:lnTo>
                    <a:pt x="7253578" y="42700"/>
                  </a:lnTo>
                  <a:lnTo>
                    <a:pt x="7210509" y="24491"/>
                  </a:lnTo>
                  <a:lnTo>
                    <a:pt x="7165150" y="11095"/>
                  </a:lnTo>
                  <a:lnTo>
                    <a:pt x="7117815" y="2826"/>
                  </a:lnTo>
                  <a:lnTo>
                    <a:pt x="7068820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60831" y="1531619"/>
              <a:ext cx="7489190" cy="2520950"/>
            </a:xfrm>
            <a:custGeom>
              <a:avLst/>
              <a:gdLst/>
              <a:ahLst/>
              <a:cxnLst/>
              <a:rect l="l" t="t" r="r" b="b"/>
              <a:pathLst>
                <a:path w="7489190" h="2520950">
                  <a:moveTo>
                    <a:pt x="0" y="420115"/>
                  </a:moveTo>
                  <a:lnTo>
                    <a:pt x="2826" y="371120"/>
                  </a:lnTo>
                  <a:lnTo>
                    <a:pt x="11095" y="323785"/>
                  </a:lnTo>
                  <a:lnTo>
                    <a:pt x="24493" y="278426"/>
                  </a:lnTo>
                  <a:lnTo>
                    <a:pt x="42702" y="235357"/>
                  </a:lnTo>
                  <a:lnTo>
                    <a:pt x="65409" y="194894"/>
                  </a:lnTo>
                  <a:lnTo>
                    <a:pt x="92298" y="157352"/>
                  </a:lnTo>
                  <a:lnTo>
                    <a:pt x="123053" y="123047"/>
                  </a:lnTo>
                  <a:lnTo>
                    <a:pt x="157360" y="92293"/>
                  </a:lnTo>
                  <a:lnTo>
                    <a:pt x="194903" y="65405"/>
                  </a:lnTo>
                  <a:lnTo>
                    <a:pt x="235367" y="42700"/>
                  </a:lnTo>
                  <a:lnTo>
                    <a:pt x="278437" y="24491"/>
                  </a:lnTo>
                  <a:lnTo>
                    <a:pt x="323797" y="11095"/>
                  </a:lnTo>
                  <a:lnTo>
                    <a:pt x="371133" y="2826"/>
                  </a:lnTo>
                  <a:lnTo>
                    <a:pt x="420128" y="0"/>
                  </a:lnTo>
                  <a:lnTo>
                    <a:pt x="7068820" y="0"/>
                  </a:lnTo>
                  <a:lnTo>
                    <a:pt x="7117815" y="2826"/>
                  </a:lnTo>
                  <a:lnTo>
                    <a:pt x="7165150" y="11095"/>
                  </a:lnTo>
                  <a:lnTo>
                    <a:pt x="7210509" y="24491"/>
                  </a:lnTo>
                  <a:lnTo>
                    <a:pt x="7253578" y="42700"/>
                  </a:lnTo>
                  <a:lnTo>
                    <a:pt x="7294041" y="65405"/>
                  </a:lnTo>
                  <a:lnTo>
                    <a:pt x="7331583" y="92293"/>
                  </a:lnTo>
                  <a:lnTo>
                    <a:pt x="7365888" y="123047"/>
                  </a:lnTo>
                  <a:lnTo>
                    <a:pt x="7396642" y="157352"/>
                  </a:lnTo>
                  <a:lnTo>
                    <a:pt x="7423530" y="194894"/>
                  </a:lnTo>
                  <a:lnTo>
                    <a:pt x="7446235" y="235357"/>
                  </a:lnTo>
                  <a:lnTo>
                    <a:pt x="7464444" y="278426"/>
                  </a:lnTo>
                  <a:lnTo>
                    <a:pt x="7477840" y="323785"/>
                  </a:lnTo>
                  <a:lnTo>
                    <a:pt x="7486109" y="371120"/>
                  </a:lnTo>
                  <a:lnTo>
                    <a:pt x="7488936" y="420115"/>
                  </a:lnTo>
                  <a:lnTo>
                    <a:pt x="7488936" y="2100579"/>
                  </a:lnTo>
                  <a:lnTo>
                    <a:pt x="7486109" y="2149575"/>
                  </a:lnTo>
                  <a:lnTo>
                    <a:pt x="7477840" y="2196910"/>
                  </a:lnTo>
                  <a:lnTo>
                    <a:pt x="7464444" y="2242269"/>
                  </a:lnTo>
                  <a:lnTo>
                    <a:pt x="7446235" y="2285338"/>
                  </a:lnTo>
                  <a:lnTo>
                    <a:pt x="7423530" y="2325801"/>
                  </a:lnTo>
                  <a:lnTo>
                    <a:pt x="7396642" y="2363343"/>
                  </a:lnTo>
                  <a:lnTo>
                    <a:pt x="7365888" y="2397648"/>
                  </a:lnTo>
                  <a:lnTo>
                    <a:pt x="7331583" y="2428402"/>
                  </a:lnTo>
                  <a:lnTo>
                    <a:pt x="7294041" y="2455290"/>
                  </a:lnTo>
                  <a:lnTo>
                    <a:pt x="7253578" y="2477995"/>
                  </a:lnTo>
                  <a:lnTo>
                    <a:pt x="7210509" y="2496204"/>
                  </a:lnTo>
                  <a:lnTo>
                    <a:pt x="7165150" y="2509600"/>
                  </a:lnTo>
                  <a:lnTo>
                    <a:pt x="7117815" y="2517869"/>
                  </a:lnTo>
                  <a:lnTo>
                    <a:pt x="7068820" y="2520696"/>
                  </a:lnTo>
                  <a:lnTo>
                    <a:pt x="420128" y="2520696"/>
                  </a:lnTo>
                  <a:lnTo>
                    <a:pt x="371133" y="2517869"/>
                  </a:lnTo>
                  <a:lnTo>
                    <a:pt x="323797" y="2509600"/>
                  </a:lnTo>
                  <a:lnTo>
                    <a:pt x="278437" y="2496204"/>
                  </a:lnTo>
                  <a:lnTo>
                    <a:pt x="235367" y="2477995"/>
                  </a:lnTo>
                  <a:lnTo>
                    <a:pt x="194903" y="2455290"/>
                  </a:lnTo>
                  <a:lnTo>
                    <a:pt x="157360" y="2428402"/>
                  </a:lnTo>
                  <a:lnTo>
                    <a:pt x="123053" y="2397648"/>
                  </a:lnTo>
                  <a:lnTo>
                    <a:pt x="92298" y="2363343"/>
                  </a:lnTo>
                  <a:lnTo>
                    <a:pt x="65409" y="2325801"/>
                  </a:lnTo>
                  <a:lnTo>
                    <a:pt x="42702" y="2285338"/>
                  </a:lnTo>
                  <a:lnTo>
                    <a:pt x="24493" y="2242269"/>
                  </a:lnTo>
                  <a:lnTo>
                    <a:pt x="11095" y="2196910"/>
                  </a:lnTo>
                  <a:lnTo>
                    <a:pt x="2826" y="2149575"/>
                  </a:lnTo>
                  <a:lnTo>
                    <a:pt x="0" y="2100579"/>
                  </a:lnTo>
                  <a:lnTo>
                    <a:pt x="0" y="420115"/>
                  </a:lnTo>
                  <a:close/>
                </a:path>
              </a:pathLst>
            </a:custGeom>
            <a:ln w="9144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32103" y="1600199"/>
              <a:ext cx="2284730" cy="2350135"/>
            </a:xfrm>
            <a:custGeom>
              <a:avLst/>
              <a:gdLst/>
              <a:ahLst/>
              <a:cxnLst/>
              <a:rect l="l" t="t" r="r" b="b"/>
              <a:pathLst>
                <a:path w="2284730" h="2350135">
                  <a:moveTo>
                    <a:pt x="1903729" y="0"/>
                  </a:moveTo>
                  <a:lnTo>
                    <a:pt x="380758" y="0"/>
                  </a:lnTo>
                  <a:lnTo>
                    <a:pt x="332997" y="2966"/>
                  </a:lnTo>
                  <a:lnTo>
                    <a:pt x="287006" y="11626"/>
                  </a:lnTo>
                  <a:lnTo>
                    <a:pt x="243142" y="25624"/>
                  </a:lnTo>
                  <a:lnTo>
                    <a:pt x="201762" y="44604"/>
                  </a:lnTo>
                  <a:lnTo>
                    <a:pt x="163223" y="68208"/>
                  </a:lnTo>
                  <a:lnTo>
                    <a:pt x="127881" y="96080"/>
                  </a:lnTo>
                  <a:lnTo>
                    <a:pt x="96095" y="127864"/>
                  </a:lnTo>
                  <a:lnTo>
                    <a:pt x="68219" y="163203"/>
                  </a:lnTo>
                  <a:lnTo>
                    <a:pt x="44611" y="201741"/>
                  </a:lnTo>
                  <a:lnTo>
                    <a:pt x="25629" y="243120"/>
                  </a:lnTo>
                  <a:lnTo>
                    <a:pt x="11628" y="286985"/>
                  </a:lnTo>
                  <a:lnTo>
                    <a:pt x="2966" y="332979"/>
                  </a:lnTo>
                  <a:lnTo>
                    <a:pt x="0" y="380746"/>
                  </a:lnTo>
                  <a:lnTo>
                    <a:pt x="0" y="1969262"/>
                  </a:lnTo>
                  <a:lnTo>
                    <a:pt x="2966" y="2017028"/>
                  </a:lnTo>
                  <a:lnTo>
                    <a:pt x="11628" y="2063022"/>
                  </a:lnTo>
                  <a:lnTo>
                    <a:pt x="25629" y="2106887"/>
                  </a:lnTo>
                  <a:lnTo>
                    <a:pt x="44611" y="2148266"/>
                  </a:lnTo>
                  <a:lnTo>
                    <a:pt x="68219" y="2186804"/>
                  </a:lnTo>
                  <a:lnTo>
                    <a:pt x="96095" y="2222143"/>
                  </a:lnTo>
                  <a:lnTo>
                    <a:pt x="127881" y="2253927"/>
                  </a:lnTo>
                  <a:lnTo>
                    <a:pt x="163223" y="2281799"/>
                  </a:lnTo>
                  <a:lnTo>
                    <a:pt x="201762" y="2305403"/>
                  </a:lnTo>
                  <a:lnTo>
                    <a:pt x="243142" y="2324383"/>
                  </a:lnTo>
                  <a:lnTo>
                    <a:pt x="287006" y="2338381"/>
                  </a:lnTo>
                  <a:lnTo>
                    <a:pt x="332997" y="2347041"/>
                  </a:lnTo>
                  <a:lnTo>
                    <a:pt x="380758" y="2350008"/>
                  </a:lnTo>
                  <a:lnTo>
                    <a:pt x="1903729" y="2350008"/>
                  </a:lnTo>
                  <a:lnTo>
                    <a:pt x="1951496" y="2347041"/>
                  </a:lnTo>
                  <a:lnTo>
                    <a:pt x="1997490" y="2338381"/>
                  </a:lnTo>
                  <a:lnTo>
                    <a:pt x="2041355" y="2324383"/>
                  </a:lnTo>
                  <a:lnTo>
                    <a:pt x="2082734" y="2305403"/>
                  </a:lnTo>
                  <a:lnTo>
                    <a:pt x="2121272" y="2281799"/>
                  </a:lnTo>
                  <a:lnTo>
                    <a:pt x="2156611" y="2253927"/>
                  </a:lnTo>
                  <a:lnTo>
                    <a:pt x="2188395" y="2222143"/>
                  </a:lnTo>
                  <a:lnTo>
                    <a:pt x="2216267" y="2186804"/>
                  </a:lnTo>
                  <a:lnTo>
                    <a:pt x="2239871" y="2148266"/>
                  </a:lnTo>
                  <a:lnTo>
                    <a:pt x="2258851" y="2106887"/>
                  </a:lnTo>
                  <a:lnTo>
                    <a:pt x="2272849" y="2063022"/>
                  </a:lnTo>
                  <a:lnTo>
                    <a:pt x="2281509" y="2017028"/>
                  </a:lnTo>
                  <a:lnTo>
                    <a:pt x="2284476" y="1969262"/>
                  </a:lnTo>
                  <a:lnTo>
                    <a:pt x="2284476" y="380746"/>
                  </a:lnTo>
                  <a:lnTo>
                    <a:pt x="2281509" y="332979"/>
                  </a:lnTo>
                  <a:lnTo>
                    <a:pt x="2272849" y="286985"/>
                  </a:lnTo>
                  <a:lnTo>
                    <a:pt x="2258851" y="243120"/>
                  </a:lnTo>
                  <a:lnTo>
                    <a:pt x="2239871" y="201741"/>
                  </a:lnTo>
                  <a:lnTo>
                    <a:pt x="2216267" y="163203"/>
                  </a:lnTo>
                  <a:lnTo>
                    <a:pt x="2188395" y="127864"/>
                  </a:lnTo>
                  <a:lnTo>
                    <a:pt x="2156611" y="96080"/>
                  </a:lnTo>
                  <a:lnTo>
                    <a:pt x="2121272" y="68208"/>
                  </a:lnTo>
                  <a:lnTo>
                    <a:pt x="2082734" y="44604"/>
                  </a:lnTo>
                  <a:lnTo>
                    <a:pt x="2041355" y="25624"/>
                  </a:lnTo>
                  <a:lnTo>
                    <a:pt x="1997490" y="11626"/>
                  </a:lnTo>
                  <a:lnTo>
                    <a:pt x="1951496" y="2966"/>
                  </a:lnTo>
                  <a:lnTo>
                    <a:pt x="1903729" y="0"/>
                  </a:lnTo>
                  <a:close/>
                </a:path>
              </a:pathLst>
            </a:custGeom>
            <a:solidFill>
              <a:srgbClr val="CCED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32103" y="1600199"/>
              <a:ext cx="2284730" cy="2350135"/>
            </a:xfrm>
            <a:custGeom>
              <a:avLst/>
              <a:gdLst/>
              <a:ahLst/>
              <a:cxnLst/>
              <a:rect l="l" t="t" r="r" b="b"/>
              <a:pathLst>
                <a:path w="2284730" h="2350135">
                  <a:moveTo>
                    <a:pt x="0" y="380746"/>
                  </a:moveTo>
                  <a:lnTo>
                    <a:pt x="2966" y="332979"/>
                  </a:lnTo>
                  <a:lnTo>
                    <a:pt x="11628" y="286985"/>
                  </a:lnTo>
                  <a:lnTo>
                    <a:pt x="25629" y="243120"/>
                  </a:lnTo>
                  <a:lnTo>
                    <a:pt x="44611" y="201741"/>
                  </a:lnTo>
                  <a:lnTo>
                    <a:pt x="68219" y="163203"/>
                  </a:lnTo>
                  <a:lnTo>
                    <a:pt x="96095" y="127864"/>
                  </a:lnTo>
                  <a:lnTo>
                    <a:pt x="127881" y="96080"/>
                  </a:lnTo>
                  <a:lnTo>
                    <a:pt x="163223" y="68208"/>
                  </a:lnTo>
                  <a:lnTo>
                    <a:pt x="201762" y="44604"/>
                  </a:lnTo>
                  <a:lnTo>
                    <a:pt x="243142" y="25624"/>
                  </a:lnTo>
                  <a:lnTo>
                    <a:pt x="287006" y="11626"/>
                  </a:lnTo>
                  <a:lnTo>
                    <a:pt x="332997" y="2966"/>
                  </a:lnTo>
                  <a:lnTo>
                    <a:pt x="380758" y="0"/>
                  </a:lnTo>
                  <a:lnTo>
                    <a:pt x="1903729" y="0"/>
                  </a:lnTo>
                  <a:lnTo>
                    <a:pt x="1951496" y="2966"/>
                  </a:lnTo>
                  <a:lnTo>
                    <a:pt x="1997490" y="11626"/>
                  </a:lnTo>
                  <a:lnTo>
                    <a:pt x="2041355" y="25624"/>
                  </a:lnTo>
                  <a:lnTo>
                    <a:pt x="2082734" y="44604"/>
                  </a:lnTo>
                  <a:lnTo>
                    <a:pt x="2121272" y="68208"/>
                  </a:lnTo>
                  <a:lnTo>
                    <a:pt x="2156611" y="96080"/>
                  </a:lnTo>
                  <a:lnTo>
                    <a:pt x="2188395" y="127864"/>
                  </a:lnTo>
                  <a:lnTo>
                    <a:pt x="2216267" y="163203"/>
                  </a:lnTo>
                  <a:lnTo>
                    <a:pt x="2239871" y="201741"/>
                  </a:lnTo>
                  <a:lnTo>
                    <a:pt x="2258851" y="243120"/>
                  </a:lnTo>
                  <a:lnTo>
                    <a:pt x="2272849" y="286985"/>
                  </a:lnTo>
                  <a:lnTo>
                    <a:pt x="2281509" y="332979"/>
                  </a:lnTo>
                  <a:lnTo>
                    <a:pt x="2284476" y="380746"/>
                  </a:lnTo>
                  <a:lnTo>
                    <a:pt x="2284476" y="1969262"/>
                  </a:lnTo>
                  <a:lnTo>
                    <a:pt x="2281509" y="2017028"/>
                  </a:lnTo>
                  <a:lnTo>
                    <a:pt x="2272849" y="2063022"/>
                  </a:lnTo>
                  <a:lnTo>
                    <a:pt x="2258851" y="2106887"/>
                  </a:lnTo>
                  <a:lnTo>
                    <a:pt x="2239871" y="2148266"/>
                  </a:lnTo>
                  <a:lnTo>
                    <a:pt x="2216267" y="2186804"/>
                  </a:lnTo>
                  <a:lnTo>
                    <a:pt x="2188395" y="2222143"/>
                  </a:lnTo>
                  <a:lnTo>
                    <a:pt x="2156611" y="2253927"/>
                  </a:lnTo>
                  <a:lnTo>
                    <a:pt x="2121272" y="2281799"/>
                  </a:lnTo>
                  <a:lnTo>
                    <a:pt x="2082734" y="2305403"/>
                  </a:lnTo>
                  <a:lnTo>
                    <a:pt x="2041355" y="2324383"/>
                  </a:lnTo>
                  <a:lnTo>
                    <a:pt x="1997490" y="2338381"/>
                  </a:lnTo>
                  <a:lnTo>
                    <a:pt x="1951496" y="2347041"/>
                  </a:lnTo>
                  <a:lnTo>
                    <a:pt x="1903729" y="2350008"/>
                  </a:lnTo>
                  <a:lnTo>
                    <a:pt x="380758" y="2350008"/>
                  </a:lnTo>
                  <a:lnTo>
                    <a:pt x="332997" y="2347041"/>
                  </a:lnTo>
                  <a:lnTo>
                    <a:pt x="287006" y="2338381"/>
                  </a:lnTo>
                  <a:lnTo>
                    <a:pt x="243142" y="2324383"/>
                  </a:lnTo>
                  <a:lnTo>
                    <a:pt x="201762" y="2305403"/>
                  </a:lnTo>
                  <a:lnTo>
                    <a:pt x="163223" y="2281799"/>
                  </a:lnTo>
                  <a:lnTo>
                    <a:pt x="127881" y="2253927"/>
                  </a:lnTo>
                  <a:lnTo>
                    <a:pt x="96095" y="2222143"/>
                  </a:lnTo>
                  <a:lnTo>
                    <a:pt x="68219" y="2186804"/>
                  </a:lnTo>
                  <a:lnTo>
                    <a:pt x="44611" y="2148266"/>
                  </a:lnTo>
                  <a:lnTo>
                    <a:pt x="25629" y="2106887"/>
                  </a:lnTo>
                  <a:lnTo>
                    <a:pt x="11628" y="2063022"/>
                  </a:lnTo>
                  <a:lnTo>
                    <a:pt x="2966" y="2017028"/>
                  </a:lnTo>
                  <a:lnTo>
                    <a:pt x="0" y="1969262"/>
                  </a:lnTo>
                  <a:lnTo>
                    <a:pt x="0" y="380746"/>
                  </a:lnTo>
                  <a:close/>
                </a:path>
              </a:pathLst>
            </a:custGeom>
            <a:ln w="9144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022705" y="1663065"/>
            <a:ext cx="866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latin typeface="Arial MT"/>
                <a:cs typeface="Arial MT"/>
              </a:rPr>
              <a:t>Consideration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22705" y="1845945"/>
            <a:ext cx="1840864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3515" marR="266065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785" algn="l"/>
              </a:tabLst>
            </a:pPr>
            <a:r>
              <a:rPr dirty="0" sz="1200" spc="-135">
                <a:latin typeface="Arial MT"/>
                <a:cs typeface="Arial MT"/>
              </a:rPr>
              <a:t>Where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sensitive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0">
                <a:latin typeface="Arial MT"/>
                <a:cs typeface="Arial MT"/>
              </a:rPr>
              <a:t>data </a:t>
            </a:r>
            <a:r>
              <a:rPr dirty="0" sz="1200" spc="-90">
                <a:latin typeface="Arial MT"/>
                <a:cs typeface="Arial MT"/>
              </a:rPr>
              <a:t>	</a:t>
            </a:r>
            <a:r>
              <a:rPr dirty="0" sz="1200" spc="-10">
                <a:latin typeface="Arial MT"/>
                <a:cs typeface="Arial MT"/>
              </a:rPr>
              <a:t>stored?</a:t>
            </a:r>
            <a:endParaRPr sz="12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Font typeface="Wingdings"/>
              <a:buChar char=""/>
              <a:tabLst>
                <a:tab pos="184150" algn="l"/>
              </a:tabLst>
            </a:pPr>
            <a:r>
              <a:rPr dirty="0" sz="1200" spc="-100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6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possible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delete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dirty="0" sz="1200" spc="-10">
                <a:latin typeface="Arial MT"/>
                <a:cs typeface="Arial MT"/>
              </a:rPr>
              <a:t>memory?</a:t>
            </a:r>
            <a:endParaRPr sz="12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Font typeface="Wingdings"/>
              <a:buChar char=""/>
              <a:tabLst>
                <a:tab pos="184150" algn="l"/>
              </a:tabLst>
            </a:pPr>
            <a:r>
              <a:rPr dirty="0" sz="1200" spc="-145">
                <a:latin typeface="Arial MT"/>
                <a:cs typeface="Arial MT"/>
              </a:rPr>
              <a:t>How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item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reset?</a:t>
            </a:r>
            <a:endParaRPr sz="1200">
              <a:latin typeface="Arial MT"/>
              <a:cs typeface="Arial MT"/>
            </a:endParaRPr>
          </a:p>
          <a:p>
            <a:pPr marL="183515" marR="165735" indent="-171450">
              <a:lnSpc>
                <a:spcPct val="100000"/>
              </a:lnSpc>
              <a:buFont typeface="Wingdings"/>
              <a:buChar char=""/>
              <a:tabLst>
                <a:tab pos="184785" algn="l"/>
              </a:tabLst>
            </a:pPr>
            <a:r>
              <a:rPr dirty="0" sz="1200" spc="-145">
                <a:latin typeface="Arial MT"/>
                <a:cs typeface="Arial MT"/>
              </a:rPr>
              <a:t>How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45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inform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car </a:t>
            </a:r>
            <a:r>
              <a:rPr dirty="0" sz="1200" spc="-85">
                <a:latin typeface="Arial MT"/>
                <a:cs typeface="Arial MT"/>
              </a:rPr>
              <a:t>	</a:t>
            </a:r>
            <a:r>
              <a:rPr dirty="0" sz="1200" spc="-110">
                <a:latin typeface="Arial MT"/>
                <a:cs typeface="Arial MT"/>
              </a:rPr>
              <a:t>user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40">
                <a:latin typeface="Arial MT"/>
                <a:cs typeface="Arial MT"/>
              </a:rPr>
              <a:t>how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delete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data?</a:t>
            </a:r>
            <a:endParaRPr sz="1200">
              <a:latin typeface="Arial MT"/>
              <a:cs typeface="Arial MT"/>
            </a:endParaRPr>
          </a:p>
          <a:p>
            <a:pPr marL="183515" marR="5080" indent="-171450">
              <a:lnSpc>
                <a:spcPct val="100000"/>
              </a:lnSpc>
              <a:buFont typeface="Wingdings"/>
              <a:buChar char=""/>
              <a:tabLst>
                <a:tab pos="184785" algn="l"/>
              </a:tabLst>
            </a:pPr>
            <a:r>
              <a:rPr dirty="0" sz="1200" spc="-140">
                <a:latin typeface="Arial MT"/>
                <a:cs typeface="Arial MT"/>
              </a:rPr>
              <a:t>What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communication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channel </a:t>
            </a:r>
            <a:r>
              <a:rPr dirty="0" sz="1200" spc="-100">
                <a:latin typeface="Arial MT"/>
                <a:cs typeface="Arial MT"/>
              </a:rPr>
              <a:t>	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established?</a:t>
            </a:r>
            <a:endParaRPr sz="12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Font typeface="Wingdings"/>
              <a:buChar char=""/>
              <a:tabLst>
                <a:tab pos="184150" algn="l"/>
              </a:tabLst>
            </a:pPr>
            <a:r>
              <a:rPr dirty="0" sz="1200" spc="-50">
                <a:latin typeface="Arial MT"/>
                <a:cs typeface="Arial MT"/>
              </a:rPr>
              <a:t>…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642359" y="1655064"/>
            <a:ext cx="3888104" cy="1295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40"/>
              </a:spcBef>
            </a:pPr>
            <a:r>
              <a:rPr dirty="0" sz="1200" spc="-40">
                <a:latin typeface="Arial MT"/>
                <a:cs typeface="Arial MT"/>
              </a:rPr>
              <a:t>Sec_Req_21:</a:t>
            </a:r>
            <a:endParaRPr sz="1200">
              <a:latin typeface="Arial MT"/>
              <a:cs typeface="Arial MT"/>
            </a:endParaRPr>
          </a:p>
          <a:p>
            <a:pPr marL="90805" marR="356235">
              <a:lnSpc>
                <a:spcPct val="100000"/>
              </a:lnSpc>
            </a:pPr>
            <a:r>
              <a:rPr dirty="0" sz="1200" spc="-80">
                <a:latin typeface="Arial MT"/>
                <a:cs typeface="Arial MT"/>
              </a:rPr>
              <a:t>All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sensitive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data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including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credit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card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numbers,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65">
                <a:latin typeface="Arial MT"/>
                <a:cs typeface="Arial MT"/>
              </a:rPr>
              <a:t>GPS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data, </a:t>
            </a:r>
            <a:r>
              <a:rPr dirty="0" sz="1200" spc="-114">
                <a:latin typeface="Arial MT"/>
                <a:cs typeface="Arial MT"/>
              </a:rPr>
              <a:t>address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book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information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audio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files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stored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the </a:t>
            </a:r>
            <a:r>
              <a:rPr dirty="0" sz="1200" spc="-140">
                <a:latin typeface="Arial MT"/>
                <a:cs typeface="Arial MT"/>
              </a:rPr>
              <a:t>Memory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Unit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dirty="0" sz="1200" spc="-40">
                <a:latin typeface="Arial MT"/>
                <a:cs typeface="Arial MT"/>
              </a:rPr>
              <a:t>Sec_Req_25:</a:t>
            </a:r>
            <a:endParaRPr sz="12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dirty="0" sz="1200" spc="-140">
                <a:latin typeface="Arial MT"/>
                <a:cs typeface="Arial MT"/>
              </a:rPr>
              <a:t>Memory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Unit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have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capability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reset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662553" y="3027298"/>
            <a:ext cx="3653790" cy="91186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u="sng" sz="1200" spc="-1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Risk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L="13970" marR="5080">
              <a:lnSpc>
                <a:spcPct val="100000"/>
              </a:lnSpc>
              <a:spcBef>
                <a:spcPts val="610"/>
              </a:spcBef>
            </a:pPr>
            <a:r>
              <a:rPr dirty="0" sz="1200" spc="-7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Risk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assessment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identifies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data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cannot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fully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deleted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and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remaining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risk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8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not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acceptable,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75">
                <a:latin typeface="Arial MT"/>
                <a:cs typeface="Arial MT"/>
              </a:rPr>
              <a:t>all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sensitive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data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might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be </a:t>
            </a:r>
            <a:r>
              <a:rPr dirty="0" sz="1200" spc="-10">
                <a:latin typeface="Arial MT"/>
                <a:cs typeface="Arial MT"/>
              </a:rPr>
              <a:t>encrypted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56259" y="4576571"/>
            <a:ext cx="5120640" cy="1304925"/>
            <a:chOff x="556259" y="4576571"/>
            <a:chExt cx="5120640" cy="1304925"/>
          </a:xfrm>
        </p:grpSpPr>
        <p:sp>
          <p:nvSpPr>
            <p:cNvPr id="20" name="object 20" descr=""/>
            <p:cNvSpPr/>
            <p:nvPr/>
          </p:nvSpPr>
          <p:spPr>
            <a:xfrm>
              <a:off x="560831" y="4581143"/>
              <a:ext cx="5111750" cy="1295400"/>
            </a:xfrm>
            <a:custGeom>
              <a:avLst/>
              <a:gdLst/>
              <a:ahLst/>
              <a:cxnLst/>
              <a:rect l="l" t="t" r="r" b="b"/>
              <a:pathLst>
                <a:path w="5111750" h="1295400">
                  <a:moveTo>
                    <a:pt x="4895596" y="0"/>
                  </a:moveTo>
                  <a:lnTo>
                    <a:pt x="215900" y="0"/>
                  </a:lnTo>
                  <a:lnTo>
                    <a:pt x="166395" y="5701"/>
                  </a:lnTo>
                  <a:lnTo>
                    <a:pt x="120951" y="21941"/>
                  </a:lnTo>
                  <a:lnTo>
                    <a:pt x="80864" y="47426"/>
                  </a:lnTo>
                  <a:lnTo>
                    <a:pt x="47430" y="80859"/>
                  </a:lnTo>
                  <a:lnTo>
                    <a:pt x="21943" y="120946"/>
                  </a:lnTo>
                  <a:lnTo>
                    <a:pt x="5701" y="166391"/>
                  </a:lnTo>
                  <a:lnTo>
                    <a:pt x="0" y="215899"/>
                  </a:lnTo>
                  <a:lnTo>
                    <a:pt x="0" y="1079499"/>
                  </a:lnTo>
                  <a:lnTo>
                    <a:pt x="5701" y="1129004"/>
                  </a:lnTo>
                  <a:lnTo>
                    <a:pt x="21943" y="1174448"/>
                  </a:lnTo>
                  <a:lnTo>
                    <a:pt x="47430" y="1214535"/>
                  </a:lnTo>
                  <a:lnTo>
                    <a:pt x="80864" y="1247969"/>
                  </a:lnTo>
                  <a:lnTo>
                    <a:pt x="120951" y="1273456"/>
                  </a:lnTo>
                  <a:lnTo>
                    <a:pt x="166395" y="1289698"/>
                  </a:lnTo>
                  <a:lnTo>
                    <a:pt x="215900" y="1295399"/>
                  </a:lnTo>
                  <a:lnTo>
                    <a:pt x="4895596" y="1295399"/>
                  </a:lnTo>
                  <a:lnTo>
                    <a:pt x="4945104" y="1289698"/>
                  </a:lnTo>
                  <a:lnTo>
                    <a:pt x="4990549" y="1273456"/>
                  </a:lnTo>
                  <a:lnTo>
                    <a:pt x="5030636" y="1247969"/>
                  </a:lnTo>
                  <a:lnTo>
                    <a:pt x="5064069" y="1214535"/>
                  </a:lnTo>
                  <a:lnTo>
                    <a:pt x="5089554" y="1174448"/>
                  </a:lnTo>
                  <a:lnTo>
                    <a:pt x="5105794" y="1129004"/>
                  </a:lnTo>
                  <a:lnTo>
                    <a:pt x="5111496" y="1079499"/>
                  </a:lnTo>
                  <a:lnTo>
                    <a:pt x="5111496" y="215899"/>
                  </a:lnTo>
                  <a:lnTo>
                    <a:pt x="5105794" y="166391"/>
                  </a:lnTo>
                  <a:lnTo>
                    <a:pt x="5089554" y="120946"/>
                  </a:lnTo>
                  <a:lnTo>
                    <a:pt x="5064069" y="80859"/>
                  </a:lnTo>
                  <a:lnTo>
                    <a:pt x="5030636" y="47426"/>
                  </a:lnTo>
                  <a:lnTo>
                    <a:pt x="4990549" y="21941"/>
                  </a:lnTo>
                  <a:lnTo>
                    <a:pt x="4945104" y="5701"/>
                  </a:lnTo>
                  <a:lnTo>
                    <a:pt x="4895596" y="0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60831" y="4581143"/>
              <a:ext cx="5111750" cy="1295400"/>
            </a:xfrm>
            <a:custGeom>
              <a:avLst/>
              <a:gdLst/>
              <a:ahLst/>
              <a:cxnLst/>
              <a:rect l="l" t="t" r="r" b="b"/>
              <a:pathLst>
                <a:path w="5111750" h="1295400">
                  <a:moveTo>
                    <a:pt x="0" y="215899"/>
                  </a:moveTo>
                  <a:lnTo>
                    <a:pt x="5701" y="166391"/>
                  </a:lnTo>
                  <a:lnTo>
                    <a:pt x="21943" y="120946"/>
                  </a:lnTo>
                  <a:lnTo>
                    <a:pt x="47430" y="80859"/>
                  </a:lnTo>
                  <a:lnTo>
                    <a:pt x="80864" y="47426"/>
                  </a:lnTo>
                  <a:lnTo>
                    <a:pt x="120951" y="21941"/>
                  </a:lnTo>
                  <a:lnTo>
                    <a:pt x="166395" y="5701"/>
                  </a:lnTo>
                  <a:lnTo>
                    <a:pt x="215900" y="0"/>
                  </a:lnTo>
                  <a:lnTo>
                    <a:pt x="4895596" y="0"/>
                  </a:lnTo>
                  <a:lnTo>
                    <a:pt x="4945104" y="5701"/>
                  </a:lnTo>
                  <a:lnTo>
                    <a:pt x="4990549" y="21941"/>
                  </a:lnTo>
                  <a:lnTo>
                    <a:pt x="5030636" y="47426"/>
                  </a:lnTo>
                  <a:lnTo>
                    <a:pt x="5064069" y="80859"/>
                  </a:lnTo>
                  <a:lnTo>
                    <a:pt x="5089554" y="120946"/>
                  </a:lnTo>
                  <a:lnTo>
                    <a:pt x="5105794" y="166391"/>
                  </a:lnTo>
                  <a:lnTo>
                    <a:pt x="5111496" y="215899"/>
                  </a:lnTo>
                  <a:lnTo>
                    <a:pt x="5111496" y="1079499"/>
                  </a:lnTo>
                  <a:lnTo>
                    <a:pt x="5105794" y="1129004"/>
                  </a:lnTo>
                  <a:lnTo>
                    <a:pt x="5089554" y="1174448"/>
                  </a:lnTo>
                  <a:lnTo>
                    <a:pt x="5064069" y="1214535"/>
                  </a:lnTo>
                  <a:lnTo>
                    <a:pt x="5030636" y="1247969"/>
                  </a:lnTo>
                  <a:lnTo>
                    <a:pt x="4990549" y="1273456"/>
                  </a:lnTo>
                  <a:lnTo>
                    <a:pt x="4945104" y="1289698"/>
                  </a:lnTo>
                  <a:lnTo>
                    <a:pt x="4895596" y="1295399"/>
                  </a:lnTo>
                  <a:lnTo>
                    <a:pt x="215900" y="1295399"/>
                  </a:lnTo>
                  <a:lnTo>
                    <a:pt x="166395" y="1289698"/>
                  </a:lnTo>
                  <a:lnTo>
                    <a:pt x="120951" y="1273456"/>
                  </a:lnTo>
                  <a:lnTo>
                    <a:pt x="80864" y="1247969"/>
                  </a:lnTo>
                  <a:lnTo>
                    <a:pt x="47430" y="1214535"/>
                  </a:lnTo>
                  <a:lnTo>
                    <a:pt x="21943" y="1174448"/>
                  </a:lnTo>
                  <a:lnTo>
                    <a:pt x="5701" y="1129004"/>
                  </a:lnTo>
                  <a:lnTo>
                    <a:pt x="0" y="1079499"/>
                  </a:lnTo>
                  <a:lnTo>
                    <a:pt x="0" y="215899"/>
                  </a:lnTo>
                  <a:close/>
                </a:path>
              </a:pathLst>
            </a:custGeom>
            <a:ln w="9144">
              <a:solidFill>
                <a:srgbClr val="2121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6260" y="4648485"/>
            <a:ext cx="2876422" cy="933259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639267" y="4303014"/>
            <a:ext cx="9173845" cy="203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40" b="1">
                <a:latin typeface="Arial"/>
                <a:cs typeface="Arial"/>
              </a:rPr>
              <a:t>Product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50" b="1">
                <a:latin typeface="Arial"/>
                <a:cs typeface="Arial"/>
              </a:rPr>
              <a:t>development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phase</a:t>
            </a:r>
            <a:endParaRPr sz="14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175"/>
              </a:spcBef>
            </a:pPr>
            <a:r>
              <a:rPr dirty="0" sz="1200" spc="-55">
                <a:latin typeface="Arial MT"/>
                <a:cs typeface="Arial MT"/>
              </a:rPr>
              <a:t>Sec_Req_25_01:</a:t>
            </a:r>
            <a:endParaRPr sz="1200">
              <a:latin typeface="Arial MT"/>
              <a:cs typeface="Arial MT"/>
            </a:endParaRPr>
          </a:p>
          <a:p>
            <a:pPr marL="75565" marR="4615180">
              <a:lnSpc>
                <a:spcPct val="100000"/>
              </a:lnSpc>
            </a:pPr>
            <a:r>
              <a:rPr dirty="0" sz="1200" spc="-140">
                <a:latin typeface="Arial MT"/>
                <a:cs typeface="Arial MT"/>
              </a:rPr>
              <a:t>Memory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Unit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resettable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by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pushing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Power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Button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Volume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up </a:t>
            </a:r>
            <a:r>
              <a:rPr dirty="0" sz="1200" spc="-110">
                <a:latin typeface="Arial MT"/>
                <a:cs typeface="Arial MT"/>
              </a:rPr>
              <a:t>Button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5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sec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</a:pPr>
            <a:r>
              <a:rPr dirty="0" sz="1200" spc="-55">
                <a:latin typeface="Arial MT"/>
                <a:cs typeface="Arial MT"/>
              </a:rPr>
              <a:t>Sec_Req_25_02:</a:t>
            </a:r>
            <a:endParaRPr sz="120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</a:pPr>
            <a:r>
              <a:rPr dirty="0" sz="1200" spc="-105">
                <a:latin typeface="Arial MT"/>
                <a:cs typeface="Arial MT"/>
              </a:rPr>
              <a:t>Description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40">
                <a:latin typeface="Arial MT"/>
                <a:cs typeface="Arial MT"/>
              </a:rPr>
              <a:t>how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reset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40">
                <a:latin typeface="Arial MT"/>
                <a:cs typeface="Arial MT"/>
              </a:rPr>
              <a:t>Memory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Unit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shall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described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20">
                <a:latin typeface="Arial MT"/>
                <a:cs typeface="Arial MT"/>
              </a:rPr>
              <a:t>User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Manual</a:t>
            </a:r>
            <a:endParaRPr sz="1200">
              <a:latin typeface="Arial MT"/>
              <a:cs typeface="Arial MT"/>
            </a:endParaRPr>
          </a:p>
          <a:p>
            <a:pPr marL="5214620">
              <a:lnSpc>
                <a:spcPct val="100000"/>
              </a:lnSpc>
              <a:spcBef>
                <a:spcPts val="85"/>
              </a:spcBef>
            </a:pPr>
            <a:r>
              <a:rPr dirty="0" sz="1600" spc="-165">
                <a:latin typeface="Arial MT"/>
                <a:cs typeface="Arial MT"/>
              </a:rPr>
              <a:t>Adequate</a:t>
            </a:r>
            <a:r>
              <a:rPr dirty="0" sz="1600" spc="-9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description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20">
                <a:latin typeface="Arial MT"/>
                <a:cs typeface="Arial MT"/>
              </a:rPr>
              <a:t>in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User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70">
                <a:latin typeface="Arial MT"/>
                <a:cs typeface="Arial MT"/>
              </a:rPr>
              <a:t>Manual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85">
                <a:latin typeface="Arial MT"/>
                <a:cs typeface="Arial MT"/>
              </a:rPr>
              <a:t>how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35">
                <a:latin typeface="Arial MT"/>
                <a:cs typeface="Arial MT"/>
              </a:rPr>
              <a:t>to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40">
                <a:latin typeface="Arial MT"/>
                <a:cs typeface="Arial MT"/>
              </a:rPr>
              <a:t>reset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45">
                <a:latin typeface="Arial MT"/>
                <a:cs typeface="Arial MT"/>
              </a:rPr>
              <a:t>the</a:t>
            </a:r>
            <a:endParaRPr sz="1600">
              <a:latin typeface="Arial MT"/>
              <a:cs typeface="Arial MT"/>
            </a:endParaRPr>
          </a:p>
          <a:p>
            <a:pPr marL="5214620">
              <a:lnSpc>
                <a:spcPct val="100000"/>
              </a:lnSpc>
              <a:spcBef>
                <a:spcPts val="384"/>
              </a:spcBef>
            </a:pPr>
            <a:r>
              <a:rPr dirty="0" sz="1600" spc="-155">
                <a:latin typeface="Arial MT"/>
                <a:cs typeface="Arial MT"/>
              </a:rPr>
              <a:t>product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14">
                <a:latin typeface="Arial MT"/>
                <a:cs typeface="Arial MT"/>
              </a:rPr>
              <a:t>is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sufficient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4780" y="281813"/>
            <a:ext cx="3718052" cy="15582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7764" y="19811"/>
            <a:ext cx="1455420" cy="25019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LGE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Internal</a:t>
            </a:r>
            <a:r>
              <a:rPr dirty="0" sz="1000" spc="-4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EBEBE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BEBEBE"/>
                </a:solidFill>
                <a:latin typeface="Arial MT"/>
                <a:cs typeface="Arial MT"/>
              </a:rPr>
              <a:t> Only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031" y="6452614"/>
            <a:ext cx="484631" cy="39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15" y="6416517"/>
            <a:ext cx="530273" cy="26269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906000" cy="5562600"/>
            <a:chOff x="0" y="0"/>
            <a:chExt cx="9906000" cy="55626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906000" cy="11582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117" y="168910"/>
              <a:ext cx="1033449" cy="24739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44549" y="274021"/>
              <a:ext cx="121285" cy="22225"/>
            </a:xfrm>
            <a:custGeom>
              <a:avLst/>
              <a:gdLst/>
              <a:ahLst/>
              <a:cxnLst/>
              <a:rect l="l" t="t" r="r" b="b"/>
              <a:pathLst>
                <a:path w="121284" h="22225">
                  <a:moveTo>
                    <a:pt x="120688" y="0"/>
                  </a:moveTo>
                  <a:lnTo>
                    <a:pt x="0" y="0"/>
                  </a:lnTo>
                  <a:lnTo>
                    <a:pt x="0" y="22142"/>
                  </a:lnTo>
                  <a:lnTo>
                    <a:pt x="120688" y="22142"/>
                  </a:lnTo>
                  <a:lnTo>
                    <a:pt x="120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1116" y="164845"/>
              <a:ext cx="1756537" cy="20370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8867" y="908303"/>
              <a:ext cx="7200900" cy="4654296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897127" y="5670600"/>
            <a:ext cx="2762250" cy="76327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600" spc="-185">
                <a:latin typeface="Arial MT"/>
                <a:cs typeface="Arial MT"/>
              </a:rPr>
              <a:t>ISO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65">
                <a:latin typeface="Arial MT"/>
                <a:cs typeface="Arial MT"/>
              </a:rPr>
              <a:t>21434 </a:t>
            </a:r>
            <a:r>
              <a:rPr dirty="0" sz="1600" spc="-140">
                <a:latin typeface="Arial MT"/>
                <a:cs typeface="Arial MT"/>
              </a:rPr>
              <a:t>Analysis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u="sng" sz="1600" spc="-150" b="1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8"/>
              </a:rPr>
              <a:t>http://collab.lge.com/main/x/-</a:t>
            </a:r>
            <a:r>
              <a:rPr dirty="0" u="sng" sz="1600" spc="-145" b="1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8"/>
              </a:rPr>
              <a:t>a2bW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김대호/선임/MC프리미엄상품기획팀(rafael.kim@lge.com)</dc:creator>
  <dc:title>PowerPoint 프레젠테이션</dc:title>
  <dcterms:created xsi:type="dcterms:W3CDTF">2025-07-01T08:08:03Z</dcterms:created>
  <dcterms:modified xsi:type="dcterms:W3CDTF">2025-07-01T08:08:03Z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2025-07-01T00:00:00Z</vt:filetime>
  </property>
  <property fmtid="{D5CDD505-2E9C-101B-9397-08002B2CF9AE}" pid="5" name="Producer">
    <vt:lpwstr>Microsoft® PowerPoint® 2013</vt:lpwstr>
  </property>
</Properties>
</file>